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3"/>
    <p:sldMasterId id="2147483660" r:id="rId4"/>
    <p:sldMasterId id="2147483661" r:id="rId5"/>
    <p:sldMasterId id="2147483666" r:id="rId6"/>
    <p:sldMasterId id="2147483671" r:id="rId7"/>
    <p:sldMasterId id="2147483677" r:id="rId8"/>
  </p:sldMasterIdLst>
  <p:notesMasterIdLst>
    <p:notesMasterId r:id="rId59"/>
  </p:notesMasterIdLst>
  <p:sldIdLst>
    <p:sldId id="562" r:id="rId9"/>
    <p:sldId id="264" r:id="rId10"/>
    <p:sldId id="314" r:id="rId11"/>
    <p:sldId id="574" r:id="rId12"/>
    <p:sldId id="576" r:id="rId13"/>
    <p:sldId id="261" r:id="rId14"/>
    <p:sldId id="270" r:id="rId15"/>
    <p:sldId id="271" r:id="rId16"/>
    <p:sldId id="272" r:id="rId17"/>
    <p:sldId id="273" r:id="rId18"/>
    <p:sldId id="420" r:id="rId19"/>
    <p:sldId id="421" r:id="rId20"/>
    <p:sldId id="419" r:id="rId21"/>
    <p:sldId id="274" r:id="rId22"/>
    <p:sldId id="575" r:id="rId23"/>
    <p:sldId id="275" r:id="rId24"/>
    <p:sldId id="568" r:id="rId25"/>
    <p:sldId id="564" r:id="rId26"/>
    <p:sldId id="267" r:id="rId27"/>
    <p:sldId id="396" r:id="rId28"/>
    <p:sldId id="370" r:id="rId29"/>
    <p:sldId id="525" r:id="rId30"/>
    <p:sldId id="372" r:id="rId31"/>
    <p:sldId id="371" r:id="rId32"/>
    <p:sldId id="374" r:id="rId33"/>
    <p:sldId id="385" r:id="rId34"/>
    <p:sldId id="375" r:id="rId35"/>
    <p:sldId id="376" r:id="rId36"/>
    <p:sldId id="377" r:id="rId37"/>
    <p:sldId id="378" r:id="rId38"/>
    <p:sldId id="386" r:id="rId39"/>
    <p:sldId id="384" r:id="rId40"/>
    <p:sldId id="388" r:id="rId41"/>
    <p:sldId id="389" r:id="rId42"/>
    <p:sldId id="390" r:id="rId43"/>
    <p:sldId id="391" r:id="rId44"/>
    <p:sldId id="451" r:id="rId45"/>
    <p:sldId id="557" r:id="rId46"/>
    <p:sldId id="526" r:id="rId47"/>
    <p:sldId id="527" r:id="rId48"/>
    <p:sldId id="528" r:id="rId49"/>
    <p:sldId id="529" r:id="rId50"/>
    <p:sldId id="530" r:id="rId51"/>
    <p:sldId id="531" r:id="rId52"/>
    <p:sldId id="572" r:id="rId53"/>
    <p:sldId id="570" r:id="rId54"/>
    <p:sldId id="573" r:id="rId55"/>
    <p:sldId id="571" r:id="rId56"/>
    <p:sldId id="565" r:id="rId57"/>
    <p:sldId id="569" r:id="rId5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60"/>
    </p:embeddedFont>
    <p:embeddedFont>
      <p:font typeface="Tahoma" panose="020B0604030504040204" pitchFamily="34" charset="0"/>
      <p:regular r:id="rId61"/>
      <p:bold r:id="rId62"/>
    </p:embeddedFont>
    <p:embeddedFont>
      <p:font typeface="Verdana" panose="020B0604030504040204" pitchFamily="34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7DD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A74A25-F75A-46D5-B456-04D4F8C27AA4}" v="8" dt="2024-07-04T23:38:10.8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94660"/>
  </p:normalViewPr>
  <p:slideViewPr>
    <p:cSldViewPr snapToGrid="0">
      <p:cViewPr varScale="1">
        <p:scale>
          <a:sx n="87" d="100"/>
          <a:sy n="87" d="100"/>
        </p:scale>
        <p:origin x="8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63" Type="http://schemas.openxmlformats.org/officeDocument/2006/relationships/font" Target="fonts/font4.fntdata"/><Relationship Id="rId68" Type="http://schemas.openxmlformats.org/officeDocument/2006/relationships/viewProps" Target="viewProps.xml"/><Relationship Id="rId7" Type="http://schemas.openxmlformats.org/officeDocument/2006/relationships/slideMaster" Target="slideMasters/slideMaster5.xml"/><Relationship Id="rId71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font" Target="fonts/font7.fntdata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61" Type="http://schemas.openxmlformats.org/officeDocument/2006/relationships/font" Target="fonts/font2.fntdata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font" Target="fonts/font5.fntdata"/><Relationship Id="rId69" Type="http://schemas.openxmlformats.org/officeDocument/2006/relationships/theme" Target="theme/theme1.xml"/><Relationship Id="rId8" Type="http://schemas.openxmlformats.org/officeDocument/2006/relationships/slideMaster" Target="slideMasters/slideMaster6.xml"/><Relationship Id="rId51" Type="http://schemas.openxmlformats.org/officeDocument/2006/relationships/slide" Target="slides/slide43.xml"/><Relationship Id="rId72" Type="http://schemas.microsoft.com/office/2015/10/relationships/revisionInfo" Target="revisionInfo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font" Target="fonts/font3.fntdata"/><Relationship Id="rId7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ldo Satoru Gunzi" userId="41a30d14-40e4-4cae-bd0a-ce9e51e34c46" providerId="ADAL" clId="{1A7FA593-4647-4952-B59D-B63804FB7D52}"/>
    <pc:docChg chg="undo redo custSel addSld delSld modSld sldOrd">
      <pc:chgData name="Arnaldo Satoru Gunzi" userId="41a30d14-40e4-4cae-bd0a-ce9e51e34c46" providerId="ADAL" clId="{1A7FA593-4647-4952-B59D-B63804FB7D52}" dt="2023-10-10T19:51:17.753" v="8843" actId="20577"/>
      <pc:docMkLst>
        <pc:docMk/>
      </pc:docMkLst>
      <pc:sldChg chg="addSp modSp mod modAnim">
        <pc:chgData name="Arnaldo Satoru Gunzi" userId="41a30d14-40e4-4cae-bd0a-ce9e51e34c46" providerId="ADAL" clId="{1A7FA593-4647-4952-B59D-B63804FB7D52}" dt="2023-10-10T14:44:10.020" v="7828"/>
        <pc:sldMkLst>
          <pc:docMk/>
          <pc:sldMk cId="2765506580" sldId="26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765506580" sldId="261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1A7FA593-4647-4952-B59D-B63804FB7D52}" dt="2023-10-02T11:52:19.395" v="8" actId="403"/>
          <ac:spMkLst>
            <pc:docMk/>
            <pc:sldMk cId="2765506580" sldId="261"/>
            <ac:spMk id="5" creationId="{F9ADB4BA-3444-57EC-A666-4B61B7A2BE54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765506580" sldId="261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2T11:52:07.333" v="1" actId="20577"/>
          <ac:spMkLst>
            <pc:docMk/>
            <pc:sldMk cId="2765506580" sldId="261"/>
            <ac:spMk id="9" creationId="{1DAB79FE-426A-10E0-0CE7-782696F81766}"/>
          </ac:spMkLst>
        </pc:spChg>
      </pc:sldChg>
      <pc:sldChg chg="del">
        <pc:chgData name="Arnaldo Satoru Gunzi" userId="41a30d14-40e4-4cae-bd0a-ce9e51e34c46" providerId="ADAL" clId="{1A7FA593-4647-4952-B59D-B63804FB7D52}" dt="2023-10-06T13:44:03.484" v="4261" actId="47"/>
        <pc:sldMkLst>
          <pc:docMk/>
          <pc:sldMk cId="2510943921" sldId="264"/>
        </pc:sldMkLst>
      </pc:sldChg>
      <pc:sldChg chg="del">
        <pc:chgData name="Arnaldo Satoru Gunzi" userId="41a30d14-40e4-4cae-bd0a-ce9e51e34c46" providerId="ADAL" clId="{1A7FA593-4647-4952-B59D-B63804FB7D52}" dt="2023-10-02T16:20:18.216" v="1541" actId="2696"/>
        <pc:sldMkLst>
          <pc:docMk/>
          <pc:sldMk cId="2136828040" sldId="267"/>
        </pc:sldMkLst>
      </pc:sldChg>
      <pc:sldChg chg="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4024022888" sldId="26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24022888" sldId="267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24022888" sldId="267"/>
            <ac:spMk id="7" creationId="{00000000-0000-0000-0000-000000000000}"/>
          </ac:spMkLst>
        </pc:spChg>
      </pc:sldChg>
      <pc:sldChg chg="addSp modSp del mod">
        <pc:chgData name="Arnaldo Satoru Gunzi" userId="41a30d14-40e4-4cae-bd0a-ce9e51e34c46" providerId="ADAL" clId="{1A7FA593-4647-4952-B59D-B63804FB7D52}" dt="2023-10-06T13:51:46.941" v="4609" actId="47"/>
        <pc:sldMkLst>
          <pc:docMk/>
          <pc:sldMk cId="2844011235" sldId="268"/>
        </pc:sldMkLst>
        <pc:spChg chg="add mod">
          <ac:chgData name="Arnaldo Satoru Gunzi" userId="41a30d14-40e4-4cae-bd0a-ce9e51e34c46" providerId="ADAL" clId="{1A7FA593-4647-4952-B59D-B63804FB7D52}" dt="2023-10-06T13:51:44.388" v="4608" actId="5793"/>
          <ac:spMkLst>
            <pc:docMk/>
            <pc:sldMk cId="2844011235" sldId="268"/>
            <ac:spMk id="2" creationId="{52E2F736-C205-54CD-3535-5E4941A9229D}"/>
          </ac:spMkLst>
        </pc:spChg>
        <pc:picChg chg="mod">
          <ac:chgData name="Arnaldo Satoru Gunzi" userId="41a30d14-40e4-4cae-bd0a-ce9e51e34c46" providerId="ADAL" clId="{1A7FA593-4647-4952-B59D-B63804FB7D52}" dt="2023-10-06T13:43:10.980" v="4156" actId="14100"/>
          <ac:picMkLst>
            <pc:docMk/>
            <pc:sldMk cId="2844011235" sldId="268"/>
            <ac:picMk id="4" creationId="{9DCC2719-EBE7-C90A-D532-BB02BE27F595}"/>
          </ac:picMkLst>
        </pc:pic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868245564" sldId="27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68245564" sldId="270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68245564" sldId="270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68245564" sldId="27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05522477" sldId="27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5522477" sldId="271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5522477" sldId="27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261819848" sldId="27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61819848" sldId="272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61819848" sldId="27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908638571" sldId="27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08638571" sldId="273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08638571" sldId="273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08638571" sldId="27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729590969" sldId="27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729590969" sldId="274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729590969" sldId="27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03T14:30:44.138" v="1664" actId="20577"/>
        <pc:sldMkLst>
          <pc:docMk/>
          <pc:sldMk cId="3598595221" sldId="275"/>
        </pc:sldMkLst>
        <pc:spChg chg="mod">
          <ac:chgData name="Arnaldo Satoru Gunzi" userId="41a30d14-40e4-4cae-bd0a-ce9e51e34c46" providerId="ADAL" clId="{1A7FA593-4647-4952-B59D-B63804FB7D52}" dt="2023-10-03T14:30:44.138" v="1664" actId="20577"/>
          <ac:spMkLst>
            <pc:docMk/>
            <pc:sldMk cId="3598595221" sldId="275"/>
            <ac:spMk id="2" creationId="{4591C293-9D87-C39D-C9CF-0EA12A6A951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932304783" sldId="27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32304783" sldId="275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32304783" sldId="27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3817071763" sldId="276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3817071763" sldId="276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817071763" sldId="276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817071763" sldId="27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914716790" sldId="27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14716790" sldId="277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14716790" sldId="277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917259393" sldId="27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17259393" sldId="278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2T12:01:06.919" v="11" actId="20577"/>
          <ac:spMkLst>
            <pc:docMk/>
            <pc:sldMk cId="3917259393" sldId="278"/>
            <ac:spMk id="8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17259393" sldId="278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419073369" sldId="27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19073369" sldId="279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19073369" sldId="27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157910435" sldId="28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157910435" sldId="280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157910435" sldId="28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681705314" sldId="28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81705314" sldId="281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81705314" sldId="281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81705314" sldId="28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213134481" sldId="28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13134481" sldId="282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13134481" sldId="282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13134481" sldId="28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561194852" sldId="28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561194852" sldId="283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561194852" sldId="283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561194852" sldId="28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086662990" sldId="28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86662990" sldId="284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86662990" sldId="284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86662990" sldId="28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280208353" sldId="28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80208353" sldId="28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80208353" sldId="285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80208353" sldId="28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418748991" sldId="28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18748991" sldId="289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18748991" sldId="289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18748991" sldId="28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938327412" sldId="29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38327412" sldId="297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38327412" sldId="297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38327412" sldId="29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692210972" sldId="29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92210972" sldId="298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92210972" sldId="29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635041161" sldId="29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35041161" sldId="299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35041161" sldId="299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35041161" sldId="29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119001715" sldId="30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19001715" sldId="300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19001715" sldId="300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19001715" sldId="30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37995445" sldId="30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37995445" sldId="302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37995445" sldId="30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59977815" sldId="30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59977815" sldId="303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59977815" sldId="30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74330775" sldId="30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74330775" sldId="304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74330775" sldId="30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143642561" sldId="30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143642561" sldId="306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143642561" sldId="30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358758899" sldId="30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58758899" sldId="307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58758899" sldId="307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58758899" sldId="30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74073569" sldId="30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74073569" sldId="308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74073569" sldId="308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74073569" sldId="30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235582160" sldId="30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35582160" sldId="309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35582160" sldId="30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525414047" sldId="31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525414047" sldId="310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525414047" sldId="31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015459437" sldId="31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15459437" sldId="311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15459437" sldId="311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15459437" sldId="31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117697853" sldId="31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17697853" sldId="312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17697853" sldId="31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16565084" sldId="31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6565084" sldId="313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6565084" sldId="31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951900523" sldId="31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51900523" sldId="314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51900523" sldId="314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51900523" sldId="31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116071588" sldId="31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116071588" sldId="31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116071588" sldId="315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116071588" sldId="31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272395789" sldId="31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72395789" sldId="317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72395789" sldId="31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176778515" sldId="32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76778515" sldId="320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76778515" sldId="32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967713124" sldId="32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67713124" sldId="322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67713124" sldId="32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651345920" sldId="32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651345920" sldId="323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651345920" sldId="323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651345920" sldId="32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03553139" sldId="32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3553139" sldId="324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3553139" sldId="32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635574160" sldId="32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635574160" sldId="32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635574160" sldId="32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975008329" sldId="32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75008329" sldId="326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75008329" sldId="32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558620805" sldId="32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558620805" sldId="327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558620805" sldId="32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022920788" sldId="32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22920788" sldId="328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22920788" sldId="32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929458362" sldId="32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29458362" sldId="329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29458362" sldId="32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445663471" sldId="33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45663471" sldId="330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45663471" sldId="33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85617451" sldId="33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85617451" sldId="33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85617451" sldId="331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85617451" sldId="33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932410282" sldId="33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32410282" sldId="332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32410282" sldId="33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276816870" sldId="33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76816870" sldId="333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76816870" sldId="333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76816870" sldId="33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682579038" sldId="33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82579038" sldId="33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82579038" sldId="33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82579038" sldId="33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876291997" sldId="33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76291997" sldId="336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76291997" sldId="33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031903255" sldId="33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031903255" sldId="337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031903255" sldId="33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082429722" sldId="36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82429722" sldId="364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82429722" sldId="36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021080156" sldId="36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21080156" sldId="36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21080156" sldId="36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21080156" sldId="36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002189464" sldId="36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02189464" sldId="366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3:20.602" v="7569" actId="20577"/>
          <ac:spMkLst>
            <pc:docMk/>
            <pc:sldMk cId="3002189464" sldId="366"/>
            <ac:spMk id="8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02189464" sldId="366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2236597137" sldId="36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36597137" sldId="367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236597137" sldId="367"/>
            <ac:spMk id="8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36597137" sldId="367"/>
            <ac:spMk id="11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1A7FA593-4647-4952-B59D-B63804FB7D52}" dt="2023-10-10T14:44:40.479" v="7830"/>
        <pc:sldMkLst>
          <pc:docMk/>
          <pc:sldMk cId="2424638572" sldId="36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24638572" sldId="368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2424638572" sldId="368"/>
            <ac:spMk id="8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24638572" sldId="368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065337409" sldId="36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65337409" sldId="369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6T17:27:32.818" v="5255" actId="20577"/>
          <ac:spMkLst>
            <pc:docMk/>
            <pc:sldMk cId="4065337409" sldId="369"/>
            <ac:spMk id="8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65337409" sldId="369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3244002680" sldId="370"/>
        </pc:sldMkLst>
        <pc:spChg chg="mod">
          <ac:chgData name="Arnaldo Satoru Gunzi" userId="41a30d14-40e4-4cae-bd0a-ce9e51e34c46" providerId="ADAL" clId="{1A7FA593-4647-4952-B59D-B63804FB7D52}" dt="2023-10-02T13:44:26.829" v="32" actId="20577"/>
          <ac:spMkLst>
            <pc:docMk/>
            <pc:sldMk cId="3244002680" sldId="37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3244002680" sldId="370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244002680" sldId="37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1639119700" sldId="37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639119700" sldId="37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639119700" sldId="371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639119700" sldId="37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5:04.692" v="7833" actId="1076"/>
        <pc:sldMkLst>
          <pc:docMk/>
          <pc:sldMk cId="1472283737" sldId="372"/>
        </pc:sldMkLst>
        <pc:spChg chg="mod">
          <ac:chgData name="Arnaldo Satoru Gunzi" userId="41a30d14-40e4-4cae-bd0a-ce9e51e34c46" providerId="ADAL" clId="{1A7FA593-4647-4952-B59D-B63804FB7D52}" dt="2023-10-10T14:44:57.155" v="7832" actId="313"/>
          <ac:spMkLst>
            <pc:docMk/>
            <pc:sldMk cId="1472283737" sldId="37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472283737" sldId="372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472283737" sldId="372"/>
            <ac:spMk id="7" creationId="{00000000-0000-0000-0000-000000000000}"/>
          </ac:spMkLst>
        </pc:spChg>
        <pc:picChg chg="mod">
          <ac:chgData name="Arnaldo Satoru Gunzi" userId="41a30d14-40e4-4cae-bd0a-ce9e51e34c46" providerId="ADAL" clId="{1A7FA593-4647-4952-B59D-B63804FB7D52}" dt="2023-10-10T14:45:04.692" v="7833" actId="1076"/>
          <ac:picMkLst>
            <pc:docMk/>
            <pc:sldMk cId="1472283737" sldId="372"/>
            <ac:picMk id="6" creationId="{C41DD2BE-B26D-64E1-1F66-4AFCF9701ADA}"/>
          </ac:picMkLst>
        </pc:picChg>
      </pc:sldChg>
      <pc:sldChg chg="del">
        <pc:chgData name="Arnaldo Satoru Gunzi" userId="41a30d14-40e4-4cae-bd0a-ce9e51e34c46" providerId="ADAL" clId="{1A7FA593-4647-4952-B59D-B63804FB7D52}" dt="2023-10-02T13:44:47.523" v="33" actId="47"/>
        <pc:sldMkLst>
          <pc:docMk/>
          <pc:sldMk cId="1479315789" sldId="373"/>
        </pc:sldMkLst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2940724511" sldId="37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40724511" sldId="374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940724511" sldId="374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40724511" sldId="37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2T13:44:58.074" v="34" actId="1076"/>
          <ac:spMkLst>
            <pc:docMk/>
            <pc:sldMk cId="2940724511" sldId="374"/>
            <ac:spMk id="16" creationId="{7D19F05D-9329-C877-C293-3E3FE7EC78CD}"/>
          </ac:spMkLst>
        </pc:spChg>
      </pc:sldChg>
      <pc:sldChg chg="modSp mod ord">
        <pc:chgData name="Arnaldo Satoru Gunzi" userId="41a30d14-40e4-4cae-bd0a-ce9e51e34c46" providerId="ADAL" clId="{1A7FA593-4647-4952-B59D-B63804FB7D52}" dt="2023-10-10T14:44:26.722" v="7829"/>
        <pc:sldMkLst>
          <pc:docMk/>
          <pc:sldMk cId="922867554" sldId="37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22867554" sldId="37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922867554" sldId="37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22867554" sldId="37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4090578746" sldId="37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90578746" sldId="376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4090578746" sldId="376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90578746" sldId="37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4019138376" sldId="37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19138376" sldId="377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4019138376" sldId="377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19138376" sldId="377"/>
            <ac:spMk id="7" creationId="{00000000-0000-0000-0000-000000000000}"/>
          </ac:spMkLst>
        </pc:spChg>
      </pc:sldChg>
      <pc:sldChg chg="addSp delSp modSp mod">
        <pc:chgData name="Arnaldo Satoru Gunzi" userId="41a30d14-40e4-4cae-bd0a-ce9e51e34c46" providerId="ADAL" clId="{1A7FA593-4647-4952-B59D-B63804FB7D52}" dt="2023-10-10T14:44:26.722" v="7829"/>
        <pc:sldMkLst>
          <pc:docMk/>
          <pc:sldMk cId="2375802935" sldId="378"/>
        </pc:sldMkLst>
        <pc:spChg chg="add del mod">
          <ac:chgData name="Arnaldo Satoru Gunzi" userId="41a30d14-40e4-4cae-bd0a-ce9e51e34c46" providerId="ADAL" clId="{1A7FA593-4647-4952-B59D-B63804FB7D52}" dt="2023-10-02T13:45:42.538" v="76" actId="478"/>
          <ac:spMkLst>
            <pc:docMk/>
            <pc:sldMk cId="2375802935" sldId="378"/>
            <ac:spMk id="2" creationId="{D9BAB856-CE8F-8DFE-C87F-A8EA4EBF9AEF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75802935" sldId="378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375802935" sldId="378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75802935" sldId="378"/>
            <ac:spMk id="7" creationId="{00000000-0000-0000-0000-000000000000}"/>
          </ac:spMkLst>
        </pc:spChg>
        <pc:picChg chg="mod">
          <ac:chgData name="Arnaldo Satoru Gunzi" userId="41a30d14-40e4-4cae-bd0a-ce9e51e34c46" providerId="ADAL" clId="{1A7FA593-4647-4952-B59D-B63804FB7D52}" dt="2023-10-02T13:45:44.681" v="77" actId="1076"/>
          <ac:picMkLst>
            <pc:docMk/>
            <pc:sldMk cId="2375802935" sldId="378"/>
            <ac:picMk id="5" creationId="{49FD5A15-0091-BC69-787F-8D0EC2708D0B}"/>
          </ac:picMkLst>
        </pc:picChg>
      </pc:sldChg>
      <pc:sldChg chg="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1175832618" sldId="37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75832618" sldId="379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75832618" sldId="379"/>
            <ac:spMk id="7" creationId="{00000000-0000-0000-0000-000000000000}"/>
          </ac:spMkLst>
        </pc:spChg>
      </pc:sldChg>
      <pc:sldChg chg="addSp 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1960726255" sldId="380"/>
        </pc:sldMkLst>
        <pc:spChg chg="add mod">
          <ac:chgData name="Arnaldo Satoru Gunzi" userId="41a30d14-40e4-4cae-bd0a-ce9e51e34c46" providerId="ADAL" clId="{1A7FA593-4647-4952-B59D-B63804FB7D52}" dt="2023-10-02T14:06:35.253" v="330" actId="1076"/>
          <ac:spMkLst>
            <pc:docMk/>
            <pc:sldMk cId="1960726255" sldId="380"/>
            <ac:spMk id="2" creationId="{70849077-B18B-659D-00E7-E1FD8F443D06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60726255" sldId="38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960726255" sldId="380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60726255" sldId="380"/>
            <ac:spMk id="7" creationId="{00000000-0000-0000-0000-000000000000}"/>
          </ac:spMkLst>
        </pc:spChg>
        <pc:spChg chg="add del mod">
          <ac:chgData name="Arnaldo Satoru Gunzi" userId="41a30d14-40e4-4cae-bd0a-ce9e51e34c46" providerId="ADAL" clId="{1A7FA593-4647-4952-B59D-B63804FB7D52}" dt="2023-10-02T14:06:37.191" v="331" actId="478"/>
          <ac:spMkLst>
            <pc:docMk/>
            <pc:sldMk cId="1960726255" sldId="380"/>
            <ac:spMk id="9" creationId="{C23E8331-1D07-9345-CC62-D697F3229BC7}"/>
          </ac:spMkLst>
        </pc:spChg>
        <pc:spChg chg="add del mod">
          <ac:chgData name="Arnaldo Satoru Gunzi" userId="41a30d14-40e4-4cae-bd0a-ce9e51e34c46" providerId="ADAL" clId="{1A7FA593-4647-4952-B59D-B63804FB7D52}" dt="2023-10-02T14:06:37.191" v="331" actId="478"/>
          <ac:spMkLst>
            <pc:docMk/>
            <pc:sldMk cId="1960726255" sldId="380"/>
            <ac:spMk id="10" creationId="{0F4E2B40-04D5-116D-6A75-632E571E35C6}"/>
          </ac:spMkLst>
        </pc:spChg>
        <pc:spChg chg="add del mod">
          <ac:chgData name="Arnaldo Satoru Gunzi" userId="41a30d14-40e4-4cae-bd0a-ce9e51e34c46" providerId="ADAL" clId="{1A7FA593-4647-4952-B59D-B63804FB7D52}" dt="2023-10-02T14:06:37.191" v="331" actId="478"/>
          <ac:spMkLst>
            <pc:docMk/>
            <pc:sldMk cId="1960726255" sldId="380"/>
            <ac:spMk id="11" creationId="{D4F1D0C0-5C04-8EDC-7F76-2BE2631CB91E}"/>
          </ac:spMkLst>
        </pc:spChg>
        <pc:spChg chg="add del mod">
          <ac:chgData name="Arnaldo Satoru Gunzi" userId="41a30d14-40e4-4cae-bd0a-ce9e51e34c46" providerId="ADAL" clId="{1A7FA593-4647-4952-B59D-B63804FB7D52}" dt="2023-10-02T14:06:37.191" v="331" actId="478"/>
          <ac:spMkLst>
            <pc:docMk/>
            <pc:sldMk cId="1960726255" sldId="380"/>
            <ac:spMk id="12" creationId="{6F9F6018-5458-2F6F-1E5C-8B824E5CC8A4}"/>
          </ac:spMkLst>
        </pc:spChg>
        <pc:spChg chg="add del mod">
          <ac:chgData name="Arnaldo Satoru Gunzi" userId="41a30d14-40e4-4cae-bd0a-ce9e51e34c46" providerId="ADAL" clId="{1A7FA593-4647-4952-B59D-B63804FB7D52}" dt="2023-10-02T14:14:25.436" v="679" actId="478"/>
          <ac:spMkLst>
            <pc:docMk/>
            <pc:sldMk cId="1960726255" sldId="380"/>
            <ac:spMk id="13" creationId="{10405BF9-984E-5803-C96F-6DCC6AE66B5F}"/>
          </ac:spMkLst>
        </pc:spChg>
        <pc:picChg chg="del">
          <ac:chgData name="Arnaldo Satoru Gunzi" userId="41a30d14-40e4-4cae-bd0a-ce9e51e34c46" providerId="ADAL" clId="{1A7FA593-4647-4952-B59D-B63804FB7D52}" dt="2023-10-02T13:45:50.213" v="79" actId="478"/>
          <ac:picMkLst>
            <pc:docMk/>
            <pc:sldMk cId="1960726255" sldId="380"/>
            <ac:picMk id="5" creationId="{49FD5A15-0091-BC69-787F-8D0EC2708D0B}"/>
          </ac:picMkLst>
        </pc:picChg>
        <pc:picChg chg="add mod">
          <ac:chgData name="Arnaldo Satoru Gunzi" userId="41a30d14-40e4-4cae-bd0a-ce9e51e34c46" providerId="ADAL" clId="{1A7FA593-4647-4952-B59D-B63804FB7D52}" dt="2023-10-02T14:01:46.280" v="154" actId="1076"/>
          <ac:picMkLst>
            <pc:docMk/>
            <pc:sldMk cId="1960726255" sldId="380"/>
            <ac:picMk id="8" creationId="{B416DD90-907F-6335-15B6-98DA71F03EB8}"/>
          </ac:picMkLst>
        </pc:picChg>
      </pc:sldChg>
      <pc:sldChg chg="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4256280714" sldId="381"/>
        </pc:sldMkLst>
        <pc:spChg chg="mod">
          <ac:chgData name="Arnaldo Satoru Gunzi" userId="41a30d14-40e4-4cae-bd0a-ce9e51e34c46" providerId="ADAL" clId="{1A7FA593-4647-4952-B59D-B63804FB7D52}" dt="2023-10-02T14:14:48.772" v="683" actId="404"/>
          <ac:spMkLst>
            <pc:docMk/>
            <pc:sldMk cId="4256280714" sldId="381"/>
            <ac:spMk id="2" creationId="{70849077-B18B-659D-00E7-E1FD8F443D06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56280714" sldId="38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4256280714" sldId="381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56280714" sldId="381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2T14:14:48.772" v="683" actId="404"/>
          <ac:spMkLst>
            <pc:docMk/>
            <pc:sldMk cId="4256280714" sldId="381"/>
            <ac:spMk id="9" creationId="{C23E8331-1D07-9345-CC62-D697F3229BC7}"/>
          </ac:spMkLst>
        </pc:spChg>
        <pc:spChg chg="mod">
          <ac:chgData name="Arnaldo Satoru Gunzi" userId="41a30d14-40e4-4cae-bd0a-ce9e51e34c46" providerId="ADAL" clId="{1A7FA593-4647-4952-B59D-B63804FB7D52}" dt="2023-10-02T14:14:42.694" v="682" actId="1076"/>
          <ac:spMkLst>
            <pc:docMk/>
            <pc:sldMk cId="4256280714" sldId="381"/>
            <ac:spMk id="10" creationId="{0F4E2B40-04D5-116D-6A75-632E571E35C6}"/>
          </ac:spMkLst>
        </pc:spChg>
        <pc:spChg chg="mod">
          <ac:chgData name="Arnaldo Satoru Gunzi" userId="41a30d14-40e4-4cae-bd0a-ce9e51e34c46" providerId="ADAL" clId="{1A7FA593-4647-4952-B59D-B63804FB7D52}" dt="2023-10-02T14:14:48.772" v="683" actId="404"/>
          <ac:spMkLst>
            <pc:docMk/>
            <pc:sldMk cId="4256280714" sldId="381"/>
            <ac:spMk id="11" creationId="{D4F1D0C0-5C04-8EDC-7F76-2BE2631CB91E}"/>
          </ac:spMkLst>
        </pc:spChg>
        <pc:spChg chg="mod">
          <ac:chgData name="Arnaldo Satoru Gunzi" userId="41a30d14-40e4-4cae-bd0a-ce9e51e34c46" providerId="ADAL" clId="{1A7FA593-4647-4952-B59D-B63804FB7D52}" dt="2023-10-02T14:14:48.772" v="683" actId="404"/>
          <ac:spMkLst>
            <pc:docMk/>
            <pc:sldMk cId="4256280714" sldId="381"/>
            <ac:spMk id="12" creationId="{6F9F6018-5458-2F6F-1E5C-8B824E5CC8A4}"/>
          </ac:spMkLst>
        </pc:spChg>
      </pc:sldChg>
      <pc:sldChg chg="addSp 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1662278114" sldId="382"/>
        </pc:sldMkLst>
        <pc:spChg chg="mod">
          <ac:chgData name="Arnaldo Satoru Gunzi" userId="41a30d14-40e4-4cae-bd0a-ce9e51e34c46" providerId="ADAL" clId="{1A7FA593-4647-4952-B59D-B63804FB7D52}" dt="2023-10-02T14:14:38.439" v="680" actId="404"/>
          <ac:spMkLst>
            <pc:docMk/>
            <pc:sldMk cId="1662278114" sldId="382"/>
            <ac:spMk id="2" creationId="{70849077-B18B-659D-00E7-E1FD8F443D06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662278114" sldId="38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662278114" sldId="382"/>
            <ac:spMk id="4" creationId="{00000000-0000-0000-0000-000000000000}"/>
          </ac:spMkLst>
        </pc:spChg>
        <pc:spChg chg="add mod">
          <ac:chgData name="Arnaldo Satoru Gunzi" userId="41a30d14-40e4-4cae-bd0a-ce9e51e34c46" providerId="ADAL" clId="{1A7FA593-4647-4952-B59D-B63804FB7D52}" dt="2023-10-02T14:14:38.439" v="680" actId="404"/>
          <ac:spMkLst>
            <pc:docMk/>
            <pc:sldMk cId="1662278114" sldId="382"/>
            <ac:spMk id="5" creationId="{19D6EDFF-A348-4EC7-C983-A3EBE6B2B22D}"/>
          </ac:spMkLst>
        </pc:spChg>
        <pc:spChg chg="add mod">
          <ac:chgData name="Arnaldo Satoru Gunzi" userId="41a30d14-40e4-4cae-bd0a-ce9e51e34c46" providerId="ADAL" clId="{1A7FA593-4647-4952-B59D-B63804FB7D52}" dt="2023-10-02T14:14:38.439" v="680" actId="404"/>
          <ac:spMkLst>
            <pc:docMk/>
            <pc:sldMk cId="1662278114" sldId="382"/>
            <ac:spMk id="6" creationId="{C5620482-8910-B4F4-53AC-8343D186914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662278114" sldId="382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2T14:14:38.439" v="680" actId="404"/>
          <ac:spMkLst>
            <pc:docMk/>
            <pc:sldMk cId="1662278114" sldId="382"/>
            <ac:spMk id="9" creationId="{C23E8331-1D07-9345-CC62-D697F3229BC7}"/>
          </ac:spMkLst>
        </pc:spChg>
        <pc:spChg chg="del">
          <ac:chgData name="Arnaldo Satoru Gunzi" userId="41a30d14-40e4-4cae-bd0a-ce9e51e34c46" providerId="ADAL" clId="{1A7FA593-4647-4952-B59D-B63804FB7D52}" dt="2023-10-02T14:12:05.088" v="489" actId="478"/>
          <ac:spMkLst>
            <pc:docMk/>
            <pc:sldMk cId="1662278114" sldId="382"/>
            <ac:spMk id="10" creationId="{0F4E2B40-04D5-116D-6A75-632E571E35C6}"/>
          </ac:spMkLst>
        </pc:spChg>
        <pc:spChg chg="mod">
          <ac:chgData name="Arnaldo Satoru Gunzi" userId="41a30d14-40e4-4cae-bd0a-ce9e51e34c46" providerId="ADAL" clId="{1A7FA593-4647-4952-B59D-B63804FB7D52}" dt="2023-10-02T14:14:38.439" v="680" actId="404"/>
          <ac:spMkLst>
            <pc:docMk/>
            <pc:sldMk cId="1662278114" sldId="382"/>
            <ac:spMk id="11" creationId="{D4F1D0C0-5C04-8EDC-7F76-2BE2631CB91E}"/>
          </ac:spMkLst>
        </pc:spChg>
        <pc:spChg chg="mod">
          <ac:chgData name="Arnaldo Satoru Gunzi" userId="41a30d14-40e4-4cae-bd0a-ce9e51e34c46" providerId="ADAL" clId="{1A7FA593-4647-4952-B59D-B63804FB7D52}" dt="2023-10-02T14:14:38.439" v="680" actId="404"/>
          <ac:spMkLst>
            <pc:docMk/>
            <pc:sldMk cId="1662278114" sldId="382"/>
            <ac:spMk id="12" creationId="{6F9F6018-5458-2F6F-1E5C-8B824E5CC8A4}"/>
          </ac:spMkLst>
        </pc:spChg>
        <pc:spChg chg="add mod">
          <ac:chgData name="Arnaldo Satoru Gunzi" userId="41a30d14-40e4-4cae-bd0a-ce9e51e34c46" providerId="ADAL" clId="{1A7FA593-4647-4952-B59D-B63804FB7D52}" dt="2023-10-02T14:14:38.439" v="680" actId="404"/>
          <ac:spMkLst>
            <pc:docMk/>
            <pc:sldMk cId="1662278114" sldId="382"/>
            <ac:spMk id="13" creationId="{70F68D08-4B3D-9E85-6333-A9DE088CF9B7}"/>
          </ac:spMkLst>
        </pc:spChg>
      </pc:sldChg>
      <pc:sldChg chg="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3884257327" sldId="383"/>
        </pc:sldMkLst>
        <pc:spChg chg="mod">
          <ac:chgData name="Arnaldo Satoru Gunzi" userId="41a30d14-40e4-4cae-bd0a-ce9e51e34c46" providerId="ADAL" clId="{1A7FA593-4647-4952-B59D-B63804FB7D52}" dt="2023-10-02T14:14:01.843" v="586" actId="1076"/>
          <ac:spMkLst>
            <pc:docMk/>
            <pc:sldMk cId="3884257327" sldId="383"/>
            <ac:spMk id="2" creationId="{70849077-B18B-659D-00E7-E1FD8F443D06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884257327" sldId="383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3884257327" sldId="383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884257327" sldId="383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1A7FA593-4647-4952-B59D-B63804FB7D52}" dt="2023-10-02T14:13:42.012" v="545" actId="478"/>
          <ac:spMkLst>
            <pc:docMk/>
            <pc:sldMk cId="3884257327" sldId="383"/>
            <ac:spMk id="13" creationId="{10405BF9-984E-5803-C96F-6DCC6AE66B5F}"/>
          </ac:spMkLst>
        </pc:spChg>
        <pc:picChg chg="del">
          <ac:chgData name="Arnaldo Satoru Gunzi" userId="41a30d14-40e4-4cae-bd0a-ce9e51e34c46" providerId="ADAL" clId="{1A7FA593-4647-4952-B59D-B63804FB7D52}" dt="2023-10-02T14:13:42.012" v="545" actId="478"/>
          <ac:picMkLst>
            <pc:docMk/>
            <pc:sldMk cId="3884257327" sldId="383"/>
            <ac:picMk id="8" creationId="{B416DD90-907F-6335-15B6-98DA71F03EB8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1547859046" sldId="384"/>
        </pc:sldMkLst>
        <pc:spChg chg="del">
          <ac:chgData name="Arnaldo Satoru Gunzi" userId="41a30d14-40e4-4cae-bd0a-ce9e51e34c46" providerId="ADAL" clId="{1A7FA593-4647-4952-B59D-B63804FB7D52}" dt="2023-10-02T14:15:13.812" v="698" actId="478"/>
          <ac:spMkLst>
            <pc:docMk/>
            <pc:sldMk cId="1547859046" sldId="384"/>
            <ac:spMk id="2" creationId="{70849077-B18B-659D-00E7-E1FD8F443D06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547859046" sldId="384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547859046" sldId="384"/>
            <ac:spMk id="4" creationId="{00000000-0000-0000-0000-000000000000}"/>
          </ac:spMkLst>
        </pc:spChg>
        <pc:spChg chg="del">
          <ac:chgData name="Arnaldo Satoru Gunzi" userId="41a30d14-40e4-4cae-bd0a-ce9e51e34c46" providerId="ADAL" clId="{1A7FA593-4647-4952-B59D-B63804FB7D52}" dt="2023-10-02T14:15:13.812" v="698" actId="478"/>
          <ac:spMkLst>
            <pc:docMk/>
            <pc:sldMk cId="1547859046" sldId="384"/>
            <ac:spMk id="5" creationId="{19D6EDFF-A348-4EC7-C983-A3EBE6B2B22D}"/>
          </ac:spMkLst>
        </pc:spChg>
        <pc:spChg chg="del">
          <ac:chgData name="Arnaldo Satoru Gunzi" userId="41a30d14-40e4-4cae-bd0a-ce9e51e34c46" providerId="ADAL" clId="{1A7FA593-4647-4952-B59D-B63804FB7D52}" dt="2023-10-02T14:15:16.338" v="699" actId="478"/>
          <ac:spMkLst>
            <pc:docMk/>
            <pc:sldMk cId="1547859046" sldId="384"/>
            <ac:spMk id="6" creationId="{C5620482-8910-B4F4-53AC-8343D1869140}"/>
          </ac:spMkLst>
        </pc:spChg>
        <pc:spChg chg="add mod">
          <ac:chgData name="Arnaldo Satoru Gunzi" userId="41a30d14-40e4-4cae-bd0a-ce9e51e34c46" providerId="ADAL" clId="{1A7FA593-4647-4952-B59D-B63804FB7D52}" dt="2023-10-02T14:50:37.350" v="1248" actId="1076"/>
          <ac:spMkLst>
            <pc:docMk/>
            <pc:sldMk cId="1547859046" sldId="384"/>
            <ac:spMk id="6" creationId="{E1416F31-3D52-D02C-8460-EEC391817337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547859046" sldId="384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1A7FA593-4647-4952-B59D-B63804FB7D52}" dt="2023-10-02T14:15:13.812" v="698" actId="478"/>
          <ac:spMkLst>
            <pc:docMk/>
            <pc:sldMk cId="1547859046" sldId="384"/>
            <ac:spMk id="9" creationId="{C23E8331-1D07-9345-CC62-D697F3229BC7}"/>
          </ac:spMkLst>
        </pc:spChg>
        <pc:spChg chg="del">
          <ac:chgData name="Arnaldo Satoru Gunzi" userId="41a30d14-40e4-4cae-bd0a-ce9e51e34c46" providerId="ADAL" clId="{1A7FA593-4647-4952-B59D-B63804FB7D52}" dt="2023-10-02T14:15:18.450" v="700" actId="478"/>
          <ac:spMkLst>
            <pc:docMk/>
            <pc:sldMk cId="1547859046" sldId="384"/>
            <ac:spMk id="11" creationId="{D4F1D0C0-5C04-8EDC-7F76-2BE2631CB91E}"/>
          </ac:spMkLst>
        </pc:spChg>
        <pc:spChg chg="del">
          <ac:chgData name="Arnaldo Satoru Gunzi" userId="41a30d14-40e4-4cae-bd0a-ce9e51e34c46" providerId="ADAL" clId="{1A7FA593-4647-4952-B59D-B63804FB7D52}" dt="2023-10-02T14:15:16.338" v="699" actId="478"/>
          <ac:spMkLst>
            <pc:docMk/>
            <pc:sldMk cId="1547859046" sldId="384"/>
            <ac:spMk id="12" creationId="{6F9F6018-5458-2F6F-1E5C-8B824E5CC8A4}"/>
          </ac:spMkLst>
        </pc:spChg>
        <pc:spChg chg="del">
          <ac:chgData name="Arnaldo Satoru Gunzi" userId="41a30d14-40e4-4cae-bd0a-ce9e51e34c46" providerId="ADAL" clId="{1A7FA593-4647-4952-B59D-B63804FB7D52}" dt="2023-10-02T14:15:16.338" v="699" actId="478"/>
          <ac:spMkLst>
            <pc:docMk/>
            <pc:sldMk cId="1547859046" sldId="384"/>
            <ac:spMk id="13" creationId="{70F68D08-4B3D-9E85-6333-A9DE088CF9B7}"/>
          </ac:spMkLst>
        </pc:spChg>
        <pc:spChg chg="add mod">
          <ac:chgData name="Arnaldo Satoru Gunzi" userId="41a30d14-40e4-4cae-bd0a-ce9e51e34c46" providerId="ADAL" clId="{1A7FA593-4647-4952-B59D-B63804FB7D52}" dt="2023-10-02T14:49:40.042" v="1210" actId="14100"/>
          <ac:spMkLst>
            <pc:docMk/>
            <pc:sldMk cId="1547859046" sldId="384"/>
            <ac:spMk id="14" creationId="{7302853F-C042-C6F3-CA1F-8BAC96771EB3}"/>
          </ac:spMkLst>
        </pc:spChg>
        <pc:picChg chg="add mod">
          <ac:chgData name="Arnaldo Satoru Gunzi" userId="41a30d14-40e4-4cae-bd0a-ce9e51e34c46" providerId="ADAL" clId="{1A7FA593-4647-4952-B59D-B63804FB7D52}" dt="2023-10-02T14:50:02.555" v="1214" actId="1076"/>
          <ac:picMkLst>
            <pc:docMk/>
            <pc:sldMk cId="1547859046" sldId="384"/>
            <ac:picMk id="5" creationId="{D8BA2A21-3F4B-E101-69B5-56B718CD6311}"/>
          </ac:picMkLst>
        </pc:picChg>
        <pc:picChg chg="del mod">
          <ac:chgData name="Arnaldo Satoru Gunzi" userId="41a30d14-40e4-4cae-bd0a-ce9e51e34c46" providerId="ADAL" clId="{1A7FA593-4647-4952-B59D-B63804FB7D52}" dt="2023-10-02T14:15:10.284" v="697" actId="478"/>
          <ac:picMkLst>
            <pc:docMk/>
            <pc:sldMk cId="1547859046" sldId="384"/>
            <ac:picMk id="8" creationId="{B416DD90-907F-6335-15B6-98DA71F03EB8}"/>
          </ac:picMkLst>
        </pc:picChg>
        <pc:picChg chg="add del mod">
          <ac:chgData name="Arnaldo Satoru Gunzi" userId="41a30d14-40e4-4cae-bd0a-ce9e51e34c46" providerId="ADAL" clId="{1A7FA593-4647-4952-B59D-B63804FB7D52}" dt="2023-10-02T14:49:56.678" v="1211" actId="478"/>
          <ac:picMkLst>
            <pc:docMk/>
            <pc:sldMk cId="1547859046" sldId="384"/>
            <ac:picMk id="16" creationId="{BF7BE2B3-05D3-D251-CC0B-61E768D7A359}"/>
          </ac:picMkLst>
        </pc:picChg>
      </pc:sldChg>
      <pc:sldChg chg="add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1010814207" sldId="38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010814207" sldId="38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010814207" sldId="38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010814207" sldId="385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2T14:25:55.866" v="795" actId="1076"/>
          <ac:spMkLst>
            <pc:docMk/>
            <pc:sldMk cId="1010814207" sldId="385"/>
            <ac:spMk id="16" creationId="{7D19F05D-9329-C877-C293-3E3FE7EC78CD}"/>
          </ac:spMkLst>
        </pc:spChg>
        <pc:picChg chg="add mod">
          <ac:chgData name="Arnaldo Satoru Gunzi" userId="41a30d14-40e4-4cae-bd0a-ce9e51e34c46" providerId="ADAL" clId="{1A7FA593-4647-4952-B59D-B63804FB7D52}" dt="2023-10-02T14:26:02.722" v="799" actId="1076"/>
          <ac:picMkLst>
            <pc:docMk/>
            <pc:sldMk cId="1010814207" sldId="385"/>
            <ac:picMk id="5" creationId="{1666CE0C-BFC4-B206-7DEF-4F9E8A591C42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1112635326" sldId="38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12635326" sldId="386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112635326" sldId="386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12635326" sldId="386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2T14:29:09.180" v="887" actId="20577"/>
          <ac:spMkLst>
            <pc:docMk/>
            <pc:sldMk cId="1112635326" sldId="386"/>
            <ac:spMk id="16" creationId="{7D19F05D-9329-C877-C293-3E3FE7EC78CD}"/>
          </ac:spMkLst>
        </pc:spChg>
        <pc:picChg chg="del">
          <ac:chgData name="Arnaldo Satoru Gunzi" userId="41a30d14-40e4-4cae-bd0a-ce9e51e34c46" providerId="ADAL" clId="{1A7FA593-4647-4952-B59D-B63804FB7D52}" dt="2023-10-02T14:28:05.485" v="817" actId="478"/>
          <ac:picMkLst>
            <pc:docMk/>
            <pc:sldMk cId="1112635326" sldId="386"/>
            <ac:picMk id="5" creationId="{1666CE0C-BFC4-B206-7DEF-4F9E8A591C42}"/>
          </ac:picMkLst>
        </pc:picChg>
        <pc:picChg chg="add mod">
          <ac:chgData name="Arnaldo Satoru Gunzi" userId="41a30d14-40e4-4cae-bd0a-ce9e51e34c46" providerId="ADAL" clId="{1A7FA593-4647-4952-B59D-B63804FB7D52}" dt="2023-10-02T14:29:00.742" v="883" actId="1076"/>
          <ac:picMkLst>
            <pc:docMk/>
            <pc:sldMk cId="1112635326" sldId="386"/>
            <ac:picMk id="6" creationId="{2CCD458C-54AA-E7A4-B967-297C9FEF6A2B}"/>
          </ac:picMkLst>
        </pc:picChg>
      </pc:sldChg>
      <pc:sldChg chg="add del">
        <pc:chgData name="Arnaldo Satoru Gunzi" userId="41a30d14-40e4-4cae-bd0a-ce9e51e34c46" providerId="ADAL" clId="{1A7FA593-4647-4952-B59D-B63804FB7D52}" dt="2023-10-02T14:24:51.751" v="765"/>
        <pc:sldMkLst>
          <pc:docMk/>
          <pc:sldMk cId="1616877070" sldId="386"/>
        </pc:sldMkLst>
      </pc:sldChg>
      <pc:sldChg chg="addSp 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2813731100" sldId="38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813731100" sldId="387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813731100" sldId="387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813731100" sldId="387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1A7FA593-4647-4952-B59D-B63804FB7D52}" dt="2023-10-02T14:37:40.073" v="1198" actId="1076"/>
          <ac:spMkLst>
            <pc:docMk/>
            <pc:sldMk cId="2813731100" sldId="387"/>
            <ac:spMk id="8" creationId="{27FEAD43-3135-F733-17B9-E026B33AA95F}"/>
          </ac:spMkLst>
        </pc:spChg>
        <pc:spChg chg="del">
          <ac:chgData name="Arnaldo Satoru Gunzi" userId="41a30d14-40e4-4cae-bd0a-ce9e51e34c46" providerId="ADAL" clId="{1A7FA593-4647-4952-B59D-B63804FB7D52}" dt="2023-10-02T14:36:19.235" v="924" actId="478"/>
          <ac:spMkLst>
            <pc:docMk/>
            <pc:sldMk cId="2813731100" sldId="387"/>
            <ac:spMk id="16" creationId="{7D19F05D-9329-C877-C293-3E3FE7EC78CD}"/>
          </ac:spMkLst>
        </pc:spChg>
        <pc:picChg chg="add mod">
          <ac:chgData name="Arnaldo Satoru Gunzi" userId="41a30d14-40e4-4cae-bd0a-ce9e51e34c46" providerId="ADAL" clId="{1A7FA593-4647-4952-B59D-B63804FB7D52}" dt="2023-10-02T14:37:36.542" v="1197" actId="1076"/>
          <ac:picMkLst>
            <pc:docMk/>
            <pc:sldMk cId="2813731100" sldId="387"/>
            <ac:picMk id="5" creationId="{5C6FE9B5-9D24-3599-1811-3334DA0363FB}"/>
          </ac:picMkLst>
        </pc:picChg>
        <pc:picChg chg="del">
          <ac:chgData name="Arnaldo Satoru Gunzi" userId="41a30d14-40e4-4cae-bd0a-ce9e51e34c46" providerId="ADAL" clId="{1A7FA593-4647-4952-B59D-B63804FB7D52}" dt="2023-10-02T14:35:59.079" v="920" actId="478"/>
          <ac:picMkLst>
            <pc:docMk/>
            <pc:sldMk cId="2813731100" sldId="387"/>
            <ac:picMk id="6" creationId="{2CCD458C-54AA-E7A4-B967-297C9FEF6A2B}"/>
          </ac:picMkLst>
        </pc:picChg>
      </pc:sldChg>
      <pc:sldChg chg="add del">
        <pc:chgData name="Arnaldo Satoru Gunzi" userId="41a30d14-40e4-4cae-bd0a-ce9e51e34c46" providerId="ADAL" clId="{1A7FA593-4647-4952-B59D-B63804FB7D52}" dt="2023-10-02T14:49:27.136" v="1208"/>
        <pc:sldMkLst>
          <pc:docMk/>
          <pc:sldMk cId="1463601583" sldId="388"/>
        </pc:sldMkLst>
      </pc:sldChg>
      <pc:sldChg chg="add del">
        <pc:chgData name="Arnaldo Satoru Gunzi" userId="41a30d14-40e4-4cae-bd0a-ce9e51e34c46" providerId="ADAL" clId="{1A7FA593-4647-4952-B59D-B63804FB7D52}" dt="2023-10-02T14:49:14.556" v="1200" actId="47"/>
        <pc:sldMkLst>
          <pc:docMk/>
          <pc:sldMk cId="1790141378" sldId="388"/>
        </pc:sldMkLst>
      </pc:sldChg>
      <pc:sldChg chg="addSp 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2594542369" sldId="38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594542369" sldId="388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594542369" sldId="388"/>
            <ac:spMk id="4" creationId="{00000000-0000-0000-0000-000000000000}"/>
          </ac:spMkLst>
        </pc:spChg>
        <pc:spChg chg="del">
          <ac:chgData name="Arnaldo Satoru Gunzi" userId="41a30d14-40e4-4cae-bd0a-ce9e51e34c46" providerId="ADAL" clId="{1A7FA593-4647-4952-B59D-B63804FB7D52}" dt="2023-10-02T14:55:51.033" v="1315" actId="478"/>
          <ac:spMkLst>
            <pc:docMk/>
            <pc:sldMk cId="2594542369" sldId="388"/>
            <ac:spMk id="6" creationId="{E1416F31-3D52-D02C-8460-EEC391817337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594542369" sldId="388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1A7FA593-4647-4952-B59D-B63804FB7D52}" dt="2023-10-02T14:55:33.942" v="1250" actId="478"/>
          <ac:spMkLst>
            <pc:docMk/>
            <pc:sldMk cId="2594542369" sldId="388"/>
            <ac:spMk id="14" creationId="{7302853F-C042-C6F3-CA1F-8BAC96771EB3}"/>
          </ac:spMkLst>
        </pc:spChg>
        <pc:picChg chg="del">
          <ac:chgData name="Arnaldo Satoru Gunzi" userId="41a30d14-40e4-4cae-bd0a-ce9e51e34c46" providerId="ADAL" clId="{1A7FA593-4647-4952-B59D-B63804FB7D52}" dt="2023-10-02T14:55:33.942" v="1250" actId="478"/>
          <ac:picMkLst>
            <pc:docMk/>
            <pc:sldMk cId="2594542369" sldId="388"/>
            <ac:picMk id="5" creationId="{D8BA2A21-3F4B-E101-69B5-56B718CD6311}"/>
          </ac:picMkLst>
        </pc:picChg>
        <pc:picChg chg="add mod">
          <ac:chgData name="Arnaldo Satoru Gunzi" userId="41a30d14-40e4-4cae-bd0a-ce9e51e34c46" providerId="ADAL" clId="{1A7FA593-4647-4952-B59D-B63804FB7D52}" dt="2023-10-02T14:56:05.665" v="1318" actId="1076"/>
          <ac:picMkLst>
            <pc:docMk/>
            <pc:sldMk cId="2594542369" sldId="388"/>
            <ac:picMk id="8" creationId="{F32989DB-C12E-B421-9BE8-6FC82E4F548D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119511073" sldId="38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9511073" sldId="389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19511073" sldId="389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9511073" sldId="389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2T15:56:20.962" v="1443" actId="6549"/>
          <ac:spMkLst>
            <pc:docMk/>
            <pc:sldMk cId="119511073" sldId="389"/>
            <ac:spMk id="16" creationId="{7D19F05D-9329-C877-C293-3E3FE7EC78CD}"/>
          </ac:spMkLst>
        </pc:spChg>
        <pc:picChg chg="add mod">
          <ac:chgData name="Arnaldo Satoru Gunzi" userId="41a30d14-40e4-4cae-bd0a-ce9e51e34c46" providerId="ADAL" clId="{1A7FA593-4647-4952-B59D-B63804FB7D52}" dt="2023-10-02T15:56:51.459" v="1448" actId="1076"/>
          <ac:picMkLst>
            <pc:docMk/>
            <pc:sldMk cId="119511073" sldId="389"/>
            <ac:picMk id="5" creationId="{1B72A793-8063-7A99-AB45-544DAB519C40}"/>
          </ac:picMkLst>
        </pc:picChg>
        <pc:picChg chg="del">
          <ac:chgData name="Arnaldo Satoru Gunzi" userId="41a30d14-40e4-4cae-bd0a-ce9e51e34c46" providerId="ADAL" clId="{1A7FA593-4647-4952-B59D-B63804FB7D52}" dt="2023-10-02T14:57:09.074" v="1401" actId="478"/>
          <ac:picMkLst>
            <pc:docMk/>
            <pc:sldMk cId="119511073" sldId="389"/>
            <ac:picMk id="6" creationId="{2CCD458C-54AA-E7A4-B967-297C9FEF6A2B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555106317" sldId="39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555106317" sldId="39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555106317" sldId="390"/>
            <ac:spMk id="4" creationId="{00000000-0000-0000-0000-000000000000}"/>
          </ac:spMkLst>
        </pc:spChg>
        <pc:spChg chg="add mod">
          <ac:chgData name="Arnaldo Satoru Gunzi" userId="41a30d14-40e4-4cae-bd0a-ce9e51e34c46" providerId="ADAL" clId="{1A7FA593-4647-4952-B59D-B63804FB7D52}" dt="2023-10-06T11:22:59.546" v="2993" actId="1076"/>
          <ac:spMkLst>
            <pc:docMk/>
            <pc:sldMk cId="555106317" sldId="390"/>
            <ac:spMk id="6" creationId="{2E932065-19A6-EB2C-E4B5-F4DA0B0C6302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555106317" sldId="390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1A7FA593-4647-4952-B59D-B63804FB7D52}" dt="2023-10-02T15:59:53.486" v="1451" actId="478"/>
          <ac:spMkLst>
            <pc:docMk/>
            <pc:sldMk cId="555106317" sldId="390"/>
            <ac:spMk id="16" creationId="{7D19F05D-9329-C877-C293-3E3FE7EC78CD}"/>
          </ac:spMkLst>
        </pc:spChg>
        <pc:picChg chg="del">
          <ac:chgData name="Arnaldo Satoru Gunzi" userId="41a30d14-40e4-4cae-bd0a-ce9e51e34c46" providerId="ADAL" clId="{1A7FA593-4647-4952-B59D-B63804FB7D52}" dt="2023-10-02T15:59:51.315" v="1450" actId="478"/>
          <ac:picMkLst>
            <pc:docMk/>
            <pc:sldMk cId="555106317" sldId="390"/>
            <ac:picMk id="5" creationId="{1B72A793-8063-7A99-AB45-544DAB519C40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237711324" sldId="39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7711324" sldId="39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37711324" sldId="391"/>
            <ac:spMk id="4" creationId="{00000000-0000-0000-0000-000000000000}"/>
          </ac:spMkLst>
        </pc:spChg>
        <pc:spChg chg="del">
          <ac:chgData name="Arnaldo Satoru Gunzi" userId="41a30d14-40e4-4cae-bd0a-ce9e51e34c46" providerId="ADAL" clId="{1A7FA593-4647-4952-B59D-B63804FB7D52}" dt="2023-10-02T16:01:00.687" v="1523" actId="478"/>
          <ac:spMkLst>
            <pc:docMk/>
            <pc:sldMk cId="237711324" sldId="391"/>
            <ac:spMk id="6" creationId="{2E932065-19A6-EB2C-E4B5-F4DA0B0C6302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7711324" sldId="391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1A7FA593-4647-4952-B59D-B63804FB7D52}" dt="2023-10-02T16:01:15.726" v="1526" actId="1076"/>
          <ac:picMkLst>
            <pc:docMk/>
            <pc:sldMk cId="237711324" sldId="391"/>
            <ac:picMk id="5" creationId="{53C0FFAF-9462-F78C-2F48-015F05929CA8}"/>
          </ac:picMkLst>
        </pc:picChg>
      </pc:sldChg>
      <pc:sldChg chg="delSp modSp add mod">
        <pc:chgData name="Arnaldo Satoru Gunzi" userId="41a30d14-40e4-4cae-bd0a-ce9e51e34c46" providerId="ADAL" clId="{1A7FA593-4647-4952-B59D-B63804FB7D52}" dt="2023-10-10T14:44:26.722" v="7829"/>
        <pc:sldMkLst>
          <pc:docMk/>
          <pc:sldMk cId="3186692531" sldId="39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186692531" sldId="39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3186692531" sldId="392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186692531" sldId="392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1A7FA593-4647-4952-B59D-B63804FB7D52}" dt="2023-10-02T16:08:22.337" v="1540" actId="478"/>
          <ac:picMkLst>
            <pc:docMk/>
            <pc:sldMk cId="3186692531" sldId="392"/>
            <ac:picMk id="5" creationId="{53C0FFAF-9462-F78C-2F48-015F05929CA8}"/>
          </ac:picMkLst>
        </pc:picChg>
      </pc:sldChg>
      <pc:sldChg chg="modSp add mod">
        <pc:chgData name="Arnaldo Satoru Gunzi" userId="41a30d14-40e4-4cae-bd0a-ce9e51e34c46" providerId="ADAL" clId="{1A7FA593-4647-4952-B59D-B63804FB7D52}" dt="2023-10-02T16:20:46.973" v="1576" actId="6549"/>
        <pc:sldMkLst>
          <pc:docMk/>
          <pc:sldMk cId="1637218745" sldId="393"/>
        </pc:sldMkLst>
        <pc:spChg chg="mod">
          <ac:chgData name="Arnaldo Satoru Gunzi" userId="41a30d14-40e4-4cae-bd0a-ce9e51e34c46" providerId="ADAL" clId="{1A7FA593-4647-4952-B59D-B63804FB7D52}" dt="2023-10-02T16:20:46.973" v="1576" actId="6549"/>
          <ac:spMkLst>
            <pc:docMk/>
            <pc:sldMk cId="1637218745" sldId="393"/>
            <ac:spMk id="8" creationId="{00000000-0000-0000-0000-000000000000}"/>
          </ac:spMkLst>
        </pc:sp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2664771519" sldId="39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64771519" sldId="394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64771519" sldId="394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1A7FA593-4647-4952-B59D-B63804FB7D52}" dt="2023-10-02T16:23:15.488" v="1641" actId="20577"/>
          <ac:spMkLst>
            <pc:docMk/>
            <pc:sldMk cId="2664771519" sldId="394"/>
            <ac:spMk id="8" creationId="{AD55C9D6-E77B-F6B5-8595-B6E1D1CCA6BA}"/>
          </ac:spMkLst>
        </pc:spChg>
        <pc:spChg chg="del">
          <ac:chgData name="Arnaldo Satoru Gunzi" userId="41a30d14-40e4-4cae-bd0a-ce9e51e34c46" providerId="ADAL" clId="{1A7FA593-4647-4952-B59D-B63804FB7D52}" dt="2023-10-02T16:22:15.390" v="1581" actId="478"/>
          <ac:spMkLst>
            <pc:docMk/>
            <pc:sldMk cId="2664771519" sldId="394"/>
            <ac:spMk id="69" creationId="{4E1EB7D3-BC8D-7624-8903-BDF7403BFD34}"/>
          </ac:spMkLst>
        </pc:spChg>
        <pc:picChg chg="del">
          <ac:chgData name="Arnaldo Satoru Gunzi" userId="41a30d14-40e4-4cae-bd0a-ce9e51e34c46" providerId="ADAL" clId="{1A7FA593-4647-4952-B59D-B63804FB7D52}" dt="2023-10-02T16:22:10.631" v="1578" actId="478"/>
          <ac:picMkLst>
            <pc:docMk/>
            <pc:sldMk cId="2664771519" sldId="394"/>
            <ac:picMk id="2" creationId="{E2A59BCF-7301-7821-ED7B-63C2FB902C52}"/>
          </ac:picMkLst>
        </pc:picChg>
        <pc:picChg chg="add mod">
          <ac:chgData name="Arnaldo Satoru Gunzi" userId="41a30d14-40e4-4cae-bd0a-ce9e51e34c46" providerId="ADAL" clId="{1A7FA593-4647-4952-B59D-B63804FB7D52}" dt="2023-10-02T16:23:19.415" v="1642" actId="14100"/>
          <ac:picMkLst>
            <pc:docMk/>
            <pc:sldMk cId="2664771519" sldId="394"/>
            <ac:picMk id="5" creationId="{2EA3DBD1-1DFF-D03C-F6D4-BB1C8EDA1303}"/>
          </ac:picMkLst>
        </pc:picChg>
      </pc:sldChg>
      <pc:sldChg chg="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138425394" sldId="39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38425394" sldId="395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38425394" sldId="395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1A7FA593-4647-4952-B59D-B63804FB7D52}" dt="2023-10-02T16:23:29.228" v="1645" actId="478"/>
          <ac:spMkLst>
            <pc:docMk/>
            <pc:sldMk cId="138425394" sldId="395"/>
            <ac:spMk id="8" creationId="{AD55C9D6-E77B-F6B5-8595-B6E1D1CCA6BA}"/>
          </ac:spMkLst>
        </pc:spChg>
        <pc:picChg chg="del mod">
          <ac:chgData name="Arnaldo Satoru Gunzi" userId="41a30d14-40e4-4cae-bd0a-ce9e51e34c46" providerId="ADAL" clId="{1A7FA593-4647-4952-B59D-B63804FB7D52}" dt="2023-10-02T16:23:30.720" v="1646" actId="478"/>
          <ac:picMkLst>
            <pc:docMk/>
            <pc:sldMk cId="138425394" sldId="395"/>
            <ac:picMk id="5" creationId="{2EA3DBD1-1DFF-D03C-F6D4-BB1C8EDA1303}"/>
          </ac:picMkLst>
        </pc:pic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167482450" sldId="39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167482450" sldId="396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167482450" sldId="39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850304679" sldId="39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850304679" sldId="397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850304679" sldId="39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300331641" sldId="39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300331641" sldId="398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300331641" sldId="39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273261048" sldId="39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73261048" sldId="399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73261048" sldId="39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062528187" sldId="40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62528187" sldId="400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62528187" sldId="40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189844549" sldId="40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89844549" sldId="401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89844549" sldId="40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830759687" sldId="40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30759687" sldId="402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30759687" sldId="40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672552183" sldId="40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672552183" sldId="403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672552183" sldId="40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2992169621" sldId="404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2992169621" sldId="404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92169621" sldId="40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819201349" sldId="405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819201349" sldId="405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19201349" sldId="40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1953709617" sldId="406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1953709617" sldId="406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53709617" sldId="406"/>
            <ac:spMk id="7" creationId="{00000000-0000-0000-0000-000000000000}"/>
          </ac:spMkLst>
        </pc:spChg>
      </pc:sldChg>
      <pc:sldChg chg="add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2614960902" sldId="407"/>
        </pc:sldMkLst>
        <pc:spChg chg="mod">
          <ac:chgData name="Arnaldo Satoru Gunzi" userId="41a30d14-40e4-4cae-bd0a-ce9e51e34c46" providerId="ADAL" clId="{1A7FA593-4647-4952-B59D-B63804FB7D52}" dt="2023-10-03T14:38:45.006" v="1765" actId="20577"/>
          <ac:spMkLst>
            <pc:docMk/>
            <pc:sldMk cId="2614960902" sldId="407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14960902" sldId="407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1A7FA593-4647-4952-B59D-B63804FB7D52}" dt="2023-10-03T14:39:46.136" v="1835" actId="14100"/>
          <ac:spMkLst>
            <pc:docMk/>
            <pc:sldMk cId="2614960902" sldId="407"/>
            <ac:spMk id="5" creationId="{58B0D033-A62D-36FE-F95F-26CF5FB6F9C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14960902" sldId="407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1A7FA593-4647-4952-B59D-B63804FB7D52}" dt="2023-10-03T14:39:48.036" v="1836" actId="1076"/>
          <ac:picMkLst>
            <pc:docMk/>
            <pc:sldMk cId="2614960902" sldId="407"/>
            <ac:picMk id="8" creationId="{9F1AFB43-3427-3B94-7C37-A5CD1DC2CC49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3428417769" sldId="40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28417769" sldId="408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28417769" sldId="408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28417769" sldId="408"/>
            <ac:spMk id="7" creationId="{00000000-0000-0000-0000-000000000000}"/>
          </ac:spMkLst>
        </pc:spChg>
        <pc:picChg chg="add del mod">
          <ac:chgData name="Arnaldo Satoru Gunzi" userId="41a30d14-40e4-4cae-bd0a-ce9e51e34c46" providerId="ADAL" clId="{1A7FA593-4647-4952-B59D-B63804FB7D52}" dt="2023-10-03T14:50:47.304" v="2337" actId="478"/>
          <ac:picMkLst>
            <pc:docMk/>
            <pc:sldMk cId="3428417769" sldId="408"/>
            <ac:picMk id="5" creationId="{A6413727-44C5-0DAD-0AC8-48DAE795378B}"/>
          </ac:picMkLst>
        </pc:picChg>
        <pc:picChg chg="add mod">
          <ac:chgData name="Arnaldo Satoru Gunzi" userId="41a30d14-40e4-4cae-bd0a-ce9e51e34c46" providerId="ADAL" clId="{1A7FA593-4647-4952-B59D-B63804FB7D52}" dt="2023-10-03T14:51:05.269" v="2341" actId="1076"/>
          <ac:picMkLst>
            <pc:docMk/>
            <pc:sldMk cId="3428417769" sldId="408"/>
            <ac:picMk id="8" creationId="{5254AC2C-BDC7-BB99-9DB8-97B8BC3E8074}"/>
          </ac:picMkLst>
        </pc:picChg>
      </pc:sldChg>
      <pc:sldChg chg="add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989178354" sldId="40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89178354" sldId="409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89178354" sldId="409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89178354" sldId="409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1A7FA593-4647-4952-B59D-B63804FB7D52}" dt="2023-10-03T16:27:48.908" v="2739" actId="1076"/>
          <ac:picMkLst>
            <pc:docMk/>
            <pc:sldMk cId="989178354" sldId="409"/>
            <ac:picMk id="5" creationId="{A9D7DFAA-6D3B-2078-AFA1-E7B098F11FA1}"/>
          </ac:picMkLst>
        </pc:picChg>
      </pc:sldChg>
      <pc:sldChg chg="add del">
        <pc:chgData name="Arnaldo Satoru Gunzi" userId="41a30d14-40e4-4cae-bd0a-ce9e51e34c46" providerId="ADAL" clId="{1A7FA593-4647-4952-B59D-B63804FB7D52}" dt="2023-10-03T16:27:52.937" v="2740" actId="47"/>
        <pc:sldMkLst>
          <pc:docMk/>
          <pc:sldMk cId="3209167298" sldId="410"/>
        </pc:sldMkLst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1941851775" sldId="411"/>
        </pc:sldMkLst>
        <pc:spChg chg="mod">
          <ac:chgData name="Arnaldo Satoru Gunzi" userId="41a30d14-40e4-4cae-bd0a-ce9e51e34c46" providerId="ADAL" clId="{1A7FA593-4647-4952-B59D-B63804FB7D52}" dt="2023-10-03T14:40:27.895" v="1852" actId="20577"/>
          <ac:spMkLst>
            <pc:docMk/>
            <pc:sldMk cId="1941851775" sldId="411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41851775" sldId="411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03T14:41:34.625" v="1978" actId="20577"/>
          <ac:spMkLst>
            <pc:docMk/>
            <pc:sldMk cId="1941851775" sldId="411"/>
            <ac:spMk id="5" creationId="{58B0D033-A62D-36FE-F95F-26CF5FB6F9C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41851775" sldId="411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1A7FA593-4647-4952-B59D-B63804FB7D52}" dt="2023-10-03T14:41:36.993" v="1979" actId="1076"/>
          <ac:picMkLst>
            <pc:docMk/>
            <pc:sldMk cId="1941851775" sldId="411"/>
            <ac:picMk id="6" creationId="{6BD612A0-EF89-8DAC-4B7C-2E316A738D0E}"/>
          </ac:picMkLst>
        </pc:picChg>
        <pc:picChg chg="del">
          <ac:chgData name="Arnaldo Satoru Gunzi" userId="41a30d14-40e4-4cae-bd0a-ce9e51e34c46" providerId="ADAL" clId="{1A7FA593-4647-4952-B59D-B63804FB7D52}" dt="2023-10-03T14:40:55.790" v="1930" actId="478"/>
          <ac:picMkLst>
            <pc:docMk/>
            <pc:sldMk cId="1941851775" sldId="411"/>
            <ac:picMk id="8" creationId="{9F1AFB43-3427-3B94-7C37-A5CD1DC2CC49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855829440" sldId="412"/>
        </pc:sldMkLst>
        <pc:spChg chg="mod">
          <ac:chgData name="Arnaldo Satoru Gunzi" userId="41a30d14-40e4-4cae-bd0a-ce9e51e34c46" providerId="ADAL" clId="{1A7FA593-4647-4952-B59D-B63804FB7D52}" dt="2023-10-03T14:45:11.723" v="2172" actId="20577"/>
          <ac:spMkLst>
            <pc:docMk/>
            <pc:sldMk cId="855829440" sldId="412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55829440" sldId="412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03T14:45:16.738" v="2173" actId="1076"/>
          <ac:spMkLst>
            <pc:docMk/>
            <pc:sldMk cId="855829440" sldId="412"/>
            <ac:spMk id="5" creationId="{58B0D033-A62D-36FE-F95F-26CF5FB6F9C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55829440" sldId="412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1A7FA593-4647-4952-B59D-B63804FB7D52}" dt="2023-10-03T14:44:01.390" v="2014" actId="478"/>
          <ac:picMkLst>
            <pc:docMk/>
            <pc:sldMk cId="855829440" sldId="412"/>
            <ac:picMk id="6" creationId="{6BD612A0-EF89-8DAC-4B7C-2E316A738D0E}"/>
          </ac:picMkLst>
        </pc:picChg>
        <pc:picChg chg="add mod">
          <ac:chgData name="Arnaldo Satoru Gunzi" userId="41a30d14-40e4-4cae-bd0a-ce9e51e34c46" providerId="ADAL" clId="{1A7FA593-4647-4952-B59D-B63804FB7D52}" dt="2023-10-03T14:45:18.772" v="2174" actId="1076"/>
          <ac:picMkLst>
            <pc:docMk/>
            <pc:sldMk cId="855829440" sldId="412"/>
            <ac:picMk id="8" creationId="{FB2F45CD-EC90-3805-881E-BE53B1A6A814}"/>
          </ac:picMkLst>
        </pc:picChg>
      </pc:sldChg>
      <pc:sldChg chg="modSp add mod ord">
        <pc:chgData name="Arnaldo Satoru Gunzi" userId="41a30d14-40e4-4cae-bd0a-ce9e51e34c46" providerId="ADAL" clId="{1A7FA593-4647-4952-B59D-B63804FB7D52}" dt="2023-10-10T14:44:10.020" v="7828"/>
        <pc:sldMkLst>
          <pc:docMk/>
          <pc:sldMk cId="1684196129" sldId="413"/>
        </pc:sldMkLst>
        <pc:spChg chg="mod">
          <ac:chgData name="Arnaldo Satoru Gunzi" userId="41a30d14-40e4-4cae-bd0a-ce9e51e34c46" providerId="ADAL" clId="{1A7FA593-4647-4952-B59D-B63804FB7D52}" dt="2023-10-03T14:50:24.737" v="2297" actId="6549"/>
          <ac:spMkLst>
            <pc:docMk/>
            <pc:sldMk cId="1684196129" sldId="413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684196129" sldId="413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684196129" sldId="413"/>
            <ac:spMk id="7" creationId="{00000000-0000-0000-0000-000000000000}"/>
          </ac:spMkLst>
        </pc:sp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2256036468" sldId="41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56036468" sldId="414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56036468" sldId="414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56036468" sldId="414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1A7FA593-4647-4952-B59D-B63804FB7D52}" dt="2023-10-03T16:10:03.218" v="2603" actId="1076"/>
          <ac:picMkLst>
            <pc:docMk/>
            <pc:sldMk cId="2256036468" sldId="414"/>
            <ac:picMk id="5" creationId="{40D7BDAB-0CCF-DBB2-2A46-E3DEA0A15A3B}"/>
          </ac:picMkLst>
        </pc:picChg>
        <pc:picChg chg="del">
          <ac:chgData name="Arnaldo Satoru Gunzi" userId="41a30d14-40e4-4cae-bd0a-ce9e51e34c46" providerId="ADAL" clId="{1A7FA593-4647-4952-B59D-B63804FB7D52}" dt="2023-10-03T14:54:13.631" v="2536" actId="478"/>
          <ac:picMkLst>
            <pc:docMk/>
            <pc:sldMk cId="2256036468" sldId="414"/>
            <ac:picMk id="8" creationId="{5254AC2C-BDC7-BB99-9DB8-97B8BC3E8074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246600686" sldId="415"/>
        </pc:sldMkLst>
        <pc:spChg chg="mod">
          <ac:chgData name="Arnaldo Satoru Gunzi" userId="41a30d14-40e4-4cae-bd0a-ce9e51e34c46" providerId="ADAL" clId="{1A7FA593-4647-4952-B59D-B63804FB7D52}" dt="2023-10-03T16:30:32.834" v="2992" actId="14100"/>
          <ac:spMkLst>
            <pc:docMk/>
            <pc:sldMk cId="246600686" sldId="415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6600686" sldId="415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6600686" sldId="415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1A7FA593-4647-4952-B59D-B63804FB7D52}" dt="2023-10-03T14:52:59.388" v="2492" actId="1076"/>
          <ac:picMkLst>
            <pc:docMk/>
            <pc:sldMk cId="246600686" sldId="415"/>
            <ac:picMk id="5" creationId="{57D31E75-816A-BF5B-3DAB-67BCFE2ACA0C}"/>
          </ac:picMkLst>
        </pc:picChg>
        <pc:picChg chg="del">
          <ac:chgData name="Arnaldo Satoru Gunzi" userId="41a30d14-40e4-4cae-bd0a-ce9e51e34c46" providerId="ADAL" clId="{1A7FA593-4647-4952-B59D-B63804FB7D52}" dt="2023-10-03T14:52:04.387" v="2385" actId="478"/>
          <ac:picMkLst>
            <pc:docMk/>
            <pc:sldMk cId="246600686" sldId="415"/>
            <ac:picMk id="8" creationId="{5254AC2C-BDC7-BB99-9DB8-97B8BC3E8074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2607864171" sldId="41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07864171" sldId="416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07864171" sldId="416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07864171" sldId="416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1A7FA593-4647-4952-B59D-B63804FB7D52}" dt="2023-10-03T16:26:17.664" v="2669" actId="478"/>
          <ac:picMkLst>
            <pc:docMk/>
            <pc:sldMk cId="2607864171" sldId="416"/>
            <ac:picMk id="5" creationId="{A6413727-44C5-0DAD-0AC8-48DAE795378B}"/>
          </ac:picMkLst>
        </pc:picChg>
        <pc:picChg chg="add mod">
          <ac:chgData name="Arnaldo Satoru Gunzi" userId="41a30d14-40e4-4cae-bd0a-ce9e51e34c46" providerId="ADAL" clId="{1A7FA593-4647-4952-B59D-B63804FB7D52}" dt="2023-10-03T16:26:42.363" v="2673" actId="1076"/>
          <ac:picMkLst>
            <pc:docMk/>
            <pc:sldMk cId="2607864171" sldId="416"/>
            <ac:picMk id="6" creationId="{E2ECF77F-D54D-C26D-61D1-0D38C620E79E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1319816402" sldId="417"/>
        </pc:sldMkLst>
        <pc:spChg chg="mod">
          <ac:chgData name="Arnaldo Satoru Gunzi" userId="41a30d14-40e4-4cae-bd0a-ce9e51e34c46" providerId="ADAL" clId="{1A7FA593-4647-4952-B59D-B63804FB7D52}" dt="2023-10-03T16:29:11.475" v="2875" actId="20577"/>
          <ac:spMkLst>
            <pc:docMk/>
            <pc:sldMk cId="1319816402" sldId="417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319816402" sldId="417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319816402" sldId="417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1A7FA593-4647-4952-B59D-B63804FB7D52}" dt="2023-10-03T16:28:50.419" v="2866" actId="478"/>
          <ac:picMkLst>
            <pc:docMk/>
            <pc:sldMk cId="1319816402" sldId="417"/>
            <ac:picMk id="5" creationId="{A9D7DFAA-6D3B-2078-AFA1-E7B098F11FA1}"/>
          </ac:picMkLst>
        </pc:picChg>
        <pc:picChg chg="add mod">
          <ac:chgData name="Arnaldo Satoru Gunzi" userId="41a30d14-40e4-4cae-bd0a-ce9e51e34c46" providerId="ADAL" clId="{1A7FA593-4647-4952-B59D-B63804FB7D52}" dt="2023-10-03T16:28:52.554" v="2868" actId="1076"/>
          <ac:picMkLst>
            <pc:docMk/>
            <pc:sldMk cId="1319816402" sldId="417"/>
            <ac:picMk id="6" creationId="{1A9F9154-9EF1-AA0B-1E48-2082DD6F253D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1871515899" sldId="418"/>
        </pc:sldMkLst>
        <pc:spChg chg="mod">
          <ac:chgData name="Arnaldo Satoru Gunzi" userId="41a30d14-40e4-4cae-bd0a-ce9e51e34c46" providerId="ADAL" clId="{1A7FA593-4647-4952-B59D-B63804FB7D52}" dt="2023-10-03T16:30:28.952" v="2991" actId="20577"/>
          <ac:spMkLst>
            <pc:docMk/>
            <pc:sldMk cId="1871515899" sldId="418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871515899" sldId="418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871515899" sldId="418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1A7FA593-4647-4952-B59D-B63804FB7D52}" dt="2023-10-03T16:30:26.703" v="2987" actId="14100"/>
          <ac:picMkLst>
            <pc:docMk/>
            <pc:sldMk cId="1871515899" sldId="418"/>
            <ac:picMk id="5" creationId="{F68107CD-EA34-2FC2-84E2-BB8342BEDB32}"/>
          </ac:picMkLst>
        </pc:picChg>
        <pc:picChg chg="del">
          <ac:chgData name="Arnaldo Satoru Gunzi" userId="41a30d14-40e4-4cae-bd0a-ce9e51e34c46" providerId="ADAL" clId="{1A7FA593-4647-4952-B59D-B63804FB7D52}" dt="2023-10-03T16:30:23.234" v="2985" actId="478"/>
          <ac:picMkLst>
            <pc:docMk/>
            <pc:sldMk cId="1871515899" sldId="418"/>
            <ac:picMk id="6" creationId="{1A9F9154-9EF1-AA0B-1E48-2082DD6F253D}"/>
          </ac:picMkLst>
        </pc:pic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476278641" sldId="41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76278641" sldId="419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76278641" sldId="41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225772314" sldId="42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225772314" sldId="420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225772314" sldId="42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811556548" sldId="42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11556548" sldId="421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11556548" sldId="42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691054040" sldId="42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91054040" sldId="422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91054040" sldId="42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423936033" sldId="42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23936033" sldId="423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23936033" sldId="42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564646488" sldId="42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564646488" sldId="424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564646488" sldId="42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3890870151" sldId="42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890870151" sldId="42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3890870151" sldId="42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890870151" sldId="42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1277270774" sldId="42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77270774" sldId="426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277270774" sldId="426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77270774" sldId="42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494628932" sldId="42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94628932" sldId="427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494628932" sldId="427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94628932" sldId="42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2617546358" sldId="42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17546358" sldId="428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617546358" sldId="428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17546358" sldId="42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1250524363" sldId="42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50524363" sldId="429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250524363" sldId="429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50524363" sldId="42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2385063223" sldId="43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85063223" sldId="43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385063223" sldId="430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85063223" sldId="43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1864158819" sldId="43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864158819" sldId="43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864158819" sldId="431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864158819" sldId="43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4293846529" sldId="43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93846529" sldId="43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4293846529" sldId="432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93846529" sldId="43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3323645696" sldId="43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323645696" sldId="433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3323645696" sldId="433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323645696" sldId="43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1798100447" sldId="43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798100447" sldId="434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798100447" sldId="434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798100447" sldId="43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3804874663" sldId="43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804874663" sldId="43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3804874663" sldId="43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804874663" sldId="43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1216460420" sldId="436"/>
        </pc:sldMkLst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216460420" sldId="436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216460420" sldId="43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2807814334" sldId="437"/>
        </pc:sldMkLst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807814334" sldId="437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807814334" sldId="43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326237385" sldId="438"/>
        </pc:sldMkLst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326237385" sldId="438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26237385" sldId="43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1950709454" sldId="439"/>
        </pc:sldMkLst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950709454" sldId="439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50709454" sldId="43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842369565" sldId="440"/>
        </pc:sldMkLst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842369565" sldId="440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42369565" sldId="440"/>
            <ac:spMk id="7" creationId="{00000000-0000-0000-0000-000000000000}"/>
          </ac:spMkLst>
        </pc:spChg>
      </pc:sldChg>
      <pc:sldChg chg="addSp modSp del mod">
        <pc:chgData name="Arnaldo Satoru Gunzi" userId="41a30d14-40e4-4cae-bd0a-ce9e51e34c46" providerId="ADAL" clId="{1A7FA593-4647-4952-B59D-B63804FB7D52}" dt="2023-10-06T13:48:10.008" v="4314" actId="2696"/>
        <pc:sldMkLst>
          <pc:docMk/>
          <pc:sldMk cId="2537401407" sldId="441"/>
        </pc:sldMkLst>
        <pc:picChg chg="add mod">
          <ac:chgData name="Arnaldo Satoru Gunzi" userId="41a30d14-40e4-4cae-bd0a-ce9e51e34c46" providerId="ADAL" clId="{1A7FA593-4647-4952-B59D-B63804FB7D52}" dt="2023-10-06T13:46:14.841" v="4310" actId="1076"/>
          <ac:picMkLst>
            <pc:docMk/>
            <pc:sldMk cId="2537401407" sldId="441"/>
            <ac:picMk id="12" creationId="{7FEC8E3C-7661-DF50-5B93-92FF52DBF764}"/>
          </ac:picMkLst>
        </pc:picChg>
        <pc:picChg chg="add mod">
          <ac:chgData name="Arnaldo Satoru Gunzi" userId="41a30d14-40e4-4cae-bd0a-ce9e51e34c46" providerId="ADAL" clId="{1A7FA593-4647-4952-B59D-B63804FB7D52}" dt="2023-10-06T13:46:27.983" v="4313" actId="1076"/>
          <ac:picMkLst>
            <pc:docMk/>
            <pc:sldMk cId="2537401407" sldId="441"/>
            <ac:picMk id="14" creationId="{E0FE3B94-4F40-1C3F-04B5-126F6A9AEA0D}"/>
          </ac:picMkLst>
        </pc:picChg>
      </pc:sldChg>
      <pc:sldChg chg="add del">
        <pc:chgData name="Arnaldo Satoru Gunzi" userId="41a30d14-40e4-4cae-bd0a-ce9e51e34c46" providerId="ADAL" clId="{1A7FA593-4647-4952-B59D-B63804FB7D52}" dt="2023-10-06T13:48:20.614" v="4316"/>
        <pc:sldMkLst>
          <pc:docMk/>
          <pc:sldMk cId="3616197776" sldId="441"/>
        </pc:sldMkLst>
      </pc:sldChg>
      <pc:sldChg chg="addSp modSp add mod ord">
        <pc:chgData name="Arnaldo Satoru Gunzi" userId="41a30d14-40e4-4cae-bd0a-ce9e51e34c46" providerId="ADAL" clId="{1A7FA593-4647-4952-B59D-B63804FB7D52}" dt="2023-10-10T14:44:10.020" v="7828"/>
        <pc:sldMkLst>
          <pc:docMk/>
          <pc:sldMk cId="4125488981" sldId="441"/>
        </pc:sldMkLst>
        <pc:spChg chg="mod">
          <ac:chgData name="Arnaldo Satoru Gunzi" userId="41a30d14-40e4-4cae-bd0a-ce9e51e34c46" providerId="ADAL" clId="{1A7FA593-4647-4952-B59D-B63804FB7D52}" dt="2023-10-06T13:57:33.601" v="5218" actId="20577"/>
          <ac:spMkLst>
            <pc:docMk/>
            <pc:sldMk cId="4125488981" sldId="441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25488981" sldId="441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25488981" sldId="441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1A7FA593-4647-4952-B59D-B63804FB7D52}" dt="2023-10-06T13:55:51.049" v="5099" actId="255"/>
          <ac:spMkLst>
            <pc:docMk/>
            <pc:sldMk cId="4125488981" sldId="441"/>
            <ac:spMk id="8" creationId="{0E99DCDE-0C4E-7175-2869-076AD6DF3166}"/>
          </ac:spMkLst>
        </pc:spChg>
        <pc:picChg chg="mod">
          <ac:chgData name="Arnaldo Satoru Gunzi" userId="41a30d14-40e4-4cae-bd0a-ce9e51e34c46" providerId="ADAL" clId="{1A7FA593-4647-4952-B59D-B63804FB7D52}" dt="2023-10-06T13:57:53.144" v="5220" actId="1076"/>
          <ac:picMkLst>
            <pc:docMk/>
            <pc:sldMk cId="4125488981" sldId="441"/>
            <ac:picMk id="2" creationId="{4A7BE2A1-4604-5517-75E8-58C5FA1DAC2C}"/>
          </ac:picMkLst>
        </pc:picChg>
        <pc:picChg chg="mod">
          <ac:chgData name="Arnaldo Satoru Gunzi" userId="41a30d14-40e4-4cae-bd0a-ce9e51e34c46" providerId="ADAL" clId="{1A7FA593-4647-4952-B59D-B63804FB7D52}" dt="2023-10-06T13:58:00.922" v="5227" actId="1076"/>
          <ac:picMkLst>
            <pc:docMk/>
            <pc:sldMk cId="4125488981" sldId="441"/>
            <ac:picMk id="5" creationId="{B0704A49-C74B-CC80-17F3-224B030E7192}"/>
          </ac:picMkLst>
        </pc:picChg>
        <pc:picChg chg="mod">
          <ac:chgData name="Arnaldo Satoru Gunzi" userId="41a30d14-40e4-4cae-bd0a-ce9e51e34c46" providerId="ADAL" clId="{1A7FA593-4647-4952-B59D-B63804FB7D52}" dt="2023-10-06T13:57:04.679" v="5188" actId="1076"/>
          <ac:picMkLst>
            <pc:docMk/>
            <pc:sldMk cId="4125488981" sldId="441"/>
            <ac:picMk id="6" creationId="{F65A1BF3-7326-5246-F3DD-B363F76EE3C0}"/>
          </ac:picMkLst>
        </pc:picChg>
        <pc:picChg chg="mod">
          <ac:chgData name="Arnaldo Satoru Gunzi" userId="41a30d14-40e4-4cae-bd0a-ce9e51e34c46" providerId="ADAL" clId="{1A7FA593-4647-4952-B59D-B63804FB7D52}" dt="2023-10-06T13:57:54.324" v="5222" actId="1076"/>
          <ac:picMkLst>
            <pc:docMk/>
            <pc:sldMk cId="4125488981" sldId="441"/>
            <ac:picMk id="9" creationId="{CCD42255-960A-17E4-465B-7871339D67B9}"/>
          </ac:picMkLst>
        </pc:picChg>
        <pc:picChg chg="mod">
          <ac:chgData name="Arnaldo Satoru Gunzi" userId="41a30d14-40e4-4cae-bd0a-ce9e51e34c46" providerId="ADAL" clId="{1A7FA593-4647-4952-B59D-B63804FB7D52}" dt="2023-10-06T13:57:53.708" v="5221" actId="1076"/>
          <ac:picMkLst>
            <pc:docMk/>
            <pc:sldMk cId="4125488981" sldId="441"/>
            <ac:picMk id="10" creationId="{DE0BBA4E-AE24-E1A7-9294-F7065334BF45}"/>
          </ac:picMkLst>
        </pc:picChg>
        <pc:picChg chg="mod">
          <ac:chgData name="Arnaldo Satoru Gunzi" userId="41a30d14-40e4-4cae-bd0a-ce9e51e34c46" providerId="ADAL" clId="{1A7FA593-4647-4952-B59D-B63804FB7D52}" dt="2023-10-06T13:57:52.498" v="5219" actId="1076"/>
          <ac:picMkLst>
            <pc:docMk/>
            <pc:sldMk cId="4125488981" sldId="441"/>
            <ac:picMk id="11" creationId="{4520FA45-2058-90C9-23F2-7BA37CDABB66}"/>
          </ac:picMkLst>
        </pc:picChg>
        <pc:picChg chg="mod">
          <ac:chgData name="Arnaldo Satoru Gunzi" userId="41a30d14-40e4-4cae-bd0a-ce9e51e34c46" providerId="ADAL" clId="{1A7FA593-4647-4952-B59D-B63804FB7D52}" dt="2023-10-06T13:57:57.270" v="5225" actId="1076"/>
          <ac:picMkLst>
            <pc:docMk/>
            <pc:sldMk cId="4125488981" sldId="441"/>
            <ac:picMk id="12" creationId="{7FEC8E3C-7661-DF50-5B93-92FF52DBF764}"/>
          </ac:picMkLst>
        </pc:picChg>
        <pc:picChg chg="mod">
          <ac:chgData name="Arnaldo Satoru Gunzi" userId="41a30d14-40e4-4cae-bd0a-ce9e51e34c46" providerId="ADAL" clId="{1A7FA593-4647-4952-B59D-B63804FB7D52}" dt="2023-10-06T13:57:55.574" v="5223" actId="1076"/>
          <ac:picMkLst>
            <pc:docMk/>
            <pc:sldMk cId="4125488981" sldId="441"/>
            <ac:picMk id="14" creationId="{E0FE3B94-4F40-1C3F-04B5-126F6A9AEA0D}"/>
          </ac:picMkLst>
        </pc:picChg>
        <pc:picChg chg="add mod">
          <ac:chgData name="Arnaldo Satoru Gunzi" userId="41a30d14-40e4-4cae-bd0a-ce9e51e34c46" providerId="ADAL" clId="{1A7FA593-4647-4952-B59D-B63804FB7D52}" dt="2023-10-06T13:57:59.709" v="5226" actId="1076"/>
          <ac:picMkLst>
            <pc:docMk/>
            <pc:sldMk cId="4125488981" sldId="441"/>
            <ac:picMk id="1026" creationId="{E325B005-4207-BF29-CFDD-C515864CCC72}"/>
          </ac:picMkLst>
        </pc:pic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3592155639" sldId="442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3592155639" sldId="442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592155639" sldId="44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2932390896" sldId="443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2932390896" sldId="443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32390896" sldId="44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3024761595" sldId="444"/>
        </pc:sldMkLst>
        <pc:spChg chg="mod">
          <ac:chgData name="Arnaldo Satoru Gunzi" userId="41a30d14-40e4-4cae-bd0a-ce9e51e34c46" providerId="ADAL" clId="{1A7FA593-4647-4952-B59D-B63804FB7D52}" dt="2023-10-06T11:37:42.363" v="3029" actId="20577"/>
          <ac:spMkLst>
            <pc:docMk/>
            <pc:sldMk cId="3024761595" sldId="444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3024761595" sldId="444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24761595" sldId="44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2925936008" sldId="445"/>
        </pc:sldMkLst>
        <pc:spChg chg="mod">
          <ac:chgData name="Arnaldo Satoru Gunzi" userId="41a30d14-40e4-4cae-bd0a-ce9e51e34c46" providerId="ADAL" clId="{1A7FA593-4647-4952-B59D-B63804FB7D52}" dt="2023-10-06T11:38:32.261" v="3041" actId="20577"/>
          <ac:spMkLst>
            <pc:docMk/>
            <pc:sldMk cId="2925936008" sldId="445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2925936008" sldId="445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25936008" sldId="445"/>
            <ac:spMk id="7" creationId="{00000000-0000-0000-0000-000000000000}"/>
          </ac:spMkLst>
        </pc:spChg>
      </pc:sldChg>
      <pc:sldChg chg="addSp modSp mod">
        <pc:chgData name="Arnaldo Satoru Gunzi" userId="41a30d14-40e4-4cae-bd0a-ce9e51e34c46" providerId="ADAL" clId="{1A7FA593-4647-4952-B59D-B63804FB7D52}" dt="2023-10-10T14:44:40.479" v="7830"/>
        <pc:sldMkLst>
          <pc:docMk/>
          <pc:sldMk cId="3092954916" sldId="446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3092954916" sldId="446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3092954916" sldId="446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1A7FA593-4647-4952-B59D-B63804FB7D52}" dt="2023-10-06T11:39:08.479" v="3060" actId="20577"/>
          <ac:spMkLst>
            <pc:docMk/>
            <pc:sldMk cId="3092954916" sldId="446"/>
            <ac:spMk id="5" creationId="{F78E6D9B-6579-6EF1-4A9D-164A829FF904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92954916" sldId="44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1762372356" sldId="447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1762372356" sldId="447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762372356" sldId="44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874472059" sldId="448"/>
        </pc:sldMkLst>
        <pc:spChg chg="mod">
          <ac:chgData name="Arnaldo Satoru Gunzi" userId="41a30d14-40e4-4cae-bd0a-ce9e51e34c46" providerId="ADAL" clId="{1A7FA593-4647-4952-B59D-B63804FB7D52}" dt="2023-10-06T11:23:20.576" v="2999" actId="20577"/>
          <ac:spMkLst>
            <pc:docMk/>
            <pc:sldMk cId="874472059" sldId="448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874472059" sldId="448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874472059" sldId="448"/>
            <ac:spMk id="7" creationId="{00000000-0000-0000-0000-000000000000}"/>
          </ac:spMkLst>
        </pc:spChg>
        <pc:picChg chg="mod">
          <ac:chgData name="Arnaldo Satoru Gunzi" userId="41a30d14-40e4-4cae-bd0a-ce9e51e34c46" providerId="ADAL" clId="{1A7FA593-4647-4952-B59D-B63804FB7D52}" dt="2023-10-06T11:26:57.435" v="3004" actId="14100"/>
          <ac:picMkLst>
            <pc:docMk/>
            <pc:sldMk cId="874472059" sldId="448"/>
            <ac:picMk id="6" creationId="{7748B84E-618E-F59C-64D6-A95858F84C13}"/>
          </ac:picMkLst>
        </pc:picChg>
      </pc:sldChg>
      <pc:sldChg chg="addSp modSp mod">
        <pc:chgData name="Arnaldo Satoru Gunzi" userId="41a30d14-40e4-4cae-bd0a-ce9e51e34c46" providerId="ADAL" clId="{1A7FA593-4647-4952-B59D-B63804FB7D52}" dt="2023-10-10T14:44:40.479" v="7830"/>
        <pc:sldMkLst>
          <pc:docMk/>
          <pc:sldMk cId="432701808" sldId="449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432701808" sldId="449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432701808" sldId="449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06T13:41:28.297" v="4150" actId="403"/>
          <ac:spMkLst>
            <pc:docMk/>
            <pc:sldMk cId="432701808" sldId="449"/>
            <ac:spMk id="6" creationId="{CDF848EF-A685-65BA-05CB-673E65E7509F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32701808" sldId="449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6T13:40:49.653" v="4119" actId="20577"/>
          <ac:spMkLst>
            <pc:docMk/>
            <pc:sldMk cId="432701808" sldId="449"/>
            <ac:spMk id="18" creationId="{D15B10B2-5E23-DD66-507C-A07CA2C1343C}"/>
          </ac:spMkLst>
        </pc:spChg>
        <pc:spChg chg="mod">
          <ac:chgData name="Arnaldo Satoru Gunzi" userId="41a30d14-40e4-4cae-bd0a-ce9e51e34c46" providerId="ADAL" clId="{1A7FA593-4647-4952-B59D-B63804FB7D52}" dt="2023-10-06T13:41:12.188" v="4141" actId="1036"/>
          <ac:spMkLst>
            <pc:docMk/>
            <pc:sldMk cId="432701808" sldId="449"/>
            <ac:spMk id="21" creationId="{4C740BB2-B4D8-A7B4-BE26-65D1534AAA72}"/>
          </ac:spMkLst>
        </pc:spChg>
        <pc:spChg chg="mod">
          <ac:chgData name="Arnaldo Satoru Gunzi" userId="41a30d14-40e4-4cae-bd0a-ce9e51e34c46" providerId="ADAL" clId="{1A7FA593-4647-4952-B59D-B63804FB7D52}" dt="2023-10-06T13:41:15.267" v="4146" actId="1035"/>
          <ac:spMkLst>
            <pc:docMk/>
            <pc:sldMk cId="432701808" sldId="449"/>
            <ac:spMk id="24" creationId="{1D6D09B0-F48C-1E41-3FBB-1C29D914D52C}"/>
          </ac:spMkLst>
        </pc:spChg>
        <pc:picChg chg="mod">
          <ac:chgData name="Arnaldo Satoru Gunzi" userId="41a30d14-40e4-4cae-bd0a-ce9e51e34c46" providerId="ADAL" clId="{1A7FA593-4647-4952-B59D-B63804FB7D52}" dt="2023-10-06T13:41:23.403" v="4148" actId="1076"/>
          <ac:picMkLst>
            <pc:docMk/>
            <pc:sldMk cId="432701808" sldId="449"/>
            <ac:picMk id="17" creationId="{6FF180A5-5DCE-C40F-F449-776A0E15C2F7}"/>
          </ac:picMkLst>
        </pc:picChg>
        <pc:picChg chg="mod">
          <ac:chgData name="Arnaldo Satoru Gunzi" userId="41a30d14-40e4-4cae-bd0a-ce9e51e34c46" providerId="ADAL" clId="{1A7FA593-4647-4952-B59D-B63804FB7D52}" dt="2023-10-06T13:41:32.144" v="4152" actId="1076"/>
          <ac:picMkLst>
            <pc:docMk/>
            <pc:sldMk cId="432701808" sldId="449"/>
            <ac:picMk id="20" creationId="{9102C864-B094-664D-EA0E-545905E0E414}"/>
          </ac:picMkLst>
        </pc:picChg>
        <pc:picChg chg="mod">
          <ac:chgData name="Arnaldo Satoru Gunzi" userId="41a30d14-40e4-4cae-bd0a-ce9e51e34c46" providerId="ADAL" clId="{1A7FA593-4647-4952-B59D-B63804FB7D52}" dt="2023-10-06T13:41:17.946" v="4147" actId="14100"/>
          <ac:picMkLst>
            <pc:docMk/>
            <pc:sldMk cId="432701808" sldId="449"/>
            <ac:picMk id="23" creationId="{CD660606-3279-719F-A67B-7EB8F25E67A1}"/>
          </ac:picMkLst>
        </pc:picChg>
        <pc:cxnChg chg="add mod">
          <ac:chgData name="Arnaldo Satoru Gunzi" userId="41a30d14-40e4-4cae-bd0a-ce9e51e34c46" providerId="ADAL" clId="{1A7FA593-4647-4952-B59D-B63804FB7D52}" dt="2023-10-06T13:41:06.030" v="4131" actId="1035"/>
          <ac:cxnSpMkLst>
            <pc:docMk/>
            <pc:sldMk cId="432701808" sldId="449"/>
            <ac:cxnSpMk id="5" creationId="{1271281D-BCB4-4501-D4E3-07AC485CB04E}"/>
          </ac:cxnSpMkLst>
        </pc:cxnChg>
        <pc:cxnChg chg="add mod">
          <ac:chgData name="Arnaldo Satoru Gunzi" userId="41a30d14-40e4-4cae-bd0a-ce9e51e34c46" providerId="ADAL" clId="{1A7FA593-4647-4952-B59D-B63804FB7D52}" dt="2023-10-06T13:41:06.030" v="4131" actId="1035"/>
          <ac:cxnSpMkLst>
            <pc:docMk/>
            <pc:sldMk cId="432701808" sldId="449"/>
            <ac:cxnSpMk id="8" creationId="{9503BE65-269E-CE13-5B24-453A41AFD29C}"/>
          </ac:cxnSpMkLst>
        </pc:cxnChg>
        <pc:cxnChg chg="add mod">
          <ac:chgData name="Arnaldo Satoru Gunzi" userId="41a30d14-40e4-4cae-bd0a-ce9e51e34c46" providerId="ADAL" clId="{1A7FA593-4647-4952-B59D-B63804FB7D52}" dt="2023-10-06T13:41:06.030" v="4131" actId="1035"/>
          <ac:cxnSpMkLst>
            <pc:docMk/>
            <pc:sldMk cId="432701808" sldId="449"/>
            <ac:cxnSpMk id="10" creationId="{A038205D-700E-AAFA-F25C-1063CB4A2340}"/>
          </ac:cxnSpMkLst>
        </pc:cxnChg>
        <pc:cxnChg chg="add mod">
          <ac:chgData name="Arnaldo Satoru Gunzi" userId="41a30d14-40e4-4cae-bd0a-ce9e51e34c46" providerId="ADAL" clId="{1A7FA593-4647-4952-B59D-B63804FB7D52}" dt="2023-10-06T13:41:06.030" v="4131" actId="1035"/>
          <ac:cxnSpMkLst>
            <pc:docMk/>
            <pc:sldMk cId="432701808" sldId="449"/>
            <ac:cxnSpMk id="11" creationId="{47058530-054F-A0A9-4355-0DCED325A025}"/>
          </ac:cxnSpMkLst>
        </pc:cxnChg>
      </pc:sldChg>
      <pc:sldChg chg="modSp mod">
        <pc:chgData name="Arnaldo Satoru Gunzi" userId="41a30d14-40e4-4cae-bd0a-ce9e51e34c46" providerId="ADAL" clId="{1A7FA593-4647-4952-B59D-B63804FB7D52}" dt="2023-10-10T19:32:35.863" v="8366" actId="1076"/>
        <pc:sldMkLst>
          <pc:docMk/>
          <pc:sldMk cId="2922803419" sldId="450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2922803419" sldId="450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9:32:33.643" v="8365" actId="1076"/>
          <ac:spMkLst>
            <pc:docMk/>
            <pc:sldMk cId="2922803419" sldId="450"/>
            <ac:spMk id="5" creationId="{D27DCB98-11E1-7744-1354-386F49A6BE9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22803419" sldId="450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9:32:35.863" v="8366" actId="1076"/>
          <ac:spMkLst>
            <pc:docMk/>
            <pc:sldMk cId="2922803419" sldId="450"/>
            <ac:spMk id="8" creationId="{33685EE1-149C-E5F0-063E-9324C037EBC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3984020109" sldId="45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84020109" sldId="45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3984020109" sldId="451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84020109" sldId="45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987660748" sldId="45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87660748" sldId="452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987660748" sldId="452"/>
            <ac:spMk id="11" creationId="{00000000-0000-0000-0000-000000000000}"/>
          </ac:spMkLst>
        </pc:spChg>
      </pc:sldChg>
      <pc:sldChg chg="addSp delSp 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0586497" sldId="453"/>
        </pc:sldMkLst>
        <pc:spChg chg="add mod">
          <ac:chgData name="Arnaldo Satoru Gunzi" userId="41a30d14-40e4-4cae-bd0a-ce9e51e34c46" providerId="ADAL" clId="{1A7FA593-4647-4952-B59D-B63804FB7D52}" dt="2023-10-06T17:45:58.690" v="6620" actId="313"/>
          <ac:spMkLst>
            <pc:docMk/>
            <pc:sldMk cId="20586497" sldId="453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586497" sldId="453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1A7FA593-4647-4952-B59D-B63804FB7D52}" dt="2023-10-06T17:40:58.698" v="5987" actId="1076"/>
          <ac:spMkLst>
            <pc:docMk/>
            <pc:sldMk cId="20586497" sldId="453"/>
            <ac:spMk id="6" creationId="{C30994CC-7720-A2C1-9D1F-BB8146502FE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586497" sldId="453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1A7FA593-4647-4952-B59D-B63804FB7D52}" dt="2023-10-06T17:27:35.912" v="5256" actId="478"/>
          <ac:picMkLst>
            <pc:docMk/>
            <pc:sldMk cId="20586497" sldId="453"/>
            <ac:picMk id="4" creationId="{9DCC2719-EBE7-C90A-D532-BB02BE27F595}"/>
          </ac:picMkLst>
        </pc:picChg>
        <pc:picChg chg="add mod">
          <ac:chgData name="Arnaldo Satoru Gunzi" userId="41a30d14-40e4-4cae-bd0a-ce9e51e34c46" providerId="ADAL" clId="{1A7FA593-4647-4952-B59D-B63804FB7D52}" dt="2023-10-06T17:40:58.698" v="5987" actId="1076"/>
          <ac:picMkLst>
            <pc:docMk/>
            <pc:sldMk cId="20586497" sldId="453"/>
            <ac:picMk id="5" creationId="{DC3580C2-6D48-18C7-57C1-DB6CC3F60ED9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40.479" v="7830"/>
        <pc:sldMkLst>
          <pc:docMk/>
          <pc:sldMk cId="1825055183" sldId="454"/>
        </pc:sldMkLst>
        <pc:spChg chg="mod">
          <ac:chgData name="Arnaldo Satoru Gunzi" userId="41a30d14-40e4-4cae-bd0a-ce9e51e34c46" providerId="ADAL" clId="{1A7FA593-4647-4952-B59D-B63804FB7D52}" dt="2023-10-06T11:43:23.617" v="3591" actId="20577"/>
          <ac:spMkLst>
            <pc:docMk/>
            <pc:sldMk cId="1825055183" sldId="454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1825055183" sldId="454"/>
            <ac:spMk id="3" creationId="{6711D756-6641-F254-AADE-C1765DE7D80C}"/>
          </ac:spMkLst>
        </pc:spChg>
        <pc:spChg chg="del">
          <ac:chgData name="Arnaldo Satoru Gunzi" userId="41a30d14-40e4-4cae-bd0a-ce9e51e34c46" providerId="ADAL" clId="{1A7FA593-4647-4952-B59D-B63804FB7D52}" dt="2023-10-06T11:39:42.800" v="3139" actId="478"/>
          <ac:spMkLst>
            <pc:docMk/>
            <pc:sldMk cId="1825055183" sldId="454"/>
            <ac:spMk id="5" creationId="{F78E6D9B-6579-6EF1-4A9D-164A829FF904}"/>
          </ac:spMkLst>
        </pc:spChg>
        <pc:spChg chg="add mod">
          <ac:chgData name="Arnaldo Satoru Gunzi" userId="41a30d14-40e4-4cae-bd0a-ce9e51e34c46" providerId="ADAL" clId="{1A7FA593-4647-4952-B59D-B63804FB7D52}" dt="2023-10-06T11:43:35.963" v="3592" actId="1076"/>
          <ac:spMkLst>
            <pc:docMk/>
            <pc:sldMk cId="1825055183" sldId="454"/>
            <ac:spMk id="6" creationId="{5750B807-0586-D118-C789-88288E12E173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825055183" sldId="454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1A7FA593-4647-4952-B59D-B63804FB7D52}" dt="2023-10-06T11:43:35.963" v="3592" actId="1076"/>
          <ac:spMkLst>
            <pc:docMk/>
            <pc:sldMk cId="1825055183" sldId="454"/>
            <ac:spMk id="8" creationId="{9386C3DB-F989-C072-F7AE-7997D5E45EDC}"/>
          </ac:spMkLst>
        </pc:spChg>
        <pc:spChg chg="add mod">
          <ac:chgData name="Arnaldo Satoru Gunzi" userId="41a30d14-40e4-4cae-bd0a-ce9e51e34c46" providerId="ADAL" clId="{1A7FA593-4647-4952-B59D-B63804FB7D52}" dt="2023-10-06T11:43:35.963" v="3592" actId="1076"/>
          <ac:spMkLst>
            <pc:docMk/>
            <pc:sldMk cId="1825055183" sldId="454"/>
            <ac:spMk id="9" creationId="{40DEF1E1-1AD1-6615-A1ED-3EBCF3B3F7CA}"/>
          </ac:spMkLst>
        </pc:spChg>
        <pc:picChg chg="add mod">
          <ac:chgData name="Arnaldo Satoru Gunzi" userId="41a30d14-40e4-4cae-bd0a-ce9e51e34c46" providerId="ADAL" clId="{1A7FA593-4647-4952-B59D-B63804FB7D52}" dt="2023-10-06T11:43:35.963" v="3592" actId="1076"/>
          <ac:picMkLst>
            <pc:docMk/>
            <pc:sldMk cId="1825055183" sldId="454"/>
            <ac:picMk id="4" creationId="{BD77EA3E-74E0-37ED-F7CC-EB4F2AC737D3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40.479" v="7830"/>
        <pc:sldMkLst>
          <pc:docMk/>
          <pc:sldMk cId="200776739" sldId="455"/>
        </pc:sldMkLst>
        <pc:spChg chg="mod">
          <ac:chgData name="Arnaldo Satoru Gunzi" userId="41a30d14-40e4-4cae-bd0a-ce9e51e34c46" providerId="ADAL" clId="{1A7FA593-4647-4952-B59D-B63804FB7D52}" dt="2023-10-06T13:38:41.428" v="3776" actId="1076"/>
          <ac:spMkLst>
            <pc:docMk/>
            <pc:sldMk cId="200776739" sldId="455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200776739" sldId="455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1A7FA593-4647-4952-B59D-B63804FB7D52}" dt="2023-10-06T13:40:11.402" v="4110" actId="1076"/>
          <ac:spMkLst>
            <pc:docMk/>
            <pc:sldMk cId="200776739" sldId="455"/>
            <ac:spMk id="6" creationId="{A4DEF53E-FDB6-563C-77E1-482558ED0593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0776739" sldId="455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1A7FA593-4647-4952-B59D-B63804FB7D52}" dt="2023-10-06T13:40:08.704" v="4109" actId="1076"/>
          <ac:picMkLst>
            <pc:docMk/>
            <pc:sldMk cId="200776739" sldId="455"/>
            <ac:picMk id="5" creationId="{EAA596DD-605E-4784-C6D4-DAB72C22917B}"/>
          </ac:picMkLst>
        </pc:picChg>
        <pc:picChg chg="del">
          <ac:chgData name="Arnaldo Satoru Gunzi" userId="41a30d14-40e4-4cae-bd0a-ce9e51e34c46" providerId="ADAL" clId="{1A7FA593-4647-4952-B59D-B63804FB7D52}" dt="2023-10-06T11:43:45.159" v="3594" actId="478"/>
          <ac:picMkLst>
            <pc:docMk/>
            <pc:sldMk cId="200776739" sldId="455"/>
            <ac:picMk id="6" creationId="{7748B84E-618E-F59C-64D6-A95858F84C13}"/>
          </ac:picMkLst>
        </pc:picChg>
      </pc:sldChg>
      <pc:sldChg chg="add del">
        <pc:chgData name="Arnaldo Satoru Gunzi" userId="41a30d14-40e4-4cae-bd0a-ce9e51e34c46" providerId="ADAL" clId="{1A7FA593-4647-4952-B59D-B63804FB7D52}" dt="2023-10-06T13:51:34.585" v="4602" actId="47"/>
        <pc:sldMkLst>
          <pc:docMk/>
          <pc:sldMk cId="3194483333" sldId="456"/>
        </pc:sldMkLst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3141311297" sldId="457"/>
        </pc:sldMkLst>
        <pc:spChg chg="mod">
          <ac:chgData name="Arnaldo Satoru Gunzi" userId="41a30d14-40e4-4cae-bd0a-ce9e51e34c46" providerId="ADAL" clId="{1A7FA593-4647-4952-B59D-B63804FB7D52}" dt="2023-10-06T13:55:02.030" v="5062" actId="255"/>
          <ac:spMkLst>
            <pc:docMk/>
            <pc:sldMk cId="3141311297" sldId="457"/>
            <ac:spMk id="2" creationId="{52E2F736-C205-54CD-3535-5E4941A9229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141311297" sldId="457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1A7FA593-4647-4952-B59D-B63804FB7D52}" dt="2023-10-06T13:55:14.736" v="5063" actId="20577"/>
          <ac:spMkLst>
            <pc:docMk/>
            <pc:sldMk cId="3141311297" sldId="457"/>
            <ac:spMk id="5" creationId="{B044345E-ADB1-7BBB-4823-28C5D7D7067E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141311297" sldId="457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06T13:58:20.052" v="5230" actId="404"/>
          <ac:spMkLst>
            <pc:docMk/>
            <pc:sldMk cId="3141311297" sldId="457"/>
            <ac:spMk id="8" creationId="{49B3F0B2-2646-8FC4-2355-F10C0D69C3C2}"/>
          </ac:spMkLst>
        </pc:spChg>
        <pc:spChg chg="mod">
          <ac:chgData name="Arnaldo Satoru Gunzi" userId="41a30d14-40e4-4cae-bd0a-ce9e51e34c46" providerId="ADAL" clId="{1A7FA593-4647-4952-B59D-B63804FB7D52}" dt="2023-10-06T13:58:20.052" v="5230" actId="404"/>
          <ac:spMkLst>
            <pc:docMk/>
            <pc:sldMk cId="3141311297" sldId="457"/>
            <ac:spMk id="9" creationId="{BD51B6A5-F1BE-0294-A7BD-E50CF2EF7EA0}"/>
          </ac:spMkLst>
        </pc:spChg>
        <pc:spChg chg="mod">
          <ac:chgData name="Arnaldo Satoru Gunzi" userId="41a30d14-40e4-4cae-bd0a-ce9e51e34c46" providerId="ADAL" clId="{1A7FA593-4647-4952-B59D-B63804FB7D52}" dt="2023-10-06T13:58:20.052" v="5230" actId="404"/>
          <ac:spMkLst>
            <pc:docMk/>
            <pc:sldMk cId="3141311297" sldId="457"/>
            <ac:spMk id="10" creationId="{0F7A29C8-A1DD-47C8-10C0-280D43D16ADA}"/>
          </ac:spMkLst>
        </pc:spChg>
        <pc:spChg chg="mod">
          <ac:chgData name="Arnaldo Satoru Gunzi" userId="41a30d14-40e4-4cae-bd0a-ce9e51e34c46" providerId="ADAL" clId="{1A7FA593-4647-4952-B59D-B63804FB7D52}" dt="2023-10-06T13:58:20.052" v="5230" actId="404"/>
          <ac:spMkLst>
            <pc:docMk/>
            <pc:sldMk cId="3141311297" sldId="457"/>
            <ac:spMk id="11" creationId="{4794E313-A1B4-D708-F2B1-6C6BBE6CC7EC}"/>
          </ac:spMkLst>
        </pc:spChg>
        <pc:grpChg chg="add mod">
          <ac:chgData name="Arnaldo Satoru Gunzi" userId="41a30d14-40e4-4cae-bd0a-ce9e51e34c46" providerId="ADAL" clId="{1A7FA593-4647-4952-B59D-B63804FB7D52}" dt="2023-10-06T13:58:14.311" v="5228" actId="14100"/>
          <ac:grpSpMkLst>
            <pc:docMk/>
            <pc:sldMk cId="3141311297" sldId="457"/>
            <ac:grpSpMk id="6" creationId="{DBCAF0A1-321B-2B86-5422-6074D9322991}"/>
          </ac:grpSpMkLst>
        </pc:grpChg>
        <pc:picChg chg="del">
          <ac:chgData name="Arnaldo Satoru Gunzi" userId="41a30d14-40e4-4cae-bd0a-ce9e51e34c46" providerId="ADAL" clId="{1A7FA593-4647-4952-B59D-B63804FB7D52}" dt="2023-10-06T13:43:59.637" v="4259" actId="478"/>
          <ac:picMkLst>
            <pc:docMk/>
            <pc:sldMk cId="3141311297" sldId="457"/>
            <ac:picMk id="4" creationId="{9DCC2719-EBE7-C90A-D532-BB02BE27F595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2226593243" sldId="458"/>
        </pc:sldMkLst>
        <pc:spChg chg="mod">
          <ac:chgData name="Arnaldo Satoru Gunzi" userId="41a30d14-40e4-4cae-bd0a-ce9e51e34c46" providerId="ADAL" clId="{1A7FA593-4647-4952-B59D-B63804FB7D52}" dt="2023-10-06T13:49:02.255" v="4509" actId="20577"/>
          <ac:spMkLst>
            <pc:docMk/>
            <pc:sldMk cId="2226593243" sldId="458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26593243" sldId="458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26593243" sldId="458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1A7FA593-4647-4952-B59D-B63804FB7D52}" dt="2023-10-06T13:55:40.394" v="5097" actId="1035"/>
          <ac:spMkLst>
            <pc:docMk/>
            <pc:sldMk cId="2226593243" sldId="458"/>
            <ac:spMk id="15" creationId="{60E9BF24-29CE-185D-597C-0FEE0CF43286}"/>
          </ac:spMkLst>
        </pc:spChg>
        <pc:picChg chg="del">
          <ac:chgData name="Arnaldo Satoru Gunzi" userId="41a30d14-40e4-4cae-bd0a-ce9e51e34c46" providerId="ADAL" clId="{1A7FA593-4647-4952-B59D-B63804FB7D52}" dt="2023-10-06T13:49:05.253" v="4510" actId="478"/>
          <ac:picMkLst>
            <pc:docMk/>
            <pc:sldMk cId="2226593243" sldId="458"/>
            <ac:picMk id="2" creationId="{4A7BE2A1-4604-5517-75E8-58C5FA1DAC2C}"/>
          </ac:picMkLst>
        </pc:picChg>
        <pc:picChg chg="del">
          <ac:chgData name="Arnaldo Satoru Gunzi" userId="41a30d14-40e4-4cae-bd0a-ce9e51e34c46" providerId="ADAL" clId="{1A7FA593-4647-4952-B59D-B63804FB7D52}" dt="2023-10-06T13:49:05.253" v="4510" actId="478"/>
          <ac:picMkLst>
            <pc:docMk/>
            <pc:sldMk cId="2226593243" sldId="458"/>
            <ac:picMk id="5" creationId="{B0704A49-C74B-CC80-17F3-224B030E7192}"/>
          </ac:picMkLst>
        </pc:picChg>
        <pc:picChg chg="del">
          <ac:chgData name="Arnaldo Satoru Gunzi" userId="41a30d14-40e4-4cae-bd0a-ce9e51e34c46" providerId="ADAL" clId="{1A7FA593-4647-4952-B59D-B63804FB7D52}" dt="2023-10-06T13:49:05.253" v="4510" actId="478"/>
          <ac:picMkLst>
            <pc:docMk/>
            <pc:sldMk cId="2226593243" sldId="458"/>
            <ac:picMk id="6" creationId="{F65A1BF3-7326-5246-F3DD-B363F76EE3C0}"/>
          </ac:picMkLst>
        </pc:picChg>
        <pc:picChg chg="del">
          <ac:chgData name="Arnaldo Satoru Gunzi" userId="41a30d14-40e4-4cae-bd0a-ce9e51e34c46" providerId="ADAL" clId="{1A7FA593-4647-4952-B59D-B63804FB7D52}" dt="2023-10-06T13:49:05.253" v="4510" actId="478"/>
          <ac:picMkLst>
            <pc:docMk/>
            <pc:sldMk cId="2226593243" sldId="458"/>
            <ac:picMk id="9" creationId="{CCD42255-960A-17E4-465B-7871339D67B9}"/>
          </ac:picMkLst>
        </pc:picChg>
        <pc:picChg chg="del">
          <ac:chgData name="Arnaldo Satoru Gunzi" userId="41a30d14-40e4-4cae-bd0a-ce9e51e34c46" providerId="ADAL" clId="{1A7FA593-4647-4952-B59D-B63804FB7D52}" dt="2023-10-06T13:49:05.253" v="4510" actId="478"/>
          <ac:picMkLst>
            <pc:docMk/>
            <pc:sldMk cId="2226593243" sldId="458"/>
            <ac:picMk id="10" creationId="{DE0BBA4E-AE24-E1A7-9294-F7065334BF45}"/>
          </ac:picMkLst>
        </pc:picChg>
        <pc:picChg chg="del">
          <ac:chgData name="Arnaldo Satoru Gunzi" userId="41a30d14-40e4-4cae-bd0a-ce9e51e34c46" providerId="ADAL" clId="{1A7FA593-4647-4952-B59D-B63804FB7D52}" dt="2023-10-06T13:49:05.253" v="4510" actId="478"/>
          <ac:picMkLst>
            <pc:docMk/>
            <pc:sldMk cId="2226593243" sldId="458"/>
            <ac:picMk id="11" creationId="{4520FA45-2058-90C9-23F2-7BA37CDABB66}"/>
          </ac:picMkLst>
        </pc:picChg>
        <pc:picChg chg="del">
          <ac:chgData name="Arnaldo Satoru Gunzi" userId="41a30d14-40e4-4cae-bd0a-ce9e51e34c46" providerId="ADAL" clId="{1A7FA593-4647-4952-B59D-B63804FB7D52}" dt="2023-10-06T13:49:06.858" v="4511" actId="478"/>
          <ac:picMkLst>
            <pc:docMk/>
            <pc:sldMk cId="2226593243" sldId="458"/>
            <ac:picMk id="12" creationId="{7FEC8E3C-7661-DF50-5B93-92FF52DBF764}"/>
          </ac:picMkLst>
        </pc:picChg>
        <pc:picChg chg="add mod">
          <ac:chgData name="Arnaldo Satoru Gunzi" userId="41a30d14-40e4-4cae-bd0a-ce9e51e34c46" providerId="ADAL" clId="{1A7FA593-4647-4952-B59D-B63804FB7D52}" dt="2023-10-06T13:51:19.868" v="4599" actId="1076"/>
          <ac:picMkLst>
            <pc:docMk/>
            <pc:sldMk cId="2226593243" sldId="458"/>
            <ac:picMk id="13" creationId="{BD3EA8C5-0D24-78DD-6EEC-FB2A09078825}"/>
          </ac:picMkLst>
        </pc:picChg>
        <pc:picChg chg="del">
          <ac:chgData name="Arnaldo Satoru Gunzi" userId="41a30d14-40e4-4cae-bd0a-ce9e51e34c46" providerId="ADAL" clId="{1A7FA593-4647-4952-B59D-B63804FB7D52}" dt="2023-10-06T13:49:05.253" v="4510" actId="478"/>
          <ac:picMkLst>
            <pc:docMk/>
            <pc:sldMk cId="2226593243" sldId="458"/>
            <ac:picMk id="14" creationId="{E0FE3B94-4F40-1C3F-04B5-126F6A9AEA0D}"/>
          </ac:picMkLst>
        </pc:picChg>
        <pc:picChg chg="add mod modCrop">
          <ac:chgData name="Arnaldo Satoru Gunzi" userId="41a30d14-40e4-4cae-bd0a-ce9e51e34c46" providerId="ADAL" clId="{1A7FA593-4647-4952-B59D-B63804FB7D52}" dt="2023-10-06T13:51:17.175" v="4598" actId="14100"/>
          <ac:picMkLst>
            <pc:docMk/>
            <pc:sldMk cId="2226593243" sldId="458"/>
            <ac:picMk id="17" creationId="{58C29891-4738-5474-D131-48B98BEF2AC4}"/>
          </ac:picMkLst>
        </pc:picChg>
      </pc:sldChg>
      <pc:sldChg chg="add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900569430" sldId="459"/>
        </pc:sldMkLst>
        <pc:spChg chg="add mod">
          <ac:chgData name="Arnaldo Satoru Gunzi" userId="41a30d14-40e4-4cae-bd0a-ce9e51e34c46" providerId="ADAL" clId="{1A7FA593-4647-4952-B59D-B63804FB7D52}" dt="2023-10-06T17:54:06.038" v="7488" actId="20577"/>
          <ac:spMkLst>
            <pc:docMk/>
            <pc:sldMk cId="900569430" sldId="459"/>
            <ac:spMk id="2" creationId="{147F71E8-D565-7723-4BBE-4FCFF403582A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00569430" sldId="459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00569430" sldId="459"/>
            <ac:spMk id="7" creationId="{00000000-0000-0000-0000-000000000000}"/>
          </ac:spMkLst>
        </pc:spChg>
      </pc:sldChg>
      <pc:sldChg chg="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3250060076" sldId="46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250060076" sldId="460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250060076" sldId="460"/>
            <ac:spMk id="7" creationId="{00000000-0000-0000-0000-000000000000}"/>
          </ac:spMkLst>
        </pc:spChg>
      </pc:sldChg>
      <pc:sldChg chg="modSp add mod">
        <pc:chgData name="Arnaldo Satoru Gunzi" userId="41a30d14-40e4-4cae-bd0a-ce9e51e34c46" providerId="ADAL" clId="{1A7FA593-4647-4952-B59D-B63804FB7D52}" dt="2023-10-10T19:14:13.357" v="7864" actId="20577"/>
        <pc:sldMkLst>
          <pc:docMk/>
          <pc:sldMk cId="2954036848" sldId="461"/>
        </pc:sldMkLst>
        <pc:spChg chg="mod">
          <ac:chgData name="Arnaldo Satoru Gunzi" userId="41a30d14-40e4-4cae-bd0a-ce9e51e34c46" providerId="ADAL" clId="{1A7FA593-4647-4952-B59D-B63804FB7D52}" dt="2023-10-10T19:14:13.357" v="7864" actId="20577"/>
          <ac:spMkLst>
            <pc:docMk/>
            <pc:sldMk cId="2954036848" sldId="461"/>
            <ac:spMk id="2" creationId="{B8304D8B-CBCB-F7BB-C3B6-1A4432DA5EEF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54036848" sldId="461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54036848" sldId="461"/>
            <ac:spMk id="7" creationId="{00000000-0000-0000-0000-000000000000}"/>
          </ac:spMkLst>
        </pc:sp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3378525813" sldId="462"/>
        </pc:sldMkLst>
        <pc:spChg chg="mod">
          <ac:chgData name="Arnaldo Satoru Gunzi" userId="41a30d14-40e4-4cae-bd0a-ce9e51e34c46" providerId="ADAL" clId="{1A7FA593-4647-4952-B59D-B63804FB7D52}" dt="2023-10-06T17:36:57.596" v="5576" actId="20577"/>
          <ac:spMkLst>
            <pc:docMk/>
            <pc:sldMk cId="3378525813" sldId="462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378525813" sldId="462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1A7FA593-4647-4952-B59D-B63804FB7D52}" dt="2023-10-06T17:37:30.424" v="5616" actId="1035"/>
          <ac:spMkLst>
            <pc:docMk/>
            <pc:sldMk cId="3378525813" sldId="462"/>
            <ac:spMk id="4" creationId="{179A3AA3-48B7-B108-EB3D-07255F0690BF}"/>
          </ac:spMkLst>
        </pc:spChg>
        <pc:spChg chg="mod">
          <ac:chgData name="Arnaldo Satoru Gunzi" userId="41a30d14-40e4-4cae-bd0a-ce9e51e34c46" providerId="ADAL" clId="{1A7FA593-4647-4952-B59D-B63804FB7D52}" dt="2023-10-06T17:37:30.424" v="5616" actId="1035"/>
          <ac:spMkLst>
            <pc:docMk/>
            <pc:sldMk cId="3378525813" sldId="462"/>
            <ac:spMk id="6" creationId="{C30994CC-7720-A2C1-9D1F-BB8146502FE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378525813" sldId="462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1A7FA593-4647-4952-B59D-B63804FB7D52}" dt="2023-10-06T17:37:23.744" v="5604" actId="14100"/>
          <ac:spMkLst>
            <pc:docMk/>
            <pc:sldMk cId="3378525813" sldId="462"/>
            <ac:spMk id="8" creationId="{DA225EDB-9790-2EB9-EFAB-B3E916238792}"/>
          </ac:spMkLst>
        </pc:spChg>
        <pc:spChg chg="add mod">
          <ac:chgData name="Arnaldo Satoru Gunzi" userId="41a30d14-40e4-4cae-bd0a-ce9e51e34c46" providerId="ADAL" clId="{1A7FA593-4647-4952-B59D-B63804FB7D52}" dt="2023-10-06T17:37:37.268" v="5619" actId="1076"/>
          <ac:spMkLst>
            <pc:docMk/>
            <pc:sldMk cId="3378525813" sldId="462"/>
            <ac:spMk id="11" creationId="{0C60271E-60B0-E94B-BC71-ECF633FBB161}"/>
          </ac:spMkLst>
        </pc:spChg>
        <pc:spChg chg="add mod">
          <ac:chgData name="Arnaldo Satoru Gunzi" userId="41a30d14-40e4-4cae-bd0a-ce9e51e34c46" providerId="ADAL" clId="{1A7FA593-4647-4952-B59D-B63804FB7D52}" dt="2023-10-06T17:37:41.141" v="5620" actId="1076"/>
          <ac:spMkLst>
            <pc:docMk/>
            <pc:sldMk cId="3378525813" sldId="462"/>
            <ac:spMk id="12" creationId="{531E9198-7F4D-7DC7-3227-D70415980ADE}"/>
          </ac:spMkLst>
        </pc:spChg>
        <pc:spChg chg="add mod">
          <ac:chgData name="Arnaldo Satoru Gunzi" userId="41a30d14-40e4-4cae-bd0a-ce9e51e34c46" providerId="ADAL" clId="{1A7FA593-4647-4952-B59D-B63804FB7D52}" dt="2023-10-06T17:37:46.198" v="5624" actId="1076"/>
          <ac:spMkLst>
            <pc:docMk/>
            <pc:sldMk cId="3378525813" sldId="462"/>
            <ac:spMk id="13" creationId="{7C60299C-1F6E-BEA3-F294-ADD80CD7FABA}"/>
          </ac:spMkLst>
        </pc:spChg>
        <pc:picChg chg="mod">
          <ac:chgData name="Arnaldo Satoru Gunzi" userId="41a30d14-40e4-4cae-bd0a-ce9e51e34c46" providerId="ADAL" clId="{1A7FA593-4647-4952-B59D-B63804FB7D52}" dt="2023-10-06T17:37:30.424" v="5616" actId="1035"/>
          <ac:picMkLst>
            <pc:docMk/>
            <pc:sldMk cId="3378525813" sldId="462"/>
            <ac:picMk id="5" creationId="{DC3580C2-6D48-18C7-57C1-DB6CC3F60ED9}"/>
          </ac:picMkLst>
        </pc:picChg>
        <pc:picChg chg="add del mod">
          <ac:chgData name="Arnaldo Satoru Gunzi" userId="41a30d14-40e4-4cae-bd0a-ce9e51e34c46" providerId="ADAL" clId="{1A7FA593-4647-4952-B59D-B63804FB7D52}" dt="2023-10-06T17:37:33.493" v="5617" actId="478"/>
          <ac:picMkLst>
            <pc:docMk/>
            <pc:sldMk cId="3378525813" sldId="462"/>
            <ac:picMk id="9" creationId="{208EFDE1-9E44-A709-8A03-DA52442E5BEA}"/>
          </ac:picMkLst>
        </pc:picChg>
        <pc:picChg chg="add mod">
          <ac:chgData name="Arnaldo Satoru Gunzi" userId="41a30d14-40e4-4cae-bd0a-ce9e51e34c46" providerId="ADAL" clId="{1A7FA593-4647-4952-B59D-B63804FB7D52}" dt="2023-10-06T17:37:43.406" v="5623" actId="1076"/>
          <ac:picMkLst>
            <pc:docMk/>
            <pc:sldMk cId="3378525813" sldId="462"/>
            <ac:picMk id="10" creationId="{AEF1CB00-C726-05BB-6E4B-7D6F012542BA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422595508" sldId="463"/>
        </pc:sldMkLst>
        <pc:spChg chg="mod">
          <ac:chgData name="Arnaldo Satoru Gunzi" userId="41a30d14-40e4-4cae-bd0a-ce9e51e34c46" providerId="ADAL" clId="{1A7FA593-4647-4952-B59D-B63804FB7D52}" dt="2023-10-06T17:38:18.167" v="5747" actId="20577"/>
          <ac:spMkLst>
            <pc:docMk/>
            <pc:sldMk cId="422595508" sldId="463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2595508" sldId="463"/>
            <ac:spMk id="3" creationId="{6711D756-6641-F254-AADE-C1765DE7D80C}"/>
          </ac:spMkLst>
        </pc:spChg>
        <pc:spChg chg="del">
          <ac:chgData name="Arnaldo Satoru Gunzi" userId="41a30d14-40e4-4cae-bd0a-ce9e51e34c46" providerId="ADAL" clId="{1A7FA593-4647-4952-B59D-B63804FB7D52}" dt="2023-10-06T17:38:38.724" v="5750" actId="478"/>
          <ac:spMkLst>
            <pc:docMk/>
            <pc:sldMk cId="422595508" sldId="463"/>
            <ac:spMk id="6" creationId="{C30994CC-7720-A2C1-9D1F-BB8146502FE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22595508" sldId="463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1A7FA593-4647-4952-B59D-B63804FB7D52}" dt="2023-10-06T17:39:32.963" v="5810" actId="1076"/>
          <ac:spMkLst>
            <pc:docMk/>
            <pc:sldMk cId="422595508" sldId="463"/>
            <ac:spMk id="8" creationId="{89D6F1FA-A911-5C5B-1F2A-E592962A5870}"/>
          </ac:spMkLst>
        </pc:spChg>
        <pc:spChg chg="add mod">
          <ac:chgData name="Arnaldo Satoru Gunzi" userId="41a30d14-40e4-4cae-bd0a-ce9e51e34c46" providerId="ADAL" clId="{1A7FA593-4647-4952-B59D-B63804FB7D52}" dt="2023-10-06T17:39:32.963" v="5810" actId="1076"/>
          <ac:spMkLst>
            <pc:docMk/>
            <pc:sldMk cId="422595508" sldId="463"/>
            <ac:spMk id="10" creationId="{92087741-6818-F686-FC02-4FB3BC9ED65D}"/>
          </ac:spMkLst>
        </pc:spChg>
        <pc:spChg chg="add mod">
          <ac:chgData name="Arnaldo Satoru Gunzi" userId="41a30d14-40e4-4cae-bd0a-ce9e51e34c46" providerId="ADAL" clId="{1A7FA593-4647-4952-B59D-B63804FB7D52}" dt="2023-10-06T17:39:50.650" v="5860" actId="20577"/>
          <ac:spMkLst>
            <pc:docMk/>
            <pc:sldMk cId="422595508" sldId="463"/>
            <ac:spMk id="11" creationId="{7FBE07E2-AD0D-D92F-D5E7-AFF16B65F848}"/>
          </ac:spMkLst>
        </pc:spChg>
        <pc:picChg chg="add mod">
          <ac:chgData name="Arnaldo Satoru Gunzi" userId="41a30d14-40e4-4cae-bd0a-ce9e51e34c46" providerId="ADAL" clId="{1A7FA593-4647-4952-B59D-B63804FB7D52}" dt="2023-10-06T17:39:32.963" v="5810" actId="1076"/>
          <ac:picMkLst>
            <pc:docMk/>
            <pc:sldMk cId="422595508" sldId="463"/>
            <ac:picMk id="4" creationId="{51D29453-414C-73C4-C10D-848ACAE41126}"/>
          </ac:picMkLst>
        </pc:picChg>
        <pc:picChg chg="del">
          <ac:chgData name="Arnaldo Satoru Gunzi" userId="41a30d14-40e4-4cae-bd0a-ce9e51e34c46" providerId="ADAL" clId="{1A7FA593-4647-4952-B59D-B63804FB7D52}" dt="2023-10-06T17:38:36.687" v="5748" actId="478"/>
          <ac:picMkLst>
            <pc:docMk/>
            <pc:sldMk cId="422595508" sldId="463"/>
            <ac:picMk id="5" creationId="{DC3580C2-6D48-18C7-57C1-DB6CC3F60ED9}"/>
          </ac:picMkLst>
        </pc:picChg>
        <pc:picChg chg="add mod">
          <ac:chgData name="Arnaldo Satoru Gunzi" userId="41a30d14-40e4-4cae-bd0a-ce9e51e34c46" providerId="ADAL" clId="{1A7FA593-4647-4952-B59D-B63804FB7D52}" dt="2023-10-06T17:39:32.963" v="5810" actId="1076"/>
          <ac:picMkLst>
            <pc:docMk/>
            <pc:sldMk cId="422595508" sldId="463"/>
            <ac:picMk id="9" creationId="{2B4EB215-877C-8102-2FFA-9018FE7ABC92}"/>
          </ac:picMkLst>
        </pc:picChg>
      </pc:sldChg>
      <pc:sldChg chg="add del">
        <pc:chgData name="Arnaldo Satoru Gunzi" userId="41a30d14-40e4-4cae-bd0a-ce9e51e34c46" providerId="ADAL" clId="{1A7FA593-4647-4952-B59D-B63804FB7D52}" dt="2023-10-06T17:37:48.807" v="5626"/>
        <pc:sldMkLst>
          <pc:docMk/>
          <pc:sldMk cId="532626853" sldId="463"/>
        </pc:sldMkLst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4186042533" sldId="464"/>
        </pc:sldMkLst>
        <pc:spChg chg="mod">
          <ac:chgData name="Arnaldo Satoru Gunzi" userId="41a30d14-40e4-4cae-bd0a-ce9e51e34c46" providerId="ADAL" clId="{1A7FA593-4647-4952-B59D-B63804FB7D52}" dt="2023-10-06T17:47:55.748" v="6962" actId="20577"/>
          <ac:spMkLst>
            <pc:docMk/>
            <pc:sldMk cId="4186042533" sldId="464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86042533" sldId="464"/>
            <ac:spMk id="3" creationId="{6711D756-6641-F254-AADE-C1765DE7D80C}"/>
          </ac:spMkLst>
        </pc:spChg>
        <pc:spChg chg="add del mod">
          <ac:chgData name="Arnaldo Satoru Gunzi" userId="41a30d14-40e4-4cae-bd0a-ce9e51e34c46" providerId="ADAL" clId="{1A7FA593-4647-4952-B59D-B63804FB7D52}" dt="2023-10-06T17:46:07.265" v="6622" actId="478"/>
          <ac:spMkLst>
            <pc:docMk/>
            <pc:sldMk cId="4186042533" sldId="464"/>
            <ac:spMk id="6" creationId="{2A804047-E202-2E25-07C8-70C7F391D8C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186042533" sldId="464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1A7FA593-4647-4952-B59D-B63804FB7D52}" dt="2023-10-06T17:41:04.317" v="5989" actId="478"/>
          <ac:spMkLst>
            <pc:docMk/>
            <pc:sldMk cId="4186042533" sldId="464"/>
            <ac:spMk id="8" creationId="{89D6F1FA-A911-5C5B-1F2A-E592962A5870}"/>
          </ac:spMkLst>
        </pc:spChg>
        <pc:spChg chg="del">
          <ac:chgData name="Arnaldo Satoru Gunzi" userId="41a30d14-40e4-4cae-bd0a-ce9e51e34c46" providerId="ADAL" clId="{1A7FA593-4647-4952-B59D-B63804FB7D52}" dt="2023-10-06T17:41:06.185" v="5990" actId="478"/>
          <ac:spMkLst>
            <pc:docMk/>
            <pc:sldMk cId="4186042533" sldId="464"/>
            <ac:spMk id="10" creationId="{92087741-6818-F686-FC02-4FB3BC9ED65D}"/>
          </ac:spMkLst>
        </pc:spChg>
        <pc:spChg chg="del">
          <ac:chgData name="Arnaldo Satoru Gunzi" userId="41a30d14-40e4-4cae-bd0a-ce9e51e34c46" providerId="ADAL" clId="{1A7FA593-4647-4952-B59D-B63804FB7D52}" dt="2023-10-06T17:41:29.131" v="6087" actId="478"/>
          <ac:spMkLst>
            <pc:docMk/>
            <pc:sldMk cId="4186042533" sldId="464"/>
            <ac:spMk id="11" creationId="{7FBE07E2-AD0D-D92F-D5E7-AFF16B65F848}"/>
          </ac:spMkLst>
        </pc:spChg>
        <pc:spChg chg="add mod">
          <ac:chgData name="Arnaldo Satoru Gunzi" userId="41a30d14-40e4-4cae-bd0a-ce9e51e34c46" providerId="ADAL" clId="{1A7FA593-4647-4952-B59D-B63804FB7D52}" dt="2023-10-06T17:48:11.026" v="6969" actId="208"/>
          <ac:spMkLst>
            <pc:docMk/>
            <pc:sldMk cId="4186042533" sldId="464"/>
            <ac:spMk id="12" creationId="{0613ADB8-43EC-E8E6-5DAF-21E88CDA09E6}"/>
          </ac:spMkLst>
        </pc:spChg>
        <pc:spChg chg="add mod">
          <ac:chgData name="Arnaldo Satoru Gunzi" userId="41a30d14-40e4-4cae-bd0a-ce9e51e34c46" providerId="ADAL" clId="{1A7FA593-4647-4952-B59D-B63804FB7D52}" dt="2023-10-06T17:48:20.980" v="6972" actId="14100"/>
          <ac:spMkLst>
            <pc:docMk/>
            <pc:sldMk cId="4186042533" sldId="464"/>
            <ac:spMk id="13" creationId="{A55DE08E-2E3A-1AC2-C69B-2B53098D7CAD}"/>
          </ac:spMkLst>
        </pc:spChg>
        <pc:spChg chg="add mod">
          <ac:chgData name="Arnaldo Satoru Gunzi" userId="41a30d14-40e4-4cae-bd0a-ce9e51e34c46" providerId="ADAL" clId="{1A7FA593-4647-4952-B59D-B63804FB7D52}" dt="2023-10-06T17:49:10.094" v="7001" actId="20577"/>
          <ac:spMkLst>
            <pc:docMk/>
            <pc:sldMk cId="4186042533" sldId="464"/>
            <ac:spMk id="14" creationId="{7DC6D9C8-5FAF-A52A-F49A-3CFAF1C00E12}"/>
          </ac:spMkLst>
        </pc:spChg>
        <pc:picChg chg="del">
          <ac:chgData name="Arnaldo Satoru Gunzi" userId="41a30d14-40e4-4cae-bd0a-ce9e51e34c46" providerId="ADAL" clId="{1A7FA593-4647-4952-B59D-B63804FB7D52}" dt="2023-10-06T17:41:06.185" v="5990" actId="478"/>
          <ac:picMkLst>
            <pc:docMk/>
            <pc:sldMk cId="4186042533" sldId="464"/>
            <ac:picMk id="4" creationId="{51D29453-414C-73C4-C10D-848ACAE41126}"/>
          </ac:picMkLst>
        </pc:picChg>
        <pc:picChg chg="add mod">
          <ac:chgData name="Arnaldo Satoru Gunzi" userId="41a30d14-40e4-4cae-bd0a-ce9e51e34c46" providerId="ADAL" clId="{1A7FA593-4647-4952-B59D-B63804FB7D52}" dt="2023-10-06T17:47:57.959" v="6963" actId="1076"/>
          <ac:picMkLst>
            <pc:docMk/>
            <pc:sldMk cId="4186042533" sldId="464"/>
            <ac:picMk id="5" creationId="{FA7252A0-D2CA-6DA7-F819-F2125C6136E1}"/>
          </ac:picMkLst>
        </pc:picChg>
        <pc:picChg chg="del">
          <ac:chgData name="Arnaldo Satoru Gunzi" userId="41a30d14-40e4-4cae-bd0a-ce9e51e34c46" providerId="ADAL" clId="{1A7FA593-4647-4952-B59D-B63804FB7D52}" dt="2023-10-06T17:41:04.317" v="5989" actId="478"/>
          <ac:picMkLst>
            <pc:docMk/>
            <pc:sldMk cId="4186042533" sldId="464"/>
            <ac:picMk id="9" creationId="{2B4EB215-877C-8102-2FFA-9018FE7ABC92}"/>
          </ac:picMkLst>
        </pc:picChg>
      </pc:sldChg>
      <pc:sldChg chg="addSp delSp modSp add mod ord">
        <pc:chgData name="Arnaldo Satoru Gunzi" userId="41a30d14-40e4-4cae-bd0a-ce9e51e34c46" providerId="ADAL" clId="{1A7FA593-4647-4952-B59D-B63804FB7D52}" dt="2023-10-10T14:44:10.020" v="7828"/>
        <pc:sldMkLst>
          <pc:docMk/>
          <pc:sldMk cId="98816571" sldId="465"/>
        </pc:sldMkLst>
        <pc:spChg chg="mod">
          <ac:chgData name="Arnaldo Satoru Gunzi" userId="41a30d14-40e4-4cae-bd0a-ce9e51e34c46" providerId="ADAL" clId="{1A7FA593-4647-4952-B59D-B63804FB7D52}" dt="2023-10-06T17:45:17.594" v="6534" actId="20577"/>
          <ac:spMkLst>
            <pc:docMk/>
            <pc:sldMk cId="98816571" sldId="465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8816571" sldId="465"/>
            <ac:spMk id="3" creationId="{6711D756-6641-F254-AADE-C1765DE7D80C}"/>
          </ac:spMkLst>
        </pc:spChg>
        <pc:spChg chg="del">
          <ac:chgData name="Arnaldo Satoru Gunzi" userId="41a30d14-40e4-4cae-bd0a-ce9e51e34c46" providerId="ADAL" clId="{1A7FA593-4647-4952-B59D-B63804FB7D52}" dt="2023-10-06T17:44:09.018" v="6528" actId="478"/>
          <ac:spMkLst>
            <pc:docMk/>
            <pc:sldMk cId="98816571" sldId="465"/>
            <ac:spMk id="6" creationId="{2A804047-E202-2E25-07C8-70C7F391D8CD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8816571" sldId="465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1A7FA593-4647-4952-B59D-B63804FB7D52}" dt="2023-10-06T17:44:07.057" v="6527" actId="478"/>
          <ac:picMkLst>
            <pc:docMk/>
            <pc:sldMk cId="98816571" sldId="465"/>
            <ac:picMk id="5" creationId="{FA7252A0-D2CA-6DA7-F819-F2125C6136E1}"/>
          </ac:picMkLst>
        </pc:picChg>
        <pc:picChg chg="add mod">
          <ac:chgData name="Arnaldo Satoru Gunzi" userId="41a30d14-40e4-4cae-bd0a-ce9e51e34c46" providerId="ADAL" clId="{1A7FA593-4647-4952-B59D-B63804FB7D52}" dt="2023-10-06T17:45:15.899" v="6532" actId="1076"/>
          <ac:picMkLst>
            <pc:docMk/>
            <pc:sldMk cId="98816571" sldId="465"/>
            <ac:picMk id="8" creationId="{B79B5E45-BEDE-E135-011A-F5A5E350245B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2921115787" sldId="466"/>
        </pc:sldMkLst>
        <pc:spChg chg="del">
          <ac:chgData name="Arnaldo Satoru Gunzi" userId="41a30d14-40e4-4cae-bd0a-ce9e51e34c46" providerId="ADAL" clId="{1A7FA593-4647-4952-B59D-B63804FB7D52}" dt="2023-10-06T17:49:18.785" v="7004" actId="478"/>
          <ac:spMkLst>
            <pc:docMk/>
            <pc:sldMk cId="2921115787" sldId="466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21115787" sldId="466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1A7FA593-4647-4952-B59D-B63804FB7D52}" dt="2023-10-06T17:49:58.030" v="7042" actId="1076"/>
          <ac:spMkLst>
            <pc:docMk/>
            <pc:sldMk cId="2921115787" sldId="466"/>
            <ac:spMk id="6" creationId="{B29A877E-60E9-2521-8AC3-CBE68A1BD6B3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921115787" sldId="466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1A7FA593-4647-4952-B59D-B63804FB7D52}" dt="2023-10-06T17:50:01.027" v="7043" actId="1076"/>
          <ac:spMkLst>
            <pc:docMk/>
            <pc:sldMk cId="2921115787" sldId="466"/>
            <ac:spMk id="8" creationId="{43421BD4-3CBB-C949-1D5D-ABFD6EFFC9E7}"/>
          </ac:spMkLst>
        </pc:spChg>
        <pc:spChg chg="add mod">
          <ac:chgData name="Arnaldo Satoru Gunzi" userId="41a30d14-40e4-4cae-bd0a-ce9e51e34c46" providerId="ADAL" clId="{1A7FA593-4647-4952-B59D-B63804FB7D52}" dt="2023-10-06T17:50:13.442" v="7072" actId="113"/>
          <ac:spMkLst>
            <pc:docMk/>
            <pc:sldMk cId="2921115787" sldId="466"/>
            <ac:spMk id="9" creationId="{33D74579-DA7C-9F71-F2B2-077F80A5329B}"/>
          </ac:spMkLst>
        </pc:spChg>
        <pc:spChg chg="mod">
          <ac:chgData name="Arnaldo Satoru Gunzi" userId="41a30d14-40e4-4cae-bd0a-ce9e51e34c46" providerId="ADAL" clId="{1A7FA593-4647-4952-B59D-B63804FB7D52}" dt="2023-10-06T17:49:26.335" v="7010" actId="1036"/>
          <ac:spMkLst>
            <pc:docMk/>
            <pc:sldMk cId="2921115787" sldId="466"/>
            <ac:spMk id="12" creationId="{0613ADB8-43EC-E8E6-5DAF-21E88CDA09E6}"/>
          </ac:spMkLst>
        </pc:spChg>
        <pc:spChg chg="mod">
          <ac:chgData name="Arnaldo Satoru Gunzi" userId="41a30d14-40e4-4cae-bd0a-ce9e51e34c46" providerId="ADAL" clId="{1A7FA593-4647-4952-B59D-B63804FB7D52}" dt="2023-10-06T17:49:28.769" v="7011" actId="1076"/>
          <ac:spMkLst>
            <pc:docMk/>
            <pc:sldMk cId="2921115787" sldId="466"/>
            <ac:spMk id="13" creationId="{A55DE08E-2E3A-1AC2-C69B-2B53098D7CAD}"/>
          </ac:spMkLst>
        </pc:spChg>
        <pc:spChg chg="mod">
          <ac:chgData name="Arnaldo Satoru Gunzi" userId="41a30d14-40e4-4cae-bd0a-ce9e51e34c46" providerId="ADAL" clId="{1A7FA593-4647-4952-B59D-B63804FB7D52}" dt="2023-10-06T17:49:43.295" v="7037" actId="14100"/>
          <ac:spMkLst>
            <pc:docMk/>
            <pc:sldMk cId="2921115787" sldId="466"/>
            <ac:spMk id="14" creationId="{7DC6D9C8-5FAF-A52A-F49A-3CFAF1C00E12}"/>
          </ac:spMkLst>
        </pc:spChg>
        <pc:picChg chg="add mod">
          <ac:chgData name="Arnaldo Satoru Gunzi" userId="41a30d14-40e4-4cae-bd0a-ce9e51e34c46" providerId="ADAL" clId="{1A7FA593-4647-4952-B59D-B63804FB7D52}" dt="2023-10-06T17:49:53.420" v="7041" actId="1076"/>
          <ac:picMkLst>
            <pc:docMk/>
            <pc:sldMk cId="2921115787" sldId="466"/>
            <ac:picMk id="4" creationId="{72570108-A07D-8E87-7D61-5720F47C3037}"/>
          </ac:picMkLst>
        </pc:picChg>
        <pc:picChg chg="mod">
          <ac:chgData name="Arnaldo Satoru Gunzi" userId="41a30d14-40e4-4cae-bd0a-ce9e51e34c46" providerId="ADAL" clId="{1A7FA593-4647-4952-B59D-B63804FB7D52}" dt="2023-10-06T17:49:46.622" v="7039" actId="1076"/>
          <ac:picMkLst>
            <pc:docMk/>
            <pc:sldMk cId="2921115787" sldId="466"/>
            <ac:picMk id="5" creationId="{FA7252A0-D2CA-6DA7-F819-F2125C6136E1}"/>
          </ac:picMkLst>
        </pc:picChg>
      </pc:sldChg>
      <pc:sldChg chg="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3022940940" sldId="467"/>
        </pc:sldMkLst>
        <pc:spChg chg="mod">
          <ac:chgData name="Arnaldo Satoru Gunzi" userId="41a30d14-40e4-4cae-bd0a-ce9e51e34c46" providerId="ADAL" clId="{1A7FA593-4647-4952-B59D-B63804FB7D52}" dt="2023-10-06T17:53:07.467" v="7442" actId="20577"/>
          <ac:spMkLst>
            <pc:docMk/>
            <pc:sldMk cId="3022940940" sldId="467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22940940" sldId="467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22940940" sldId="467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1A7FA593-4647-4952-B59D-B63804FB7D52}" dt="2023-10-06T17:50:59.299" v="7147" actId="478"/>
          <ac:spMkLst>
            <pc:docMk/>
            <pc:sldMk cId="3022940940" sldId="467"/>
            <ac:spMk id="12" creationId="{0613ADB8-43EC-E8E6-5DAF-21E88CDA09E6}"/>
          </ac:spMkLst>
        </pc:spChg>
        <pc:spChg chg="del">
          <ac:chgData name="Arnaldo Satoru Gunzi" userId="41a30d14-40e4-4cae-bd0a-ce9e51e34c46" providerId="ADAL" clId="{1A7FA593-4647-4952-B59D-B63804FB7D52}" dt="2023-10-06T17:50:59.299" v="7147" actId="478"/>
          <ac:spMkLst>
            <pc:docMk/>
            <pc:sldMk cId="3022940940" sldId="467"/>
            <ac:spMk id="13" creationId="{A55DE08E-2E3A-1AC2-C69B-2B53098D7CAD}"/>
          </ac:spMkLst>
        </pc:spChg>
        <pc:spChg chg="del">
          <ac:chgData name="Arnaldo Satoru Gunzi" userId="41a30d14-40e4-4cae-bd0a-ce9e51e34c46" providerId="ADAL" clId="{1A7FA593-4647-4952-B59D-B63804FB7D52}" dt="2023-10-06T17:50:55.541" v="7145" actId="478"/>
          <ac:spMkLst>
            <pc:docMk/>
            <pc:sldMk cId="3022940940" sldId="467"/>
            <ac:spMk id="14" creationId="{7DC6D9C8-5FAF-A52A-F49A-3CFAF1C00E12}"/>
          </ac:spMkLst>
        </pc:spChg>
        <pc:picChg chg="del">
          <ac:chgData name="Arnaldo Satoru Gunzi" userId="41a30d14-40e4-4cae-bd0a-ce9e51e34c46" providerId="ADAL" clId="{1A7FA593-4647-4952-B59D-B63804FB7D52}" dt="2023-10-06T17:50:57.119" v="7146" actId="478"/>
          <ac:picMkLst>
            <pc:docMk/>
            <pc:sldMk cId="3022940940" sldId="467"/>
            <ac:picMk id="5" creationId="{FA7252A0-D2CA-6DA7-F819-F2125C6136E1}"/>
          </ac:picMkLst>
        </pc:pic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992032731" sldId="46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92032731" sldId="468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992032731" sldId="46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551399846" sldId="46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551399846" sldId="469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551399846" sldId="46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197414684" sldId="47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197414684" sldId="470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197414684" sldId="47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967966094" sldId="47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67966094" sldId="471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67966094" sldId="47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570233113" sldId="47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570233113" sldId="472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570233113" sldId="47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913723425" sldId="47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13723425" sldId="474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13723425" sldId="47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474270861" sldId="47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74270861" sldId="475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74270861" sldId="47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0876491" sldId="47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0876491" sldId="476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0876491" sldId="47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963122703" sldId="47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63122703" sldId="477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63122703" sldId="47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709050638" sldId="47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709050638" sldId="478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709050638" sldId="47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018607032" sldId="47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18607032" sldId="479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18607032" sldId="47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075377562" sldId="48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75377562" sldId="480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75377562" sldId="480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075377562" sldId="480"/>
            <ac:spMk id="9" creationId="{F9A9177F-CEB3-E3FB-D49F-6FCFBAE04D71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483652679" sldId="48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83652679" sldId="481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483652679" sldId="48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608566322" sldId="48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08566322" sldId="482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08566322" sldId="48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791936560" sldId="48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791936560" sldId="483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791936560" sldId="48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4026966227" sldId="484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26966227" sldId="484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4026966227" sldId="48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68539380" sldId="485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8539380" sldId="485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8539380" sldId="48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990753565" sldId="486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90753565" sldId="486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90753565" sldId="486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990753565" sldId="48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255225291" sldId="487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55225291" sldId="487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255225291" sldId="48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635541424" sldId="488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635541424" sldId="488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635541424" sldId="48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9:14:25.497" v="7879" actId="20577"/>
        <pc:sldMkLst>
          <pc:docMk/>
          <pc:sldMk cId="2515613417" sldId="489"/>
        </pc:sldMkLst>
        <pc:spChg chg="mod">
          <ac:chgData name="Arnaldo Satoru Gunzi" userId="41a30d14-40e4-4cae-bd0a-ce9e51e34c46" providerId="ADAL" clId="{1A7FA593-4647-4952-B59D-B63804FB7D52}" dt="2023-10-10T19:14:25.497" v="7879" actId="20577"/>
          <ac:spMkLst>
            <pc:docMk/>
            <pc:sldMk cId="2515613417" sldId="489"/>
            <ac:spMk id="2" creationId="{B8304D8B-CBCB-F7BB-C3B6-1A4432DA5EEF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515613417" sldId="489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515613417" sldId="48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623521984" sldId="49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23521984" sldId="490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23521984" sldId="490"/>
            <ac:spMk id="7" creationId="{00000000-0000-0000-0000-000000000000}"/>
          </ac:spMkLst>
        </pc:spChg>
      </pc:sldChg>
      <pc:sldChg chg="addSp delSp modSp mod">
        <pc:chgData name="Arnaldo Satoru Gunzi" userId="41a30d14-40e4-4cae-bd0a-ce9e51e34c46" providerId="ADAL" clId="{1A7FA593-4647-4952-B59D-B63804FB7D52}" dt="2023-10-10T19:14:48.695" v="7881" actId="22"/>
        <pc:sldMkLst>
          <pc:docMk/>
          <pc:sldMk cId="119606815" sldId="491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9606815" sldId="491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19606815" sldId="491"/>
            <ac:spMk id="7" creationId="{00000000-0000-0000-0000-000000000000}"/>
          </ac:spMkLst>
        </pc:spChg>
        <pc:spChg chg="add del">
          <ac:chgData name="Arnaldo Satoru Gunzi" userId="41a30d14-40e4-4cae-bd0a-ce9e51e34c46" providerId="ADAL" clId="{1A7FA593-4647-4952-B59D-B63804FB7D52}" dt="2023-10-10T19:14:48.695" v="7881" actId="22"/>
          <ac:spMkLst>
            <pc:docMk/>
            <pc:sldMk cId="119606815" sldId="491"/>
            <ac:spMk id="11" creationId="{2C7C735A-1979-4168-34DC-2E91D4A7AC65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029593789" sldId="49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29593789" sldId="492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29593789" sldId="492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029593789" sldId="49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558509024" sldId="49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558509024" sldId="493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558509024" sldId="493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558509024" sldId="49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173264403" sldId="494"/>
        </pc:sldMkLst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73264403" sldId="494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73264403" sldId="49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9:31:48.838" v="8364" actId="14100"/>
        <pc:sldMkLst>
          <pc:docMk/>
          <pc:sldMk cId="2732754760" sldId="495"/>
        </pc:sldMkLst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732754760" sldId="49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732754760" sldId="495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9:31:48.838" v="8364" actId="14100"/>
          <ac:spMkLst>
            <pc:docMk/>
            <pc:sldMk cId="2732754760" sldId="495"/>
            <ac:spMk id="16" creationId="{5D5BEC07-34A3-7061-82E0-378B8D1948FA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2877955241" sldId="496"/>
        </pc:sldMkLst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877955241" sldId="496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877955241" sldId="49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1087638922" sldId="497"/>
        </pc:sldMkLst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1087638922" sldId="497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087638922" sldId="49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26.722" v="7829"/>
        <pc:sldMkLst>
          <pc:docMk/>
          <pc:sldMk cId="261649818" sldId="498"/>
        </pc:sldMkLst>
        <pc:spChg chg="mod">
          <ac:chgData name="Arnaldo Satoru Gunzi" userId="41a30d14-40e4-4cae-bd0a-ce9e51e34c46" providerId="ADAL" clId="{1A7FA593-4647-4952-B59D-B63804FB7D52}" dt="2023-10-10T14:44:26.722" v="7829"/>
          <ac:spMkLst>
            <pc:docMk/>
            <pc:sldMk cId="261649818" sldId="498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61649818" sldId="49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137340357" sldId="499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37340357" sldId="499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137340357" sldId="49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3586104308" sldId="500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586104308" sldId="500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3586104308" sldId="50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40.479" v="7830"/>
        <pc:sldMkLst>
          <pc:docMk/>
          <pc:sldMk cId="2423916944" sldId="501"/>
        </pc:sldMkLst>
        <pc:spChg chg="mod">
          <ac:chgData name="Arnaldo Satoru Gunzi" userId="41a30d14-40e4-4cae-bd0a-ce9e51e34c46" providerId="ADAL" clId="{1A7FA593-4647-4952-B59D-B63804FB7D52}" dt="2023-10-10T14:44:40.479" v="7830"/>
          <ac:spMkLst>
            <pc:docMk/>
            <pc:sldMk cId="2423916944" sldId="501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423916944" sldId="50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1A7FA593-4647-4952-B59D-B63804FB7D52}" dt="2023-10-10T14:44:10.020" v="7828"/>
        <pc:sldMkLst>
          <pc:docMk/>
          <pc:sldMk cId="2788681177" sldId="502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788681177" sldId="502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788681177" sldId="502"/>
            <ac:spMk id="7" creationId="{00000000-0000-0000-0000-000000000000}"/>
          </ac:spMkLst>
        </pc:spChg>
      </pc:sldChg>
      <pc:sldChg chg="addSp delSp modSp add mod">
        <pc:chgData name="Arnaldo Satoru Gunzi" userId="41a30d14-40e4-4cae-bd0a-ce9e51e34c46" providerId="ADAL" clId="{1A7FA593-4647-4952-B59D-B63804FB7D52}" dt="2023-10-10T14:44:10.020" v="7828"/>
        <pc:sldMkLst>
          <pc:docMk/>
          <pc:sldMk cId="2308375685" sldId="503"/>
        </pc:sldMkLst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08375685" sldId="503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08375685" sldId="503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1A7FA593-4647-4952-B59D-B63804FB7D52}" dt="2023-10-10T14:44:10.020" v="7828"/>
          <ac:spMkLst>
            <pc:docMk/>
            <pc:sldMk cId="2308375685" sldId="503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1A7FA593-4647-4952-B59D-B63804FB7D52}" dt="2023-10-10T13:17:41.068" v="7567" actId="1076"/>
          <ac:picMkLst>
            <pc:docMk/>
            <pc:sldMk cId="2308375685" sldId="503"/>
            <ac:picMk id="5" creationId="{15ECC677-414E-A18B-E84A-EC36FAD6AAEE}"/>
          </ac:picMkLst>
        </pc:picChg>
        <pc:picChg chg="del">
          <ac:chgData name="Arnaldo Satoru Gunzi" userId="41a30d14-40e4-4cae-bd0a-ce9e51e34c46" providerId="ADAL" clId="{1A7FA593-4647-4952-B59D-B63804FB7D52}" dt="2023-10-10T13:16:38.022" v="7518" actId="478"/>
          <ac:picMkLst>
            <pc:docMk/>
            <pc:sldMk cId="2308375685" sldId="503"/>
            <ac:picMk id="6" creationId="{8CA1E927-A691-87B9-DA67-0A06AD11F9E9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9:17:59.015" v="8103" actId="1076"/>
        <pc:sldMkLst>
          <pc:docMk/>
          <pc:sldMk cId="2652246047" sldId="504"/>
        </pc:sldMkLst>
        <pc:spChg chg="mod">
          <ac:chgData name="Arnaldo Satoru Gunzi" userId="41a30d14-40e4-4cae-bd0a-ce9e51e34c46" providerId="ADAL" clId="{1A7FA593-4647-4952-B59D-B63804FB7D52}" dt="2023-10-10T19:16:42.491" v="8064" actId="207"/>
          <ac:spMkLst>
            <pc:docMk/>
            <pc:sldMk cId="2652246047" sldId="504"/>
            <ac:spMk id="2" creationId="{B8304D8B-CBCB-F7BB-C3B6-1A4432DA5EEF}"/>
          </ac:spMkLst>
        </pc:spChg>
        <pc:spChg chg="add mod">
          <ac:chgData name="Arnaldo Satoru Gunzi" userId="41a30d14-40e4-4cae-bd0a-ce9e51e34c46" providerId="ADAL" clId="{1A7FA593-4647-4952-B59D-B63804FB7D52}" dt="2023-10-10T19:17:31.311" v="8075" actId="1076"/>
          <ac:spMkLst>
            <pc:docMk/>
            <pc:sldMk cId="2652246047" sldId="504"/>
            <ac:spMk id="4" creationId="{086A26C8-6D8A-99D8-0A9A-263458D0E503}"/>
          </ac:spMkLst>
        </pc:spChg>
        <pc:spChg chg="del">
          <ac:chgData name="Arnaldo Satoru Gunzi" userId="41a30d14-40e4-4cae-bd0a-ce9e51e34c46" providerId="ADAL" clId="{1A7FA593-4647-4952-B59D-B63804FB7D52}" dt="2023-10-10T19:15:00.828" v="7886" actId="478"/>
          <ac:spMkLst>
            <pc:docMk/>
            <pc:sldMk cId="2652246047" sldId="504"/>
            <ac:spMk id="6" creationId="{55CFB4C2-F5A1-DC70-252E-57649E89E2F9}"/>
          </ac:spMkLst>
        </pc:spChg>
        <pc:spChg chg="del">
          <ac:chgData name="Arnaldo Satoru Gunzi" userId="41a30d14-40e4-4cae-bd0a-ce9e51e34c46" providerId="ADAL" clId="{1A7FA593-4647-4952-B59D-B63804FB7D52}" dt="2023-10-10T19:14:58.812" v="7885" actId="478"/>
          <ac:spMkLst>
            <pc:docMk/>
            <pc:sldMk cId="2652246047" sldId="504"/>
            <ac:spMk id="8" creationId="{DD28BBC5-3492-7C6D-DFC1-D38B0E02E143}"/>
          </ac:spMkLst>
        </pc:spChg>
        <pc:spChg chg="del">
          <ac:chgData name="Arnaldo Satoru Gunzi" userId="41a30d14-40e4-4cae-bd0a-ce9e51e34c46" providerId="ADAL" clId="{1A7FA593-4647-4952-B59D-B63804FB7D52}" dt="2023-10-10T19:14:58.812" v="7885" actId="478"/>
          <ac:spMkLst>
            <pc:docMk/>
            <pc:sldMk cId="2652246047" sldId="504"/>
            <ac:spMk id="9" creationId="{7448EFD9-9656-490E-E963-8CFD7E6CD5B9}"/>
          </ac:spMkLst>
        </pc:spChg>
        <pc:spChg chg="add mod">
          <ac:chgData name="Arnaldo Satoru Gunzi" userId="41a30d14-40e4-4cae-bd0a-ce9e51e34c46" providerId="ADAL" clId="{1A7FA593-4647-4952-B59D-B63804FB7D52}" dt="2023-10-10T19:17:31.311" v="8075" actId="1076"/>
          <ac:spMkLst>
            <pc:docMk/>
            <pc:sldMk cId="2652246047" sldId="504"/>
            <ac:spMk id="11" creationId="{955D4FFF-AF40-44DB-85AD-1D63D1E765E1}"/>
          </ac:spMkLst>
        </pc:spChg>
        <pc:spChg chg="add mod">
          <ac:chgData name="Arnaldo Satoru Gunzi" userId="41a30d14-40e4-4cae-bd0a-ce9e51e34c46" providerId="ADAL" clId="{1A7FA593-4647-4952-B59D-B63804FB7D52}" dt="2023-10-10T19:17:46.028" v="8088" actId="1076"/>
          <ac:spMkLst>
            <pc:docMk/>
            <pc:sldMk cId="2652246047" sldId="504"/>
            <ac:spMk id="12" creationId="{6A6DA1D5-D113-83B1-CECC-A6C1EE462D53}"/>
          </ac:spMkLst>
        </pc:spChg>
        <pc:spChg chg="add mod">
          <ac:chgData name="Arnaldo Satoru Gunzi" userId="41a30d14-40e4-4cae-bd0a-ce9e51e34c46" providerId="ADAL" clId="{1A7FA593-4647-4952-B59D-B63804FB7D52}" dt="2023-10-10T19:17:59.015" v="8103" actId="1076"/>
          <ac:spMkLst>
            <pc:docMk/>
            <pc:sldMk cId="2652246047" sldId="504"/>
            <ac:spMk id="13" creationId="{24EE459D-D091-845C-B331-96C1C463939A}"/>
          </ac:spMkLst>
        </pc:spChg>
        <pc:spChg chg="del">
          <ac:chgData name="Arnaldo Satoru Gunzi" userId="41a30d14-40e4-4cae-bd0a-ce9e51e34c46" providerId="ADAL" clId="{1A7FA593-4647-4952-B59D-B63804FB7D52}" dt="2023-10-10T19:14:55.288" v="7884" actId="478"/>
          <ac:spMkLst>
            <pc:docMk/>
            <pc:sldMk cId="2652246047" sldId="504"/>
            <ac:spMk id="15" creationId="{309CAF3A-2E54-4BBF-7E18-AEE918818CE0}"/>
          </ac:spMkLst>
        </pc:spChg>
        <pc:picChg chg="del">
          <ac:chgData name="Arnaldo Satoru Gunzi" userId="41a30d14-40e4-4cae-bd0a-ce9e51e34c46" providerId="ADAL" clId="{1A7FA593-4647-4952-B59D-B63804FB7D52}" dt="2023-10-10T19:14:53.127" v="7883" actId="478"/>
          <ac:picMkLst>
            <pc:docMk/>
            <pc:sldMk cId="2652246047" sldId="504"/>
            <ac:picMk id="5" creationId="{12DC81C8-8BE2-E24B-B4ED-60AC0CAEF3B9}"/>
          </ac:picMkLst>
        </pc:picChg>
        <pc:picChg chg="del">
          <ac:chgData name="Arnaldo Satoru Gunzi" userId="41a30d14-40e4-4cae-bd0a-ce9e51e34c46" providerId="ADAL" clId="{1A7FA593-4647-4952-B59D-B63804FB7D52}" dt="2023-10-10T19:14:55.288" v="7884" actId="478"/>
          <ac:picMkLst>
            <pc:docMk/>
            <pc:sldMk cId="2652246047" sldId="504"/>
            <ac:picMk id="10" creationId="{A88DDE4C-7F24-758E-9AA5-A36945FEC502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9:19:48.626" v="8124" actId="1076"/>
        <pc:sldMkLst>
          <pc:docMk/>
          <pc:sldMk cId="3826255726" sldId="505"/>
        </pc:sldMkLst>
        <pc:spChg chg="del">
          <ac:chgData name="Arnaldo Satoru Gunzi" userId="41a30d14-40e4-4cae-bd0a-ce9e51e34c46" providerId="ADAL" clId="{1A7FA593-4647-4952-B59D-B63804FB7D52}" dt="2023-10-10T19:19:21.288" v="8114" actId="478"/>
          <ac:spMkLst>
            <pc:docMk/>
            <pc:sldMk cId="3826255726" sldId="505"/>
            <ac:spMk id="2" creationId="{B8304D8B-CBCB-F7BB-C3B6-1A4432DA5EEF}"/>
          </ac:spMkLst>
        </pc:spChg>
        <pc:spChg chg="del">
          <ac:chgData name="Arnaldo Satoru Gunzi" userId="41a30d14-40e4-4cae-bd0a-ce9e51e34c46" providerId="ADAL" clId="{1A7FA593-4647-4952-B59D-B63804FB7D52}" dt="2023-10-10T19:19:12.647" v="8108" actId="478"/>
          <ac:spMkLst>
            <pc:docMk/>
            <pc:sldMk cId="3826255726" sldId="505"/>
            <ac:spMk id="4" creationId="{086A26C8-6D8A-99D8-0A9A-263458D0E503}"/>
          </ac:spMkLst>
        </pc:spChg>
        <pc:spChg chg="del">
          <ac:chgData name="Arnaldo Satoru Gunzi" userId="41a30d14-40e4-4cae-bd0a-ce9e51e34c46" providerId="ADAL" clId="{1A7FA593-4647-4952-B59D-B63804FB7D52}" dt="2023-10-10T19:19:10.296" v="8107" actId="478"/>
          <ac:spMkLst>
            <pc:docMk/>
            <pc:sldMk cId="3826255726" sldId="505"/>
            <ac:spMk id="11" creationId="{955D4FFF-AF40-44DB-85AD-1D63D1E765E1}"/>
          </ac:spMkLst>
        </pc:spChg>
        <pc:spChg chg="del">
          <ac:chgData name="Arnaldo Satoru Gunzi" userId="41a30d14-40e4-4cae-bd0a-ce9e51e34c46" providerId="ADAL" clId="{1A7FA593-4647-4952-B59D-B63804FB7D52}" dt="2023-10-10T19:19:10.296" v="8107" actId="478"/>
          <ac:spMkLst>
            <pc:docMk/>
            <pc:sldMk cId="3826255726" sldId="505"/>
            <ac:spMk id="12" creationId="{6A6DA1D5-D113-83B1-CECC-A6C1EE462D53}"/>
          </ac:spMkLst>
        </pc:spChg>
        <pc:spChg chg="del">
          <ac:chgData name="Arnaldo Satoru Gunzi" userId="41a30d14-40e4-4cae-bd0a-ce9e51e34c46" providerId="ADAL" clId="{1A7FA593-4647-4952-B59D-B63804FB7D52}" dt="2023-10-10T19:19:12.647" v="8108" actId="478"/>
          <ac:spMkLst>
            <pc:docMk/>
            <pc:sldMk cId="3826255726" sldId="505"/>
            <ac:spMk id="13" creationId="{24EE459D-D091-845C-B331-96C1C463939A}"/>
          </ac:spMkLst>
        </pc:spChg>
        <pc:picChg chg="add del">
          <ac:chgData name="Arnaldo Satoru Gunzi" userId="41a30d14-40e4-4cae-bd0a-ce9e51e34c46" providerId="ADAL" clId="{1A7FA593-4647-4952-B59D-B63804FB7D52}" dt="2023-10-10T19:19:06.950" v="8106" actId="22"/>
          <ac:picMkLst>
            <pc:docMk/>
            <pc:sldMk cId="3826255726" sldId="505"/>
            <ac:picMk id="6" creationId="{D8C82651-4632-6D7E-7073-247B35F679EE}"/>
          </ac:picMkLst>
        </pc:picChg>
        <pc:picChg chg="add mod">
          <ac:chgData name="Arnaldo Satoru Gunzi" userId="41a30d14-40e4-4cae-bd0a-ce9e51e34c46" providerId="ADAL" clId="{1A7FA593-4647-4952-B59D-B63804FB7D52}" dt="2023-10-10T19:19:44.822" v="8121" actId="14100"/>
          <ac:picMkLst>
            <pc:docMk/>
            <pc:sldMk cId="3826255726" sldId="505"/>
            <ac:picMk id="9" creationId="{1ECB28FA-E2BE-E9A6-ABE4-027AE623C8F9}"/>
          </ac:picMkLst>
        </pc:picChg>
        <pc:picChg chg="add mod">
          <ac:chgData name="Arnaldo Satoru Gunzi" userId="41a30d14-40e4-4cae-bd0a-ce9e51e34c46" providerId="ADAL" clId="{1A7FA593-4647-4952-B59D-B63804FB7D52}" dt="2023-10-10T19:19:48.626" v="8124" actId="1076"/>
          <ac:picMkLst>
            <pc:docMk/>
            <pc:sldMk cId="3826255726" sldId="505"/>
            <ac:picMk id="14" creationId="{FC662F52-DB92-DBE8-D8BF-81B423F12F4D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9:35:59.515" v="8528" actId="1076"/>
        <pc:sldMkLst>
          <pc:docMk/>
          <pc:sldMk cId="771463471" sldId="506"/>
        </pc:sldMkLst>
        <pc:spChg chg="add mod">
          <ac:chgData name="Arnaldo Satoru Gunzi" userId="41a30d14-40e4-4cae-bd0a-ce9e51e34c46" providerId="ADAL" clId="{1A7FA593-4647-4952-B59D-B63804FB7D52}" dt="2023-10-10T19:35:57.028" v="8527" actId="20577"/>
          <ac:spMkLst>
            <pc:docMk/>
            <pc:sldMk cId="771463471" sldId="506"/>
            <ac:spMk id="2" creationId="{FA1CB316-A6C7-8D93-43E5-C73684468A79}"/>
          </ac:spMkLst>
        </pc:spChg>
        <pc:spChg chg="add del mod">
          <ac:chgData name="Arnaldo Satoru Gunzi" userId="41a30d14-40e4-4cae-bd0a-ce9e51e34c46" providerId="ADAL" clId="{1A7FA593-4647-4952-B59D-B63804FB7D52}" dt="2023-10-10T19:26:37.943" v="8218" actId="478"/>
          <ac:spMkLst>
            <pc:docMk/>
            <pc:sldMk cId="771463471" sldId="506"/>
            <ac:spMk id="5" creationId="{B934E7EA-903D-4D54-8AF5-2FF931B5C2BD}"/>
          </ac:spMkLst>
        </pc:spChg>
        <pc:spChg chg="add del mod">
          <ac:chgData name="Arnaldo Satoru Gunzi" userId="41a30d14-40e4-4cae-bd0a-ce9e51e34c46" providerId="ADAL" clId="{1A7FA593-4647-4952-B59D-B63804FB7D52}" dt="2023-10-10T19:35:16.734" v="8368" actId="478"/>
          <ac:spMkLst>
            <pc:docMk/>
            <pc:sldMk cId="771463471" sldId="506"/>
            <ac:spMk id="8" creationId="{FF80BD96-3100-E69F-4A6B-6000E204B50D}"/>
          </ac:spMkLst>
        </pc:spChg>
        <pc:spChg chg="add del mod">
          <ac:chgData name="Arnaldo Satoru Gunzi" userId="41a30d14-40e4-4cae-bd0a-ce9e51e34c46" providerId="ADAL" clId="{1A7FA593-4647-4952-B59D-B63804FB7D52}" dt="2023-10-10T19:35:16.734" v="8368" actId="478"/>
          <ac:spMkLst>
            <pc:docMk/>
            <pc:sldMk cId="771463471" sldId="506"/>
            <ac:spMk id="15" creationId="{B7B495BF-A899-AD67-DAC5-F86DC1DD82A9}"/>
          </ac:spMkLst>
        </pc:spChg>
        <pc:spChg chg="add del">
          <ac:chgData name="Arnaldo Satoru Gunzi" userId="41a30d14-40e4-4cae-bd0a-ce9e51e34c46" providerId="ADAL" clId="{1A7FA593-4647-4952-B59D-B63804FB7D52}" dt="2023-10-10T19:27:36.310" v="8244" actId="22"/>
          <ac:spMkLst>
            <pc:docMk/>
            <pc:sldMk cId="771463471" sldId="506"/>
            <ac:spMk id="20" creationId="{E7EEFEF6-10EA-3C56-DD48-C3415E72C3BA}"/>
          </ac:spMkLst>
        </pc:spChg>
        <pc:picChg chg="del">
          <ac:chgData name="Arnaldo Satoru Gunzi" userId="41a30d14-40e4-4cae-bd0a-ce9e51e34c46" providerId="ADAL" clId="{1A7FA593-4647-4952-B59D-B63804FB7D52}" dt="2023-10-10T19:20:15.374" v="8126" actId="478"/>
          <ac:picMkLst>
            <pc:docMk/>
            <pc:sldMk cId="771463471" sldId="506"/>
            <ac:picMk id="9" creationId="{1ECB28FA-E2BE-E9A6-ABE4-027AE623C8F9}"/>
          </ac:picMkLst>
        </pc:picChg>
        <pc:picChg chg="add del mod">
          <ac:chgData name="Arnaldo Satoru Gunzi" userId="41a30d14-40e4-4cae-bd0a-ce9e51e34c46" providerId="ADAL" clId="{1A7FA593-4647-4952-B59D-B63804FB7D52}" dt="2023-10-10T19:26:25.561" v="8211" actId="478"/>
          <ac:picMkLst>
            <pc:docMk/>
            <pc:sldMk cId="771463471" sldId="506"/>
            <ac:picMk id="10" creationId="{A8A8DE68-C0C5-217B-66CB-A740297DEA54}"/>
          </ac:picMkLst>
        </pc:picChg>
        <pc:picChg chg="add del mod">
          <ac:chgData name="Arnaldo Satoru Gunzi" userId="41a30d14-40e4-4cae-bd0a-ce9e51e34c46" providerId="ADAL" clId="{1A7FA593-4647-4952-B59D-B63804FB7D52}" dt="2023-10-10T19:35:16.734" v="8368" actId="478"/>
          <ac:picMkLst>
            <pc:docMk/>
            <pc:sldMk cId="771463471" sldId="506"/>
            <ac:picMk id="12" creationId="{919F410A-9346-6740-066B-D6E0773E106B}"/>
          </ac:picMkLst>
        </pc:picChg>
        <pc:picChg chg="del">
          <ac:chgData name="Arnaldo Satoru Gunzi" userId="41a30d14-40e4-4cae-bd0a-ce9e51e34c46" providerId="ADAL" clId="{1A7FA593-4647-4952-B59D-B63804FB7D52}" dt="2023-10-10T19:20:15.374" v="8126" actId="478"/>
          <ac:picMkLst>
            <pc:docMk/>
            <pc:sldMk cId="771463471" sldId="506"/>
            <ac:picMk id="14" creationId="{FC662F52-DB92-DBE8-D8BF-81B423F12F4D}"/>
          </ac:picMkLst>
        </pc:picChg>
        <pc:picChg chg="add del mod">
          <ac:chgData name="Arnaldo Satoru Gunzi" userId="41a30d14-40e4-4cae-bd0a-ce9e51e34c46" providerId="ADAL" clId="{1A7FA593-4647-4952-B59D-B63804FB7D52}" dt="2023-10-10T19:35:16.734" v="8368" actId="478"/>
          <ac:picMkLst>
            <pc:docMk/>
            <pc:sldMk cId="771463471" sldId="506"/>
            <ac:picMk id="17" creationId="{B448EA24-DAA7-79CB-7ABC-046E21625505}"/>
          </ac:picMkLst>
        </pc:picChg>
        <pc:picChg chg="add del mod">
          <ac:chgData name="Arnaldo Satoru Gunzi" userId="41a30d14-40e4-4cae-bd0a-ce9e51e34c46" providerId="ADAL" clId="{1A7FA593-4647-4952-B59D-B63804FB7D52}" dt="2023-10-10T19:35:16.734" v="8368" actId="478"/>
          <ac:picMkLst>
            <pc:docMk/>
            <pc:sldMk cId="771463471" sldId="506"/>
            <ac:picMk id="18" creationId="{6133A5B6-95F6-D0BC-2A1F-216A88D46A8E}"/>
          </ac:picMkLst>
        </pc:picChg>
        <pc:picChg chg="add mod">
          <ac:chgData name="Arnaldo Satoru Gunzi" userId="41a30d14-40e4-4cae-bd0a-ce9e51e34c46" providerId="ADAL" clId="{1A7FA593-4647-4952-B59D-B63804FB7D52}" dt="2023-10-10T19:35:59.515" v="8528" actId="1076"/>
          <ac:picMkLst>
            <pc:docMk/>
            <pc:sldMk cId="771463471" sldId="506"/>
            <ac:picMk id="22" creationId="{5E48536F-CF1A-C6FB-A937-8C4B4469CDD2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9:49:26.390" v="8653" actId="1076"/>
        <pc:sldMkLst>
          <pc:docMk/>
          <pc:sldMk cId="108930543" sldId="507"/>
        </pc:sldMkLst>
        <pc:spChg chg="del">
          <ac:chgData name="Arnaldo Satoru Gunzi" userId="41a30d14-40e4-4cae-bd0a-ce9e51e34c46" providerId="ADAL" clId="{1A7FA593-4647-4952-B59D-B63804FB7D52}" dt="2023-10-10T19:27:14.786" v="8236" actId="478"/>
          <ac:spMkLst>
            <pc:docMk/>
            <pc:sldMk cId="108930543" sldId="507"/>
            <ac:spMk id="2" creationId="{FA1CB316-A6C7-8D93-43E5-C73684468A79}"/>
          </ac:spMkLst>
        </pc:spChg>
        <pc:spChg chg="mod">
          <ac:chgData name="Arnaldo Satoru Gunzi" userId="41a30d14-40e4-4cae-bd0a-ce9e51e34c46" providerId="ADAL" clId="{1A7FA593-4647-4952-B59D-B63804FB7D52}" dt="2023-10-10T19:46:25.871" v="8619" actId="20577"/>
          <ac:spMkLst>
            <pc:docMk/>
            <pc:sldMk cId="108930543" sldId="507"/>
            <ac:spMk id="5" creationId="{B934E7EA-903D-4D54-8AF5-2FF931B5C2BD}"/>
          </ac:spMkLst>
        </pc:spChg>
        <pc:spChg chg="add mod">
          <ac:chgData name="Arnaldo Satoru Gunzi" userId="41a30d14-40e4-4cae-bd0a-ce9e51e34c46" providerId="ADAL" clId="{1A7FA593-4647-4952-B59D-B63804FB7D52}" dt="2023-10-10T19:47:08.528" v="8629" actId="14100"/>
          <ac:spMkLst>
            <pc:docMk/>
            <pc:sldMk cId="108930543" sldId="507"/>
            <ac:spMk id="8" creationId="{C04B0AF7-434B-BEEC-F02A-93D157CE34FD}"/>
          </ac:spMkLst>
        </pc:spChg>
        <pc:spChg chg="del">
          <ac:chgData name="Arnaldo Satoru Gunzi" userId="41a30d14-40e4-4cae-bd0a-ce9e51e34c46" providerId="ADAL" clId="{1A7FA593-4647-4952-B59D-B63804FB7D52}" dt="2023-10-10T19:27:14.786" v="8236" actId="478"/>
          <ac:spMkLst>
            <pc:docMk/>
            <pc:sldMk cId="108930543" sldId="507"/>
            <ac:spMk id="8" creationId="{FF80BD96-3100-E69F-4A6B-6000E204B50D}"/>
          </ac:spMkLst>
        </pc:spChg>
        <pc:spChg chg="add mod">
          <ac:chgData name="Arnaldo Satoru Gunzi" userId="41a30d14-40e4-4cae-bd0a-ce9e51e34c46" providerId="ADAL" clId="{1A7FA593-4647-4952-B59D-B63804FB7D52}" dt="2023-10-10T19:47:27.246" v="8636" actId="1076"/>
          <ac:spMkLst>
            <pc:docMk/>
            <pc:sldMk cId="108930543" sldId="507"/>
            <ac:spMk id="9" creationId="{FE56B87B-1690-2186-1E8C-FAFEB81B2FF7}"/>
          </ac:spMkLst>
        </pc:spChg>
        <pc:spChg chg="add mod">
          <ac:chgData name="Arnaldo Satoru Gunzi" userId="41a30d14-40e4-4cae-bd0a-ce9e51e34c46" providerId="ADAL" clId="{1A7FA593-4647-4952-B59D-B63804FB7D52}" dt="2023-10-10T19:47:45.978" v="8641" actId="1076"/>
          <ac:spMkLst>
            <pc:docMk/>
            <pc:sldMk cId="108930543" sldId="507"/>
            <ac:spMk id="10" creationId="{1F6FCB81-2589-A8D4-6E10-EFE712A965EA}"/>
          </ac:spMkLst>
        </pc:spChg>
        <pc:picChg chg="add mod">
          <ac:chgData name="Arnaldo Satoru Gunzi" userId="41a30d14-40e4-4cae-bd0a-ce9e51e34c46" providerId="ADAL" clId="{1A7FA593-4647-4952-B59D-B63804FB7D52}" dt="2023-10-10T19:47:11.604" v="8632" actId="1076"/>
          <ac:picMkLst>
            <pc:docMk/>
            <pc:sldMk cId="108930543" sldId="507"/>
            <ac:picMk id="2" creationId="{C1722B4E-9739-A13D-71F3-C3F7F586C8EB}"/>
          </ac:picMkLst>
        </pc:picChg>
        <pc:picChg chg="add del mod">
          <ac:chgData name="Arnaldo Satoru Gunzi" userId="41a30d14-40e4-4cae-bd0a-ce9e51e34c46" providerId="ADAL" clId="{1A7FA593-4647-4952-B59D-B63804FB7D52}" dt="2023-10-10T19:46:34.430" v="8621" actId="478"/>
          <ac:picMkLst>
            <pc:docMk/>
            <pc:sldMk cId="108930543" sldId="507"/>
            <ac:picMk id="4" creationId="{F6AA41C8-3398-CC9A-3898-88FA7AC10C42}"/>
          </ac:picMkLst>
        </pc:picChg>
        <pc:picChg chg="add mod modCrop">
          <ac:chgData name="Arnaldo Satoru Gunzi" userId="41a30d14-40e4-4cae-bd0a-ce9e51e34c46" providerId="ADAL" clId="{1A7FA593-4647-4952-B59D-B63804FB7D52}" dt="2023-10-10T19:46:51.248" v="8624" actId="732"/>
          <ac:picMkLst>
            <pc:docMk/>
            <pc:sldMk cId="108930543" sldId="507"/>
            <ac:picMk id="6" creationId="{ACDDDDB6-3D43-7765-7FDD-B1664EEF18C2}"/>
          </ac:picMkLst>
        </pc:picChg>
        <pc:picChg chg="del mod">
          <ac:chgData name="Arnaldo Satoru Gunzi" userId="41a30d14-40e4-4cae-bd0a-ce9e51e34c46" providerId="ADAL" clId="{1A7FA593-4647-4952-B59D-B63804FB7D52}" dt="2023-10-10T19:38:59.348" v="8611" actId="478"/>
          <ac:picMkLst>
            <pc:docMk/>
            <pc:sldMk cId="108930543" sldId="507"/>
            <ac:picMk id="10" creationId="{A8A8DE68-C0C5-217B-66CB-A740297DEA54}"/>
          </ac:picMkLst>
        </pc:picChg>
        <pc:picChg chg="add mod modCrop">
          <ac:chgData name="Arnaldo Satoru Gunzi" userId="41a30d14-40e4-4cae-bd0a-ce9e51e34c46" providerId="ADAL" clId="{1A7FA593-4647-4952-B59D-B63804FB7D52}" dt="2023-10-10T19:49:26.390" v="8653" actId="1076"/>
          <ac:picMkLst>
            <pc:docMk/>
            <pc:sldMk cId="108930543" sldId="507"/>
            <ac:picMk id="11" creationId="{8D79425E-B9C9-0496-CFFF-F2AAEF96B4EA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9:38:43.467" v="8610" actId="20577"/>
        <pc:sldMkLst>
          <pc:docMk/>
          <pc:sldMk cId="2808684875" sldId="508"/>
        </pc:sldMkLst>
        <pc:spChg chg="del">
          <ac:chgData name="Arnaldo Satoru Gunzi" userId="41a30d14-40e4-4cae-bd0a-ce9e51e34c46" providerId="ADAL" clId="{1A7FA593-4647-4952-B59D-B63804FB7D52}" dt="2023-10-10T19:27:50.358" v="8250" actId="478"/>
          <ac:spMkLst>
            <pc:docMk/>
            <pc:sldMk cId="2808684875" sldId="508"/>
            <ac:spMk id="2" creationId="{FA1CB316-A6C7-8D93-43E5-C73684468A79}"/>
          </ac:spMkLst>
        </pc:spChg>
        <pc:spChg chg="add mod">
          <ac:chgData name="Arnaldo Satoru Gunzi" userId="41a30d14-40e4-4cae-bd0a-ce9e51e34c46" providerId="ADAL" clId="{1A7FA593-4647-4952-B59D-B63804FB7D52}" dt="2023-10-10T19:28:50.148" v="8326" actId="14100"/>
          <ac:spMkLst>
            <pc:docMk/>
            <pc:sldMk cId="2808684875" sldId="508"/>
            <ac:spMk id="4" creationId="{E8C8D9CE-EC70-0118-05D9-958FB7A5F878}"/>
          </ac:spMkLst>
        </pc:spChg>
        <pc:spChg chg="add mod">
          <ac:chgData name="Arnaldo Satoru Gunzi" userId="41a30d14-40e4-4cae-bd0a-ce9e51e34c46" providerId="ADAL" clId="{1A7FA593-4647-4952-B59D-B63804FB7D52}" dt="2023-10-10T19:38:28.222" v="8601" actId="1076"/>
          <ac:spMkLst>
            <pc:docMk/>
            <pc:sldMk cId="2808684875" sldId="508"/>
            <ac:spMk id="6" creationId="{B1342C4E-1121-276F-3B99-DBEC9394FBE7}"/>
          </ac:spMkLst>
        </pc:spChg>
        <pc:spChg chg="mod">
          <ac:chgData name="Arnaldo Satoru Gunzi" userId="41a30d14-40e4-4cae-bd0a-ce9e51e34c46" providerId="ADAL" clId="{1A7FA593-4647-4952-B59D-B63804FB7D52}" dt="2023-10-10T19:28:29.414" v="8306" actId="14100"/>
          <ac:spMkLst>
            <pc:docMk/>
            <pc:sldMk cId="2808684875" sldId="508"/>
            <ac:spMk id="8" creationId="{FF80BD96-3100-E69F-4A6B-6000E204B50D}"/>
          </ac:spMkLst>
        </pc:spChg>
        <pc:spChg chg="add mod">
          <ac:chgData name="Arnaldo Satoru Gunzi" userId="41a30d14-40e4-4cae-bd0a-ce9e51e34c46" providerId="ADAL" clId="{1A7FA593-4647-4952-B59D-B63804FB7D52}" dt="2023-10-10T19:38:28.222" v="8601" actId="1076"/>
          <ac:spMkLst>
            <pc:docMk/>
            <pc:sldMk cId="2808684875" sldId="508"/>
            <ac:spMk id="9" creationId="{8A98E690-2E5F-59B6-EE28-41133C78DAAD}"/>
          </ac:spMkLst>
        </pc:spChg>
        <pc:spChg chg="add mod">
          <ac:chgData name="Arnaldo Satoru Gunzi" userId="41a30d14-40e4-4cae-bd0a-ce9e51e34c46" providerId="ADAL" clId="{1A7FA593-4647-4952-B59D-B63804FB7D52}" dt="2023-10-10T19:38:28.222" v="8601" actId="1076"/>
          <ac:spMkLst>
            <pc:docMk/>
            <pc:sldMk cId="2808684875" sldId="508"/>
            <ac:spMk id="11" creationId="{F39BC6B7-21E8-1CA9-6553-4DF05977A59B}"/>
          </ac:spMkLst>
        </pc:spChg>
        <pc:spChg chg="add mod">
          <ac:chgData name="Arnaldo Satoru Gunzi" userId="41a30d14-40e4-4cae-bd0a-ce9e51e34c46" providerId="ADAL" clId="{1A7FA593-4647-4952-B59D-B63804FB7D52}" dt="2023-10-10T19:38:43.467" v="8610" actId="20577"/>
          <ac:spMkLst>
            <pc:docMk/>
            <pc:sldMk cId="2808684875" sldId="508"/>
            <ac:spMk id="13" creationId="{6704203D-F4D2-29C2-43ED-56B0F7EEED71}"/>
          </ac:spMkLst>
        </pc:spChg>
        <pc:spChg chg="del">
          <ac:chgData name="Arnaldo Satoru Gunzi" userId="41a30d14-40e4-4cae-bd0a-ce9e51e34c46" providerId="ADAL" clId="{1A7FA593-4647-4952-B59D-B63804FB7D52}" dt="2023-10-10T19:28:54.711" v="8328" actId="478"/>
          <ac:spMkLst>
            <pc:docMk/>
            <pc:sldMk cId="2808684875" sldId="508"/>
            <ac:spMk id="15" creationId="{B7B495BF-A899-AD67-DAC5-F86DC1DD82A9}"/>
          </ac:spMkLst>
        </pc:spChg>
        <pc:picChg chg="mod">
          <ac:chgData name="Arnaldo Satoru Gunzi" userId="41a30d14-40e4-4cae-bd0a-ce9e51e34c46" providerId="ADAL" clId="{1A7FA593-4647-4952-B59D-B63804FB7D52}" dt="2023-10-10T19:28:25.458" v="8304" actId="1076"/>
          <ac:picMkLst>
            <pc:docMk/>
            <pc:sldMk cId="2808684875" sldId="508"/>
            <ac:picMk id="12" creationId="{919F410A-9346-6740-066B-D6E0773E106B}"/>
          </ac:picMkLst>
        </pc:picChg>
        <pc:picChg chg="add mod">
          <ac:chgData name="Arnaldo Satoru Gunzi" userId="41a30d14-40e4-4cae-bd0a-ce9e51e34c46" providerId="ADAL" clId="{1A7FA593-4647-4952-B59D-B63804FB7D52}" dt="2023-10-10T19:38:40.778" v="8605" actId="1076"/>
          <ac:picMkLst>
            <pc:docMk/>
            <pc:sldMk cId="2808684875" sldId="508"/>
            <ac:picMk id="14" creationId="{21B55369-E79D-23C7-57B3-0C2B075F9950}"/>
          </ac:picMkLst>
        </pc:picChg>
        <pc:picChg chg="del">
          <ac:chgData name="Arnaldo Satoru Gunzi" userId="41a30d14-40e4-4cae-bd0a-ce9e51e34c46" providerId="ADAL" clId="{1A7FA593-4647-4952-B59D-B63804FB7D52}" dt="2023-10-10T19:28:52.770" v="8327" actId="478"/>
          <ac:picMkLst>
            <pc:docMk/>
            <pc:sldMk cId="2808684875" sldId="508"/>
            <ac:picMk id="17" creationId="{B448EA24-DAA7-79CB-7ABC-046E21625505}"/>
          </ac:picMkLst>
        </pc:picChg>
        <pc:picChg chg="del">
          <ac:chgData name="Arnaldo Satoru Gunzi" userId="41a30d14-40e4-4cae-bd0a-ce9e51e34c46" providerId="ADAL" clId="{1A7FA593-4647-4952-B59D-B63804FB7D52}" dt="2023-10-10T19:28:52.770" v="8327" actId="478"/>
          <ac:picMkLst>
            <pc:docMk/>
            <pc:sldMk cId="2808684875" sldId="508"/>
            <ac:picMk id="18" creationId="{6133A5B6-95F6-D0BC-2A1F-216A88D46A8E}"/>
          </ac:picMkLst>
        </pc:picChg>
        <pc:picChg chg="add mod">
          <ac:chgData name="Arnaldo Satoru Gunzi" userId="41a30d14-40e4-4cae-bd0a-ce9e51e34c46" providerId="ADAL" clId="{1A7FA593-4647-4952-B59D-B63804FB7D52}" dt="2023-10-10T19:38:07.901" v="8598" actId="14100"/>
          <ac:picMkLst>
            <pc:docMk/>
            <pc:sldMk cId="2808684875" sldId="508"/>
            <ac:picMk id="1026" creationId="{28390C54-2778-B8A5-8678-CF7444E3C9FF}"/>
          </ac:picMkLst>
        </pc:picChg>
      </pc:sldChg>
      <pc:sldChg chg="add del">
        <pc:chgData name="Arnaldo Satoru Gunzi" userId="41a30d14-40e4-4cae-bd0a-ce9e51e34c46" providerId="ADAL" clId="{1A7FA593-4647-4952-B59D-B63804FB7D52}" dt="2023-10-10T19:27:41.103" v="8246"/>
        <pc:sldMkLst>
          <pc:docMk/>
          <pc:sldMk cId="2837462567" sldId="508"/>
        </pc:sldMkLst>
      </pc:sldChg>
      <pc:sldChg chg="addSp modSp add">
        <pc:chgData name="Arnaldo Satoru Gunzi" userId="41a30d14-40e4-4cae-bd0a-ce9e51e34c46" providerId="ADAL" clId="{1A7FA593-4647-4952-B59D-B63804FB7D52}" dt="2023-10-10T19:38:09.303" v="8599"/>
        <pc:sldMkLst>
          <pc:docMk/>
          <pc:sldMk cId="2546401264" sldId="509"/>
        </pc:sldMkLst>
        <pc:picChg chg="add mod">
          <ac:chgData name="Arnaldo Satoru Gunzi" userId="41a30d14-40e4-4cae-bd0a-ce9e51e34c46" providerId="ADAL" clId="{1A7FA593-4647-4952-B59D-B63804FB7D52}" dt="2023-10-10T19:38:09.303" v="8599"/>
          <ac:picMkLst>
            <pc:docMk/>
            <pc:sldMk cId="2546401264" sldId="509"/>
            <ac:picMk id="4" creationId="{793595F1-61E3-30C8-CFD4-E01C7861F8EA}"/>
          </ac:picMkLst>
        </pc:picChg>
      </pc:sldChg>
      <pc:sldChg chg="add del">
        <pc:chgData name="Arnaldo Satoru Gunzi" userId="41a30d14-40e4-4cae-bd0a-ce9e51e34c46" providerId="ADAL" clId="{1A7FA593-4647-4952-B59D-B63804FB7D52}" dt="2023-10-10T19:27:45.199" v="8249"/>
        <pc:sldMkLst>
          <pc:docMk/>
          <pc:sldMk cId="3452993882" sldId="509"/>
        </pc:sldMkLst>
      </pc:sldChg>
      <pc:sldChg chg="addSp delSp modSp add mod ord">
        <pc:chgData name="Arnaldo Satoru Gunzi" userId="41a30d14-40e4-4cae-bd0a-ce9e51e34c46" providerId="ADAL" clId="{1A7FA593-4647-4952-B59D-B63804FB7D52}" dt="2023-10-10T19:38:10.465" v="8600"/>
        <pc:sldMkLst>
          <pc:docMk/>
          <pc:sldMk cId="2557912380" sldId="510"/>
        </pc:sldMkLst>
        <pc:spChg chg="add mod">
          <ac:chgData name="Arnaldo Satoru Gunzi" userId="41a30d14-40e4-4cae-bd0a-ce9e51e34c46" providerId="ADAL" clId="{1A7FA593-4647-4952-B59D-B63804FB7D52}" dt="2023-10-10T19:36:26.757" v="8582" actId="1076"/>
          <ac:spMkLst>
            <pc:docMk/>
            <pc:sldMk cId="2557912380" sldId="510"/>
            <ac:spMk id="4" creationId="{96DF2FDE-D5DD-7ECA-33F4-A6024B02A012}"/>
          </ac:spMkLst>
        </pc:spChg>
        <pc:spChg chg="del">
          <ac:chgData name="Arnaldo Satoru Gunzi" userId="41a30d14-40e4-4cae-bd0a-ce9e51e34c46" providerId="ADAL" clId="{1A7FA593-4647-4952-B59D-B63804FB7D52}" dt="2023-10-10T19:36:11.356" v="8531" actId="478"/>
          <ac:spMkLst>
            <pc:docMk/>
            <pc:sldMk cId="2557912380" sldId="510"/>
            <ac:spMk id="15" creationId="{B7B495BF-A899-AD67-DAC5-F86DC1DD82A9}"/>
          </ac:spMkLst>
        </pc:spChg>
        <pc:picChg chg="add mod">
          <ac:chgData name="Arnaldo Satoru Gunzi" userId="41a30d14-40e4-4cae-bd0a-ce9e51e34c46" providerId="ADAL" clId="{1A7FA593-4647-4952-B59D-B63804FB7D52}" dt="2023-10-10T19:37:02.181" v="8586" actId="1076"/>
          <ac:picMkLst>
            <pc:docMk/>
            <pc:sldMk cId="2557912380" sldId="510"/>
            <ac:picMk id="6" creationId="{2D816754-C00E-4A07-3CC4-FCCB00AA34F7}"/>
          </ac:picMkLst>
        </pc:picChg>
        <pc:picChg chg="add mod">
          <ac:chgData name="Arnaldo Satoru Gunzi" userId="41a30d14-40e4-4cae-bd0a-ce9e51e34c46" providerId="ADAL" clId="{1A7FA593-4647-4952-B59D-B63804FB7D52}" dt="2023-10-10T19:38:10.465" v="8600"/>
          <ac:picMkLst>
            <pc:docMk/>
            <pc:sldMk cId="2557912380" sldId="510"/>
            <ac:picMk id="9" creationId="{E5058ED1-FC73-2E99-0346-A21929788874}"/>
          </ac:picMkLst>
        </pc:picChg>
        <pc:picChg chg="del">
          <ac:chgData name="Arnaldo Satoru Gunzi" userId="41a30d14-40e4-4cae-bd0a-ce9e51e34c46" providerId="ADAL" clId="{1A7FA593-4647-4952-B59D-B63804FB7D52}" dt="2023-10-10T19:36:09.121" v="8530" actId="478"/>
          <ac:picMkLst>
            <pc:docMk/>
            <pc:sldMk cId="2557912380" sldId="510"/>
            <ac:picMk id="17" creationId="{B448EA24-DAA7-79CB-7ABC-046E21625505}"/>
          </ac:picMkLst>
        </pc:picChg>
        <pc:picChg chg="del">
          <ac:chgData name="Arnaldo Satoru Gunzi" userId="41a30d14-40e4-4cae-bd0a-ce9e51e34c46" providerId="ADAL" clId="{1A7FA593-4647-4952-B59D-B63804FB7D52}" dt="2023-10-10T19:36:09.121" v="8530" actId="478"/>
          <ac:picMkLst>
            <pc:docMk/>
            <pc:sldMk cId="2557912380" sldId="510"/>
            <ac:picMk id="18" creationId="{6133A5B6-95F6-D0BC-2A1F-216A88D46A8E}"/>
          </ac:picMkLst>
        </pc:picChg>
      </pc:sldChg>
      <pc:sldChg chg="addSp delSp modSp add mod">
        <pc:chgData name="Arnaldo Satoru Gunzi" userId="41a30d14-40e4-4cae-bd0a-ce9e51e34c46" providerId="ADAL" clId="{1A7FA593-4647-4952-B59D-B63804FB7D52}" dt="2023-10-10T19:51:17.753" v="8843" actId="20577"/>
        <pc:sldMkLst>
          <pc:docMk/>
          <pc:sldMk cId="1138242021" sldId="511"/>
        </pc:sldMkLst>
        <pc:spChg chg="mod">
          <ac:chgData name="Arnaldo Satoru Gunzi" userId="41a30d14-40e4-4cae-bd0a-ce9e51e34c46" providerId="ADAL" clId="{1A7FA593-4647-4952-B59D-B63804FB7D52}" dt="2023-10-10T19:50:38.161" v="8704" actId="20577"/>
          <ac:spMkLst>
            <pc:docMk/>
            <pc:sldMk cId="1138242021" sldId="511"/>
            <ac:spMk id="5" creationId="{B934E7EA-903D-4D54-8AF5-2FF931B5C2BD}"/>
          </ac:spMkLst>
        </pc:spChg>
        <pc:spChg chg="mod">
          <ac:chgData name="Arnaldo Satoru Gunzi" userId="41a30d14-40e4-4cae-bd0a-ce9e51e34c46" providerId="ADAL" clId="{1A7FA593-4647-4952-B59D-B63804FB7D52}" dt="2023-10-10T19:50:36.457" v="8702" actId="1076"/>
          <ac:spMkLst>
            <pc:docMk/>
            <pc:sldMk cId="1138242021" sldId="511"/>
            <ac:spMk id="8" creationId="{C04B0AF7-434B-BEEC-F02A-93D157CE34FD}"/>
          </ac:spMkLst>
        </pc:spChg>
        <pc:spChg chg="del">
          <ac:chgData name="Arnaldo Satoru Gunzi" userId="41a30d14-40e4-4cae-bd0a-ce9e51e34c46" providerId="ADAL" clId="{1A7FA593-4647-4952-B59D-B63804FB7D52}" dt="2023-10-10T19:49:56.307" v="8693" actId="478"/>
          <ac:spMkLst>
            <pc:docMk/>
            <pc:sldMk cId="1138242021" sldId="511"/>
            <ac:spMk id="9" creationId="{FE56B87B-1690-2186-1E8C-FAFEB81B2FF7}"/>
          </ac:spMkLst>
        </pc:spChg>
        <pc:spChg chg="mod">
          <ac:chgData name="Arnaldo Satoru Gunzi" userId="41a30d14-40e4-4cae-bd0a-ce9e51e34c46" providerId="ADAL" clId="{1A7FA593-4647-4952-B59D-B63804FB7D52}" dt="2023-10-10T19:50:36.457" v="8702" actId="1076"/>
          <ac:spMkLst>
            <pc:docMk/>
            <pc:sldMk cId="1138242021" sldId="511"/>
            <ac:spMk id="10" creationId="{1F6FCB81-2589-A8D4-6E10-EFE712A965EA}"/>
          </ac:spMkLst>
        </pc:spChg>
        <pc:spChg chg="add mod">
          <ac:chgData name="Arnaldo Satoru Gunzi" userId="41a30d14-40e4-4cae-bd0a-ce9e51e34c46" providerId="ADAL" clId="{1A7FA593-4647-4952-B59D-B63804FB7D52}" dt="2023-10-10T19:51:17.753" v="8843" actId="20577"/>
          <ac:spMkLst>
            <pc:docMk/>
            <pc:sldMk cId="1138242021" sldId="511"/>
            <ac:spMk id="13" creationId="{A626DFED-5EF2-0D25-C5D3-3630B9EA5204}"/>
          </ac:spMkLst>
        </pc:spChg>
        <pc:picChg chg="mod">
          <ac:chgData name="Arnaldo Satoru Gunzi" userId="41a30d14-40e4-4cae-bd0a-ce9e51e34c46" providerId="ADAL" clId="{1A7FA593-4647-4952-B59D-B63804FB7D52}" dt="2023-10-10T19:50:36.457" v="8702" actId="1076"/>
          <ac:picMkLst>
            <pc:docMk/>
            <pc:sldMk cId="1138242021" sldId="511"/>
            <ac:picMk id="2" creationId="{C1722B4E-9739-A13D-71F3-C3F7F586C8EB}"/>
          </ac:picMkLst>
        </pc:picChg>
        <pc:picChg chg="add mod modCrop">
          <ac:chgData name="Arnaldo Satoru Gunzi" userId="41a30d14-40e4-4cae-bd0a-ce9e51e34c46" providerId="ADAL" clId="{1A7FA593-4647-4952-B59D-B63804FB7D52}" dt="2023-10-10T19:50:36.457" v="8702" actId="1076"/>
          <ac:picMkLst>
            <pc:docMk/>
            <pc:sldMk cId="1138242021" sldId="511"/>
            <ac:picMk id="4" creationId="{94525ACC-CD03-4218-E706-186B4FA77DD1}"/>
          </ac:picMkLst>
        </pc:picChg>
        <pc:picChg chg="del">
          <ac:chgData name="Arnaldo Satoru Gunzi" userId="41a30d14-40e4-4cae-bd0a-ce9e51e34c46" providerId="ADAL" clId="{1A7FA593-4647-4952-B59D-B63804FB7D52}" dt="2023-10-10T19:49:56.307" v="8693" actId="478"/>
          <ac:picMkLst>
            <pc:docMk/>
            <pc:sldMk cId="1138242021" sldId="511"/>
            <ac:picMk id="6" creationId="{ACDDDDB6-3D43-7765-7FDD-B1664EEF18C2}"/>
          </ac:picMkLst>
        </pc:picChg>
        <pc:picChg chg="del">
          <ac:chgData name="Arnaldo Satoru Gunzi" userId="41a30d14-40e4-4cae-bd0a-ce9e51e34c46" providerId="ADAL" clId="{1A7FA593-4647-4952-B59D-B63804FB7D52}" dt="2023-10-10T19:50:12.943" v="8695" actId="478"/>
          <ac:picMkLst>
            <pc:docMk/>
            <pc:sldMk cId="1138242021" sldId="511"/>
            <ac:picMk id="11" creationId="{8D79425E-B9C9-0496-CFFF-F2AAEF96B4EA}"/>
          </ac:picMkLst>
        </pc:picChg>
        <pc:picChg chg="add del mod">
          <ac:chgData name="Arnaldo Satoru Gunzi" userId="41a30d14-40e4-4cae-bd0a-ce9e51e34c46" providerId="ADAL" clId="{1A7FA593-4647-4952-B59D-B63804FB7D52}" dt="2023-10-10T19:50:39.940" v="8706"/>
          <ac:picMkLst>
            <pc:docMk/>
            <pc:sldMk cId="1138242021" sldId="511"/>
            <ac:picMk id="12" creationId="{17057255-DDBA-5227-956A-1C1A48764A71}"/>
          </ac:picMkLst>
        </pc:picChg>
      </pc:sldChg>
    </pc:docChg>
  </pc:docChgLst>
  <pc:docChgLst>
    <pc:chgData name="Arnaldo Satoru Gunzi" userId="41a30d14-40e4-4cae-bd0a-ce9e51e34c46" providerId="ADAL" clId="{E5A03375-E83D-4F99-81D0-C4D19F3F5752}"/>
    <pc:docChg chg="undo redo custSel addSld delSld modSld sldOrd">
      <pc:chgData name="Arnaldo Satoru Gunzi" userId="41a30d14-40e4-4cae-bd0a-ce9e51e34c46" providerId="ADAL" clId="{E5A03375-E83D-4F99-81D0-C4D19F3F5752}" dt="2023-10-13T10:35:23.864" v="13847" actId="14100"/>
      <pc:docMkLst>
        <pc:docMk/>
      </pc:docMkLst>
      <pc:sldChg chg="modSp mod">
        <pc:chgData name="Arnaldo Satoru Gunzi" userId="41a30d14-40e4-4cae-bd0a-ce9e51e34c46" providerId="ADAL" clId="{E5A03375-E83D-4F99-81D0-C4D19F3F5752}" dt="2023-10-09T11:29:56.826" v="11539" actId="947"/>
        <pc:sldMkLst>
          <pc:docMk/>
          <pc:sldMk cId="0" sldId="256"/>
        </pc:sldMkLst>
        <pc:spChg chg="mod">
          <ac:chgData name="Arnaldo Satoru Gunzi" userId="41a30d14-40e4-4cae-bd0a-ce9e51e34c46" providerId="ADAL" clId="{E5A03375-E83D-4F99-81D0-C4D19F3F5752}" dt="2023-10-09T11:29:56.826" v="11539" actId="94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6.839" v="11547"/>
        <pc:sldMkLst>
          <pc:docMk/>
          <pc:sldMk cId="2765506580" sldId="261"/>
        </pc:sldMkLst>
        <pc:spChg chg="mod">
          <ac:chgData name="Arnaldo Satoru Gunzi" userId="41a30d14-40e4-4cae-bd0a-ce9e51e34c46" providerId="ADAL" clId="{E5A03375-E83D-4F99-81D0-C4D19F3F5752}" dt="2023-10-09T11:29:56.834" v="11543" actId="947"/>
          <ac:spMkLst>
            <pc:docMk/>
            <pc:sldMk cId="2765506580" sldId="261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839" v="11547"/>
          <ac:spMkLst>
            <pc:docMk/>
            <pc:sldMk cId="2765506580" sldId="261"/>
            <ac:spMk id="5" creationId="{F9ADB4BA-3444-57EC-A666-4B61B7A2BE54}"/>
          </ac:spMkLst>
        </pc:spChg>
        <pc:spChg chg="mod">
          <ac:chgData name="Arnaldo Satoru Gunzi" userId="41a30d14-40e4-4cae-bd0a-ce9e51e34c46" providerId="ADAL" clId="{E5A03375-E83D-4F99-81D0-C4D19F3F5752}" dt="2023-10-09T11:29:56.830" v="11541" actId="947"/>
          <ac:spMkLst>
            <pc:docMk/>
            <pc:sldMk cId="2765506580" sldId="261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6.836" v="11545" actId="947"/>
          <ac:spMkLst>
            <pc:docMk/>
            <pc:sldMk cId="2765506580" sldId="261"/>
            <ac:spMk id="9" creationId="{1DAB79FE-426A-10E0-0CE7-782696F81766}"/>
          </ac:spMkLst>
        </pc:spChg>
      </pc:sldChg>
      <pc:sldChg chg="del">
        <pc:chgData name="Arnaldo Satoru Gunzi" userId="41a30d14-40e4-4cae-bd0a-ce9e51e34c46" providerId="ADAL" clId="{E5A03375-E83D-4F99-81D0-C4D19F3F5752}" dt="2023-10-05T14:31:02.471" v="1055" actId="47"/>
        <pc:sldMkLst>
          <pc:docMk/>
          <pc:sldMk cId="1581243830" sldId="262"/>
        </pc:sldMkLst>
      </pc:sldChg>
      <pc:sldChg chg="del">
        <pc:chgData name="Arnaldo Satoru Gunzi" userId="41a30d14-40e4-4cae-bd0a-ce9e51e34c46" providerId="ADAL" clId="{E5A03375-E83D-4F99-81D0-C4D19F3F5752}" dt="2023-10-05T14:30:57.849" v="1053" actId="47"/>
        <pc:sldMkLst>
          <pc:docMk/>
          <pc:sldMk cId="313252492" sldId="263"/>
        </pc:sldMkLst>
      </pc:sldChg>
      <pc:sldChg chg="del">
        <pc:chgData name="Arnaldo Satoru Gunzi" userId="41a30d14-40e4-4cae-bd0a-ce9e51e34c46" providerId="ADAL" clId="{E5A03375-E83D-4F99-81D0-C4D19F3F5752}" dt="2023-10-05T14:31:00.867" v="1054" actId="47"/>
        <pc:sldMkLst>
          <pc:docMk/>
          <pc:sldMk cId="4037347442" sldId="265"/>
        </pc:sldMkLst>
      </pc:sldChg>
      <pc:sldChg chg="del">
        <pc:chgData name="Arnaldo Satoru Gunzi" userId="41a30d14-40e4-4cae-bd0a-ce9e51e34c46" providerId="ADAL" clId="{E5A03375-E83D-4F99-81D0-C4D19F3F5752}" dt="2023-10-06T09:01:59.664" v="4929" actId="47"/>
        <pc:sldMkLst>
          <pc:docMk/>
          <pc:sldMk cId="1396271500" sldId="266"/>
        </pc:sldMkLst>
      </pc:sldChg>
      <pc:sldChg chg="modSp mod">
        <pc:chgData name="Arnaldo Satoru Gunzi" userId="41a30d14-40e4-4cae-bd0a-ce9e51e34c46" providerId="ADAL" clId="{E5A03375-E83D-4F99-81D0-C4D19F3F5752}" dt="2023-10-09T11:29:57.800" v="12303" actId="947"/>
        <pc:sldMkLst>
          <pc:docMk/>
          <pc:sldMk cId="4024022888" sldId="267"/>
        </pc:sldMkLst>
        <pc:spChg chg="mod">
          <ac:chgData name="Arnaldo Satoru Gunzi" userId="41a30d14-40e4-4cae-bd0a-ce9e51e34c46" providerId="ADAL" clId="{E5A03375-E83D-4F99-81D0-C4D19F3F5752}" dt="2023-10-09T11:29:57.795" v="12301" actId="947"/>
          <ac:spMkLst>
            <pc:docMk/>
            <pc:sldMk cId="4024022888" sldId="267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800" v="12303" actId="947"/>
          <ac:spMkLst>
            <pc:docMk/>
            <pc:sldMk cId="4024022888" sldId="267"/>
            <ac:spMk id="69" creationId="{4E1EB7D3-BC8D-7624-8903-BDF7403BFD34}"/>
          </ac:spMkLst>
        </pc:spChg>
      </pc:sldChg>
      <pc:sldChg chg="del">
        <pc:chgData name="Arnaldo Satoru Gunzi" userId="41a30d14-40e4-4cae-bd0a-ce9e51e34c46" providerId="ADAL" clId="{E5A03375-E83D-4F99-81D0-C4D19F3F5752}" dt="2023-10-06T09:02:04.334" v="4930" actId="47"/>
        <pc:sldMkLst>
          <pc:docMk/>
          <pc:sldMk cId="2952451262" sldId="269"/>
        </pc:sldMkLst>
      </pc:sldChg>
      <pc:sldChg chg="modSp mod">
        <pc:chgData name="Arnaldo Satoru Gunzi" userId="41a30d14-40e4-4cae-bd0a-ce9e51e34c46" providerId="ADAL" clId="{E5A03375-E83D-4F99-81D0-C4D19F3F5752}" dt="2023-10-09T11:29:56.844" v="11551" actId="947"/>
        <pc:sldMkLst>
          <pc:docMk/>
          <pc:sldMk cId="868245564" sldId="270"/>
        </pc:sldMkLst>
        <pc:spChg chg="mod">
          <ac:chgData name="Arnaldo Satoru Gunzi" userId="41a30d14-40e4-4cae-bd0a-ce9e51e34c46" providerId="ADAL" clId="{E5A03375-E83D-4F99-81D0-C4D19F3F5752}" dt="2023-10-09T11:29:56.844" v="11551" actId="947"/>
          <ac:spMkLst>
            <pc:docMk/>
            <pc:sldMk cId="868245564" sldId="270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841" v="11549" actId="947"/>
          <ac:spMkLst>
            <pc:docMk/>
            <pc:sldMk cId="868245564" sldId="27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6.850" v="11561" actId="947"/>
        <pc:sldMkLst>
          <pc:docMk/>
          <pc:sldMk cId="305522477" sldId="271"/>
        </pc:sldMkLst>
        <pc:spChg chg="mod">
          <ac:chgData name="Arnaldo Satoru Gunzi" userId="41a30d14-40e4-4cae-bd0a-ce9e51e34c46" providerId="ADAL" clId="{E5A03375-E83D-4F99-81D0-C4D19F3F5752}" dt="2023-10-09T11:29:56.846" v="11555" actId="947"/>
          <ac:spMkLst>
            <pc:docMk/>
            <pc:sldMk cId="305522477" sldId="271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845" v="11553" actId="947"/>
          <ac:spMkLst>
            <pc:docMk/>
            <pc:sldMk cId="305522477" sldId="271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6.848" v="11557" actId="947"/>
          <ac:spMkLst>
            <pc:docMk/>
            <pc:sldMk cId="305522477" sldId="271"/>
            <ac:spMk id="8" creationId="{67054CB8-E43A-9264-558D-38D1031676E2}"/>
          </ac:spMkLst>
        </pc:spChg>
        <pc:spChg chg="mod">
          <ac:chgData name="Arnaldo Satoru Gunzi" userId="41a30d14-40e4-4cae-bd0a-ce9e51e34c46" providerId="ADAL" clId="{E5A03375-E83D-4F99-81D0-C4D19F3F5752}" dt="2023-10-09T11:29:56.849" v="11559" actId="947"/>
          <ac:spMkLst>
            <pc:docMk/>
            <pc:sldMk cId="305522477" sldId="271"/>
            <ac:spMk id="9" creationId="{61372F74-88ED-529F-9F27-774132DE6B32}"/>
          </ac:spMkLst>
        </pc:spChg>
        <pc:spChg chg="mod">
          <ac:chgData name="Arnaldo Satoru Gunzi" userId="41a30d14-40e4-4cae-bd0a-ce9e51e34c46" providerId="ADAL" clId="{E5A03375-E83D-4F99-81D0-C4D19F3F5752}" dt="2023-10-09T11:29:56.850" v="11561" actId="947"/>
          <ac:spMkLst>
            <pc:docMk/>
            <pc:sldMk cId="305522477" sldId="271"/>
            <ac:spMk id="18" creationId="{4A3AA040-454E-71ED-EC98-D1B1D0DCC4D4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6.857" v="11571" actId="947"/>
        <pc:sldMkLst>
          <pc:docMk/>
          <pc:sldMk cId="1261819848" sldId="272"/>
        </pc:sldMkLst>
        <pc:spChg chg="mod">
          <ac:chgData name="Arnaldo Satoru Gunzi" userId="41a30d14-40e4-4cae-bd0a-ce9e51e34c46" providerId="ADAL" clId="{E5A03375-E83D-4F99-81D0-C4D19F3F5752}" dt="2023-10-09T11:29:56.853" v="11565" actId="947"/>
          <ac:spMkLst>
            <pc:docMk/>
            <pc:sldMk cId="1261819848" sldId="272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852" v="11563" actId="947"/>
          <ac:spMkLst>
            <pc:docMk/>
            <pc:sldMk cId="1261819848" sldId="272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6.855" v="11567" actId="947"/>
          <ac:spMkLst>
            <pc:docMk/>
            <pc:sldMk cId="1261819848" sldId="272"/>
            <ac:spMk id="8" creationId="{67054CB8-E43A-9264-558D-38D1031676E2}"/>
          </ac:spMkLst>
        </pc:spChg>
        <pc:spChg chg="mod">
          <ac:chgData name="Arnaldo Satoru Gunzi" userId="41a30d14-40e4-4cae-bd0a-ce9e51e34c46" providerId="ADAL" clId="{E5A03375-E83D-4F99-81D0-C4D19F3F5752}" dt="2023-10-09T11:29:56.856" v="11569" actId="947"/>
          <ac:spMkLst>
            <pc:docMk/>
            <pc:sldMk cId="1261819848" sldId="272"/>
            <ac:spMk id="9" creationId="{61372F74-88ED-529F-9F27-774132DE6B32}"/>
          </ac:spMkLst>
        </pc:spChg>
        <pc:spChg chg="mod">
          <ac:chgData name="Arnaldo Satoru Gunzi" userId="41a30d14-40e4-4cae-bd0a-ce9e51e34c46" providerId="ADAL" clId="{E5A03375-E83D-4F99-81D0-C4D19F3F5752}" dt="2023-10-09T11:29:56.857" v="11571" actId="947"/>
          <ac:spMkLst>
            <pc:docMk/>
            <pc:sldMk cId="1261819848" sldId="272"/>
            <ac:spMk id="18" creationId="{4A3AA040-454E-71ED-EC98-D1B1D0DCC4D4}"/>
          </ac:spMkLst>
        </pc:spChg>
      </pc:sldChg>
      <pc:sldChg chg="addSp delSp modSp mod">
        <pc:chgData name="Arnaldo Satoru Gunzi" userId="41a30d14-40e4-4cae-bd0a-ce9e51e34c46" providerId="ADAL" clId="{E5A03375-E83D-4F99-81D0-C4D19F3F5752}" dt="2023-10-09T11:29:56.866" v="11585" actId="947"/>
        <pc:sldMkLst>
          <pc:docMk/>
          <pc:sldMk cId="908638571" sldId="273"/>
        </pc:sldMkLst>
        <pc:spChg chg="mod">
          <ac:chgData name="Arnaldo Satoru Gunzi" userId="41a30d14-40e4-4cae-bd0a-ce9e51e34c46" providerId="ADAL" clId="{E5A03375-E83D-4F99-81D0-C4D19F3F5752}" dt="2023-10-09T11:29:56.861" v="11575" actId="947"/>
          <ac:spMkLst>
            <pc:docMk/>
            <pc:sldMk cId="908638571" sldId="273"/>
            <ac:spMk id="2" creationId="{4591C293-9D87-C39D-C9CF-0EA12A6A9510}"/>
          </ac:spMkLst>
        </pc:spChg>
        <pc:spChg chg="add mod">
          <ac:chgData name="Arnaldo Satoru Gunzi" userId="41a30d14-40e4-4cae-bd0a-ce9e51e34c46" providerId="ADAL" clId="{E5A03375-E83D-4F99-81D0-C4D19F3F5752}" dt="2023-10-09T11:29:56.862" v="11577" actId="947"/>
          <ac:spMkLst>
            <pc:docMk/>
            <pc:sldMk cId="908638571" sldId="273"/>
            <ac:spMk id="4" creationId="{19B788B3-23B6-BB71-6D39-7B1677F057D1}"/>
          </ac:spMkLst>
        </pc:spChg>
        <pc:spChg chg="add mod">
          <ac:chgData name="Arnaldo Satoru Gunzi" userId="41a30d14-40e4-4cae-bd0a-ce9e51e34c46" providerId="ADAL" clId="{E5A03375-E83D-4F99-81D0-C4D19F3F5752}" dt="2023-10-09T11:29:56.863" v="11579" actId="947"/>
          <ac:spMkLst>
            <pc:docMk/>
            <pc:sldMk cId="908638571" sldId="273"/>
            <ac:spMk id="5" creationId="{87CC9BE3-932D-F85E-69A0-8EDD6F105B2D}"/>
          </ac:spMkLst>
        </pc:spChg>
        <pc:spChg chg="mod">
          <ac:chgData name="Arnaldo Satoru Gunzi" userId="41a30d14-40e4-4cae-bd0a-ce9e51e34c46" providerId="ADAL" clId="{E5A03375-E83D-4F99-81D0-C4D19F3F5752}" dt="2023-10-09T11:29:56.858" v="11573" actId="947"/>
          <ac:spMkLst>
            <pc:docMk/>
            <pc:sldMk cId="908638571" sldId="273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E5A03375-E83D-4F99-81D0-C4D19F3F5752}" dt="2023-10-09T11:29:56.864" v="11581" actId="947"/>
          <ac:spMkLst>
            <pc:docMk/>
            <pc:sldMk cId="908638571" sldId="273"/>
            <ac:spMk id="8" creationId="{4B0C96D3-3EF9-C602-6D44-A92E86CEA9DD}"/>
          </ac:spMkLst>
        </pc:spChg>
        <pc:spChg chg="add mod">
          <ac:chgData name="Arnaldo Satoru Gunzi" userId="41a30d14-40e4-4cae-bd0a-ce9e51e34c46" providerId="ADAL" clId="{E5A03375-E83D-4F99-81D0-C4D19F3F5752}" dt="2023-10-09T11:29:56.865" v="11583" actId="947"/>
          <ac:spMkLst>
            <pc:docMk/>
            <pc:sldMk cId="908638571" sldId="273"/>
            <ac:spMk id="9" creationId="{05593E3D-B5EB-122C-2510-6B82D1CE741E}"/>
          </ac:spMkLst>
        </pc:spChg>
        <pc:spChg chg="add mod">
          <ac:chgData name="Arnaldo Satoru Gunzi" userId="41a30d14-40e4-4cae-bd0a-ce9e51e34c46" providerId="ADAL" clId="{E5A03375-E83D-4F99-81D0-C4D19F3F5752}" dt="2023-10-09T11:29:56.866" v="11585" actId="947"/>
          <ac:spMkLst>
            <pc:docMk/>
            <pc:sldMk cId="908638571" sldId="273"/>
            <ac:spMk id="10" creationId="{524E3761-6106-D3C9-456E-15AA9ECF058E}"/>
          </ac:spMkLst>
        </pc:spChg>
        <pc:picChg chg="del">
          <ac:chgData name="Arnaldo Satoru Gunzi" userId="41a30d14-40e4-4cae-bd0a-ce9e51e34c46" providerId="ADAL" clId="{E5A03375-E83D-4F99-81D0-C4D19F3F5752}" dt="2023-10-05T10:57:04.522" v="1" actId="478"/>
          <ac:picMkLst>
            <pc:docMk/>
            <pc:sldMk cId="908638571" sldId="273"/>
            <ac:picMk id="6" creationId="{01730869-84A4-1BF0-ADD5-05B55420CD0F}"/>
          </ac:picMkLst>
        </pc:picChg>
      </pc:sldChg>
      <pc:sldChg chg="modSp mod">
        <pc:chgData name="Arnaldo Satoru Gunzi" userId="41a30d14-40e4-4cae-bd0a-ce9e51e34c46" providerId="ADAL" clId="{E5A03375-E83D-4F99-81D0-C4D19F3F5752}" dt="2023-10-11T17:20:56.996" v="13725" actId="1076"/>
        <pc:sldMkLst>
          <pc:docMk/>
          <pc:sldMk cId="3729590969" sldId="274"/>
        </pc:sldMkLst>
        <pc:spChg chg="mod">
          <ac:chgData name="Arnaldo Satoru Gunzi" userId="41a30d14-40e4-4cae-bd0a-ce9e51e34c46" providerId="ADAL" clId="{E5A03375-E83D-4F99-81D0-C4D19F3F5752}" dt="2023-10-09T11:29:56.895" v="11637" actId="947"/>
          <ac:spMkLst>
            <pc:docMk/>
            <pc:sldMk cId="3729590969" sldId="274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894" v="11635" actId="947"/>
          <ac:spMkLst>
            <pc:docMk/>
            <pc:sldMk cId="3729590969" sldId="27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11T17:20:56.996" v="13725" actId="1076"/>
          <ac:spMkLst>
            <pc:docMk/>
            <pc:sldMk cId="3729590969" sldId="274"/>
            <ac:spMk id="8" creationId="{C1305974-A92F-1885-4F5F-86FF695C22FC}"/>
          </ac:spMkLst>
        </pc:spChg>
        <pc:picChg chg="mod">
          <ac:chgData name="Arnaldo Satoru Gunzi" userId="41a30d14-40e4-4cae-bd0a-ce9e51e34c46" providerId="ADAL" clId="{E5A03375-E83D-4F99-81D0-C4D19F3F5752}" dt="2023-10-11T17:20:53.373" v="13724" actId="1076"/>
          <ac:picMkLst>
            <pc:docMk/>
            <pc:sldMk cId="3729590969" sldId="274"/>
            <ac:picMk id="5" creationId="{46788602-7A7C-1A93-2BCB-20505D5E466A}"/>
          </ac:picMkLst>
        </pc:picChg>
      </pc:sldChg>
      <pc:sldChg chg="addSp modSp del mod">
        <pc:chgData name="Arnaldo Satoru Gunzi" userId="41a30d14-40e4-4cae-bd0a-ce9e51e34c46" providerId="ADAL" clId="{E5A03375-E83D-4F99-81D0-C4D19F3F5752}" dt="2023-10-07T04:39:31.619" v="7610" actId="2696"/>
        <pc:sldMkLst>
          <pc:docMk/>
          <pc:sldMk cId="3598595221" sldId="275"/>
        </pc:sldMkLst>
        <pc:spChg chg="add mod">
          <ac:chgData name="Arnaldo Satoru Gunzi" userId="41a30d14-40e4-4cae-bd0a-ce9e51e34c46" providerId="ADAL" clId="{E5A03375-E83D-4F99-81D0-C4D19F3F5752}" dt="2023-10-07T04:29:46.180" v="7478" actId="1076"/>
          <ac:spMkLst>
            <pc:docMk/>
            <pc:sldMk cId="3598595221" sldId="275"/>
            <ac:spMk id="4" creationId="{99A2CA1E-D8F4-6CEB-D098-6CDEB09E0489}"/>
          </ac:spMkLst>
        </pc:spChg>
      </pc:sldChg>
      <pc:sldChg chg="modSp add mod">
        <pc:chgData name="Arnaldo Satoru Gunzi" userId="41a30d14-40e4-4cae-bd0a-ce9e51e34c46" providerId="ADAL" clId="{E5A03375-E83D-4F99-81D0-C4D19F3F5752}" dt="2023-10-09T11:29:56.914" v="11665" actId="947"/>
        <pc:sldMkLst>
          <pc:docMk/>
          <pc:sldMk cId="3932304783" sldId="275"/>
        </pc:sldMkLst>
        <pc:spChg chg="mod">
          <ac:chgData name="Arnaldo Satoru Gunzi" userId="41a30d14-40e4-4cae-bd0a-ce9e51e34c46" providerId="ADAL" clId="{E5A03375-E83D-4F99-81D0-C4D19F3F5752}" dt="2023-10-09T11:29:56.913" v="11663" actId="947"/>
          <ac:spMkLst>
            <pc:docMk/>
            <pc:sldMk cId="3932304783" sldId="275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14" v="11665" actId="947"/>
          <ac:spMkLst>
            <pc:docMk/>
            <pc:sldMk cId="3932304783" sldId="275"/>
            <ac:spMk id="4" creationId="{99A2CA1E-D8F4-6CEB-D098-6CDEB09E0489}"/>
          </ac:spMkLst>
        </pc:spChg>
        <pc:spChg chg="mod">
          <ac:chgData name="Arnaldo Satoru Gunzi" userId="41a30d14-40e4-4cae-bd0a-ce9e51e34c46" providerId="ADAL" clId="{E5A03375-E83D-4F99-81D0-C4D19F3F5752}" dt="2023-10-09T11:29:56.912" v="11661" actId="947"/>
          <ac:spMkLst>
            <pc:docMk/>
            <pc:sldMk cId="3932304783" sldId="27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6.919" v="11669" actId="947"/>
        <pc:sldMkLst>
          <pc:docMk/>
          <pc:sldMk cId="3817071763" sldId="276"/>
        </pc:sldMkLst>
        <pc:spChg chg="mod">
          <ac:chgData name="Arnaldo Satoru Gunzi" userId="41a30d14-40e4-4cae-bd0a-ce9e51e34c46" providerId="ADAL" clId="{E5A03375-E83D-4F99-81D0-C4D19F3F5752}" dt="2023-10-09T11:29:56.919" v="11669" actId="947"/>
          <ac:spMkLst>
            <pc:docMk/>
            <pc:sldMk cId="3817071763" sldId="276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15" v="11667" actId="947"/>
          <ac:spMkLst>
            <pc:docMk/>
            <pc:sldMk cId="3817071763" sldId="27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6.921" v="11671" actId="947"/>
        <pc:sldMkLst>
          <pc:docMk/>
          <pc:sldMk cId="914716790" sldId="277"/>
        </pc:sldMkLst>
        <pc:spChg chg="mod">
          <ac:chgData name="Arnaldo Satoru Gunzi" userId="41a30d14-40e4-4cae-bd0a-ce9e51e34c46" providerId="ADAL" clId="{E5A03375-E83D-4F99-81D0-C4D19F3F5752}" dt="2023-10-09T11:29:56.921" v="11671" actId="947"/>
          <ac:spMkLst>
            <pc:docMk/>
            <pc:sldMk cId="914716790" sldId="277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02" v="11757" actId="947"/>
        <pc:sldMkLst>
          <pc:docMk/>
          <pc:sldMk cId="3917259393" sldId="278"/>
        </pc:sldMkLst>
        <pc:spChg chg="mod">
          <ac:chgData name="Arnaldo Satoru Gunzi" userId="41a30d14-40e4-4cae-bd0a-ce9e51e34c46" providerId="ADAL" clId="{E5A03375-E83D-4F99-81D0-C4D19F3F5752}" dt="2023-10-09T11:29:57.002" v="11757" actId="947"/>
          <ac:spMkLst>
            <pc:docMk/>
            <pc:sldMk cId="3917259393" sldId="278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08" v="11767" actId="947"/>
        <pc:sldMkLst>
          <pc:docMk/>
          <pc:sldMk cId="2419073369" sldId="279"/>
        </pc:sldMkLst>
        <pc:spChg chg="mod">
          <ac:chgData name="Arnaldo Satoru Gunzi" userId="41a30d14-40e4-4cae-bd0a-ce9e51e34c46" providerId="ADAL" clId="{E5A03375-E83D-4F99-81D0-C4D19F3F5752}" dt="2023-10-09T11:29:57.006" v="11763" actId="947"/>
          <ac:spMkLst>
            <pc:docMk/>
            <pc:sldMk cId="2419073369" sldId="279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08" v="11767" actId="947"/>
          <ac:spMkLst>
            <pc:docMk/>
            <pc:sldMk cId="2419073369" sldId="279"/>
            <ac:spMk id="6" creationId="{A8F24463-2EAF-E30B-9ADF-89ECD337FDCF}"/>
          </ac:spMkLst>
        </pc:spChg>
        <pc:spChg chg="mod">
          <ac:chgData name="Arnaldo Satoru Gunzi" userId="41a30d14-40e4-4cae-bd0a-ce9e51e34c46" providerId="ADAL" clId="{E5A03375-E83D-4F99-81D0-C4D19F3F5752}" dt="2023-10-09T11:29:57.007" v="11765" actId="947"/>
          <ac:spMkLst>
            <pc:docMk/>
            <pc:sldMk cId="2419073369" sldId="27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12" v="11773" actId="947"/>
        <pc:sldMkLst>
          <pc:docMk/>
          <pc:sldMk cId="2157910435" sldId="280"/>
        </pc:sldMkLst>
        <pc:spChg chg="mod">
          <ac:chgData name="Arnaldo Satoru Gunzi" userId="41a30d14-40e4-4cae-bd0a-ce9e51e34c46" providerId="ADAL" clId="{E5A03375-E83D-4F99-81D0-C4D19F3F5752}" dt="2023-10-09T11:29:57.010" v="11769" actId="947"/>
          <ac:spMkLst>
            <pc:docMk/>
            <pc:sldMk cId="2157910435" sldId="280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12" v="11773" actId="947"/>
          <ac:spMkLst>
            <pc:docMk/>
            <pc:sldMk cId="2157910435" sldId="280"/>
            <ac:spMk id="6" creationId="{A8F24463-2EAF-E30B-9ADF-89ECD337FDCF}"/>
          </ac:spMkLst>
        </pc:spChg>
        <pc:spChg chg="mod">
          <ac:chgData name="Arnaldo Satoru Gunzi" userId="41a30d14-40e4-4cae-bd0a-ce9e51e34c46" providerId="ADAL" clId="{E5A03375-E83D-4F99-81D0-C4D19F3F5752}" dt="2023-10-09T11:29:57.011" v="11771" actId="947"/>
          <ac:spMkLst>
            <pc:docMk/>
            <pc:sldMk cId="2157910435" sldId="28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15" v="11777" actId="947"/>
        <pc:sldMkLst>
          <pc:docMk/>
          <pc:sldMk cId="2681705314" sldId="281"/>
        </pc:sldMkLst>
        <pc:spChg chg="mod">
          <ac:chgData name="Arnaldo Satoru Gunzi" userId="41a30d14-40e4-4cae-bd0a-ce9e51e34c46" providerId="ADAL" clId="{E5A03375-E83D-4F99-81D0-C4D19F3F5752}" dt="2023-10-09T11:29:57.013" v="11775" actId="947"/>
          <ac:spMkLst>
            <pc:docMk/>
            <pc:sldMk cId="2681705314" sldId="281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15" v="11777" actId="947"/>
          <ac:spMkLst>
            <pc:docMk/>
            <pc:sldMk cId="2681705314" sldId="28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42" v="11821" actId="947"/>
        <pc:sldMkLst>
          <pc:docMk/>
          <pc:sldMk cId="2213134481" sldId="282"/>
        </pc:sldMkLst>
        <pc:spChg chg="mod">
          <ac:chgData name="Arnaldo Satoru Gunzi" userId="41a30d14-40e4-4cae-bd0a-ce9e51e34c46" providerId="ADAL" clId="{E5A03375-E83D-4F99-81D0-C4D19F3F5752}" dt="2023-10-09T11:29:57.040" v="11817" actId="947"/>
          <ac:spMkLst>
            <pc:docMk/>
            <pc:sldMk cId="2213134481" sldId="282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41" v="11819" actId="947"/>
          <ac:spMkLst>
            <pc:docMk/>
            <pc:sldMk cId="2213134481" sldId="282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42" v="11821" actId="947"/>
          <ac:spMkLst>
            <pc:docMk/>
            <pc:sldMk cId="2213134481" sldId="282"/>
            <ac:spMk id="8" creationId="{645803A5-5A1E-8A52-D1F6-2AEC0A52ED56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33" v="11805" actId="947"/>
        <pc:sldMkLst>
          <pc:docMk/>
          <pc:sldMk cId="1561194852" sldId="283"/>
        </pc:sldMkLst>
        <pc:spChg chg="mod">
          <ac:chgData name="Arnaldo Satoru Gunzi" userId="41a30d14-40e4-4cae-bd0a-ce9e51e34c46" providerId="ADAL" clId="{E5A03375-E83D-4F99-81D0-C4D19F3F5752}" dt="2023-10-09T11:29:57.031" v="11801" actId="947"/>
          <ac:spMkLst>
            <pc:docMk/>
            <pc:sldMk cId="1561194852" sldId="283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32" v="11803" actId="947"/>
          <ac:spMkLst>
            <pc:docMk/>
            <pc:sldMk cId="1561194852" sldId="283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33" v="11805" actId="947"/>
          <ac:spMkLst>
            <pc:docMk/>
            <pc:sldMk cId="1561194852" sldId="283"/>
            <ac:spMk id="8" creationId="{645803A5-5A1E-8A52-D1F6-2AEC0A52ED56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36" v="11811" actId="947"/>
        <pc:sldMkLst>
          <pc:docMk/>
          <pc:sldMk cId="2086662990" sldId="284"/>
        </pc:sldMkLst>
        <pc:spChg chg="mod">
          <ac:chgData name="Arnaldo Satoru Gunzi" userId="41a30d14-40e4-4cae-bd0a-ce9e51e34c46" providerId="ADAL" clId="{E5A03375-E83D-4F99-81D0-C4D19F3F5752}" dt="2023-10-09T11:29:57.034" v="11807" actId="947"/>
          <ac:spMkLst>
            <pc:docMk/>
            <pc:sldMk cId="2086662990" sldId="284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35" v="11809" actId="947"/>
          <ac:spMkLst>
            <pc:docMk/>
            <pc:sldMk cId="2086662990" sldId="28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36" v="11811" actId="947"/>
          <ac:spMkLst>
            <pc:docMk/>
            <pc:sldMk cId="2086662990" sldId="284"/>
            <ac:spMk id="8" creationId="{645803A5-5A1E-8A52-D1F6-2AEC0A52ED56}"/>
          </ac:spMkLst>
        </pc:spChg>
      </pc:sldChg>
      <pc:sldChg chg="modSp mod">
        <pc:chgData name="Arnaldo Satoru Gunzi" userId="41a30d14-40e4-4cae-bd0a-ce9e51e34c46" providerId="ADAL" clId="{E5A03375-E83D-4F99-81D0-C4D19F3F5752}" dt="2023-10-09T16:26:40.102" v="12928" actId="1076"/>
        <pc:sldMkLst>
          <pc:docMk/>
          <pc:sldMk cId="4280208353" sldId="285"/>
        </pc:sldMkLst>
        <pc:spChg chg="mod">
          <ac:chgData name="Arnaldo Satoru Gunzi" userId="41a30d14-40e4-4cae-bd0a-ce9e51e34c46" providerId="ADAL" clId="{E5A03375-E83D-4F99-81D0-C4D19F3F5752}" dt="2023-10-09T11:29:57.043" v="11823" actId="947"/>
          <ac:spMkLst>
            <pc:docMk/>
            <pc:sldMk cId="4280208353" sldId="285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45" v="11825" actId="947"/>
          <ac:spMkLst>
            <pc:docMk/>
            <pc:sldMk cId="4280208353" sldId="285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6:26:40.102" v="12928" actId="1076"/>
          <ac:spMkLst>
            <pc:docMk/>
            <pc:sldMk cId="4280208353" sldId="285"/>
            <ac:spMk id="8" creationId="{645803A5-5A1E-8A52-D1F6-2AEC0A52ED56}"/>
          </ac:spMkLst>
        </pc:spChg>
        <pc:picChg chg="mod">
          <ac:chgData name="Arnaldo Satoru Gunzi" userId="41a30d14-40e4-4cae-bd0a-ce9e51e34c46" providerId="ADAL" clId="{E5A03375-E83D-4F99-81D0-C4D19F3F5752}" dt="2023-10-09T16:26:37.692" v="12927" actId="14100"/>
          <ac:picMkLst>
            <pc:docMk/>
            <pc:sldMk cId="4280208353" sldId="285"/>
            <ac:picMk id="6" creationId="{653D302C-D7C9-CB3D-5E57-F4ABE273D320}"/>
          </ac:picMkLst>
        </pc:picChg>
      </pc:sldChg>
      <pc:sldChg chg="modSp mod">
        <pc:chgData name="Arnaldo Satoru Gunzi" userId="41a30d14-40e4-4cae-bd0a-ce9e51e34c46" providerId="ADAL" clId="{E5A03375-E83D-4F99-81D0-C4D19F3F5752}" dt="2023-10-09T11:29:57.025" v="11793" actId="947"/>
        <pc:sldMkLst>
          <pc:docMk/>
          <pc:sldMk cId="2418748991" sldId="289"/>
        </pc:sldMkLst>
        <pc:spChg chg="mod">
          <ac:chgData name="Arnaldo Satoru Gunzi" userId="41a30d14-40e4-4cae-bd0a-ce9e51e34c46" providerId="ADAL" clId="{E5A03375-E83D-4F99-81D0-C4D19F3F5752}" dt="2023-10-09T11:29:57.023" v="11789" actId="947"/>
          <ac:spMkLst>
            <pc:docMk/>
            <pc:sldMk cId="2418748991" sldId="289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24" v="11791" actId="947"/>
          <ac:spMkLst>
            <pc:docMk/>
            <pc:sldMk cId="2418748991" sldId="289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25" v="11793" actId="947"/>
          <ac:spMkLst>
            <pc:docMk/>
            <pc:sldMk cId="2418748991" sldId="289"/>
            <ac:spMk id="8" creationId="{645803A5-5A1E-8A52-D1F6-2AEC0A52ED56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50" v="11831" actId="947"/>
        <pc:sldMkLst>
          <pc:docMk/>
          <pc:sldMk cId="2938327412" sldId="297"/>
        </pc:sldMkLst>
        <pc:spChg chg="mod">
          <ac:chgData name="Arnaldo Satoru Gunzi" userId="41a30d14-40e4-4cae-bd0a-ce9e51e34c46" providerId="ADAL" clId="{E5A03375-E83D-4F99-81D0-C4D19F3F5752}" dt="2023-10-09T11:29:57.048" v="11829" actId="947"/>
          <ac:spMkLst>
            <pc:docMk/>
            <pc:sldMk cId="2938327412" sldId="297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50" v="11831" actId="947"/>
          <ac:spMkLst>
            <pc:docMk/>
            <pc:sldMk cId="2938327412" sldId="29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86" v="11873" actId="947"/>
        <pc:sldMkLst>
          <pc:docMk/>
          <pc:sldMk cId="2692210972" sldId="298"/>
        </pc:sldMkLst>
        <pc:spChg chg="mod">
          <ac:chgData name="Arnaldo Satoru Gunzi" userId="41a30d14-40e4-4cae-bd0a-ce9e51e34c46" providerId="ADAL" clId="{E5A03375-E83D-4F99-81D0-C4D19F3F5752}" dt="2023-10-09T11:29:57.082" v="11871" actId="947"/>
          <ac:spMkLst>
            <pc:docMk/>
            <pc:sldMk cId="2692210972" sldId="298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86" v="11873" actId="947"/>
          <ac:spMkLst>
            <pc:docMk/>
            <pc:sldMk cId="2692210972" sldId="298"/>
            <ac:spMk id="8" creationId="{F90A6F1C-1F27-42F7-D8B3-BDCA0845DBCF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56" v="11839" actId="947"/>
        <pc:sldMkLst>
          <pc:docMk/>
          <pc:sldMk cId="2635041161" sldId="299"/>
        </pc:sldMkLst>
        <pc:spChg chg="mod">
          <ac:chgData name="Arnaldo Satoru Gunzi" userId="41a30d14-40e4-4cae-bd0a-ce9e51e34c46" providerId="ADAL" clId="{E5A03375-E83D-4F99-81D0-C4D19F3F5752}" dt="2023-10-09T11:29:57.052" v="11833" actId="947"/>
          <ac:spMkLst>
            <pc:docMk/>
            <pc:sldMk cId="2635041161" sldId="299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53" v="11835" actId="947"/>
          <ac:spMkLst>
            <pc:docMk/>
            <pc:sldMk cId="2635041161" sldId="299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55" v="11837" actId="947"/>
          <ac:spMkLst>
            <pc:docMk/>
            <pc:sldMk cId="2635041161" sldId="299"/>
            <ac:spMk id="11" creationId="{F31C9A35-6420-10DE-9097-BE8342DE2AE2}"/>
          </ac:spMkLst>
        </pc:spChg>
        <pc:spChg chg="mod">
          <ac:chgData name="Arnaldo Satoru Gunzi" userId="41a30d14-40e4-4cae-bd0a-ce9e51e34c46" providerId="ADAL" clId="{E5A03375-E83D-4F99-81D0-C4D19F3F5752}" dt="2023-10-09T11:29:57.056" v="11839" actId="947"/>
          <ac:spMkLst>
            <pc:docMk/>
            <pc:sldMk cId="2635041161" sldId="299"/>
            <ac:spMk id="12" creationId="{22B3DDCA-704A-AE6E-C55B-C394E6D5A929}"/>
          </ac:spMkLst>
        </pc:spChg>
      </pc:sldChg>
      <pc:sldChg chg="modSp mod">
        <pc:chgData name="Arnaldo Satoru Gunzi" userId="41a30d14-40e4-4cae-bd0a-ce9e51e34c46" providerId="ADAL" clId="{E5A03375-E83D-4F99-81D0-C4D19F3F5752}" dt="2023-10-09T11:39:48.635" v="12894" actId="1076"/>
        <pc:sldMkLst>
          <pc:docMk/>
          <pc:sldMk cId="4119001715" sldId="300"/>
        </pc:sldMkLst>
        <pc:spChg chg="mod">
          <ac:chgData name="Arnaldo Satoru Gunzi" userId="41a30d14-40e4-4cae-bd0a-ce9e51e34c46" providerId="ADAL" clId="{E5A03375-E83D-4F99-81D0-C4D19F3F5752}" dt="2023-10-09T11:29:57.063" v="11845" actId="947"/>
          <ac:spMkLst>
            <pc:docMk/>
            <pc:sldMk cId="4119001715" sldId="300"/>
            <ac:spMk id="2" creationId="{52A78BF8-516D-6FA0-F992-EB1585CC1FD0}"/>
          </ac:spMkLst>
        </pc:spChg>
        <pc:spChg chg="mod">
          <ac:chgData name="Arnaldo Satoru Gunzi" userId="41a30d14-40e4-4cae-bd0a-ce9e51e34c46" providerId="ADAL" clId="{E5A03375-E83D-4F99-81D0-C4D19F3F5752}" dt="2023-10-09T11:29:57.058" v="11841" actId="947"/>
          <ac:spMkLst>
            <pc:docMk/>
            <pc:sldMk cId="4119001715" sldId="300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64" v="11847" actId="947"/>
          <ac:spMkLst>
            <pc:docMk/>
            <pc:sldMk cId="4119001715" sldId="300"/>
            <ac:spMk id="6" creationId="{44BECE47-0CD2-179E-395B-DD4CC7C9D4B5}"/>
          </ac:spMkLst>
        </pc:spChg>
        <pc:spChg chg="mod">
          <ac:chgData name="Arnaldo Satoru Gunzi" userId="41a30d14-40e4-4cae-bd0a-ce9e51e34c46" providerId="ADAL" clId="{E5A03375-E83D-4F99-81D0-C4D19F3F5752}" dt="2023-10-09T11:29:57.059" v="11843" actId="947"/>
          <ac:spMkLst>
            <pc:docMk/>
            <pc:sldMk cId="4119001715" sldId="300"/>
            <ac:spMk id="7" creationId="{00000000-0000-0000-0000-000000000000}"/>
          </ac:spMkLst>
        </pc:spChg>
        <pc:picChg chg="mod">
          <ac:chgData name="Arnaldo Satoru Gunzi" userId="41a30d14-40e4-4cae-bd0a-ce9e51e34c46" providerId="ADAL" clId="{E5A03375-E83D-4F99-81D0-C4D19F3F5752}" dt="2023-10-09T11:39:48.635" v="12894" actId="1076"/>
          <ac:picMkLst>
            <pc:docMk/>
            <pc:sldMk cId="4119001715" sldId="300"/>
            <ac:picMk id="1026" creationId="{C0366696-4896-B17E-2E24-057A037935F5}"/>
          </ac:picMkLst>
        </pc:picChg>
      </pc:sldChg>
      <pc:sldChg chg="modSp mod">
        <pc:chgData name="Arnaldo Satoru Gunzi" userId="41a30d14-40e4-4cae-bd0a-ce9e51e34c46" providerId="ADAL" clId="{E5A03375-E83D-4F99-81D0-C4D19F3F5752}" dt="2023-10-09T11:29:57.067" v="11853"/>
        <pc:sldMkLst>
          <pc:docMk/>
          <pc:sldMk cId="437995445" sldId="302"/>
        </pc:sldMkLst>
        <pc:spChg chg="mod">
          <ac:chgData name="Arnaldo Satoru Gunzi" userId="41a30d14-40e4-4cae-bd0a-ce9e51e34c46" providerId="ADAL" clId="{E5A03375-E83D-4F99-81D0-C4D19F3F5752}" dt="2023-10-09T11:29:57.066" v="11849" actId="947"/>
          <ac:spMkLst>
            <pc:docMk/>
            <pc:sldMk cId="437995445" sldId="302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67" v="11851" actId="947"/>
          <ac:spMkLst>
            <pc:docMk/>
            <pc:sldMk cId="437995445" sldId="302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67" v="11853"/>
          <ac:spMkLst>
            <pc:docMk/>
            <pc:sldMk cId="437995445" sldId="302"/>
            <ac:spMk id="22" creationId="{C2724C44-F356-3A62-1656-B0CB375C3C5A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71" v="11859"/>
        <pc:sldMkLst>
          <pc:docMk/>
          <pc:sldMk cId="59977815" sldId="303"/>
        </pc:sldMkLst>
        <pc:spChg chg="mod">
          <ac:chgData name="Arnaldo Satoru Gunzi" userId="41a30d14-40e4-4cae-bd0a-ce9e51e34c46" providerId="ADAL" clId="{E5A03375-E83D-4F99-81D0-C4D19F3F5752}" dt="2023-10-09T11:29:57.071" v="11859"/>
          <ac:spMkLst>
            <pc:docMk/>
            <pc:sldMk cId="59977815" sldId="303"/>
            <ac:spMk id="2" creationId="{2EBD9110-B061-7081-6EFF-11111C2EF891}"/>
          </ac:spMkLst>
        </pc:spChg>
        <pc:spChg chg="mod">
          <ac:chgData name="Arnaldo Satoru Gunzi" userId="41a30d14-40e4-4cae-bd0a-ce9e51e34c46" providerId="ADAL" clId="{E5A03375-E83D-4F99-81D0-C4D19F3F5752}" dt="2023-10-09T11:29:57.069" v="11855" actId="947"/>
          <ac:spMkLst>
            <pc:docMk/>
            <pc:sldMk cId="59977815" sldId="303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71" v="11857" actId="947"/>
          <ac:spMkLst>
            <pc:docMk/>
            <pc:sldMk cId="59977815" sldId="30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74" v="11863" actId="947"/>
        <pc:sldMkLst>
          <pc:docMk/>
          <pc:sldMk cId="74330775" sldId="304"/>
        </pc:sldMkLst>
        <pc:spChg chg="mod">
          <ac:chgData name="Arnaldo Satoru Gunzi" userId="41a30d14-40e4-4cae-bd0a-ce9e51e34c46" providerId="ADAL" clId="{E5A03375-E83D-4F99-81D0-C4D19F3F5752}" dt="2023-10-09T11:29:57.073" v="11861" actId="947"/>
          <ac:spMkLst>
            <pc:docMk/>
            <pc:sldMk cId="74330775" sldId="304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74" v="11863" actId="947"/>
          <ac:spMkLst>
            <pc:docMk/>
            <pc:sldMk cId="74330775" sldId="30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246" v="11925" actId="947"/>
        <pc:sldMkLst>
          <pc:docMk/>
          <pc:sldMk cId="3143642561" sldId="306"/>
        </pc:sldMkLst>
        <pc:spChg chg="mod">
          <ac:chgData name="Arnaldo Satoru Gunzi" userId="41a30d14-40e4-4cae-bd0a-ce9e51e34c46" providerId="ADAL" clId="{E5A03375-E83D-4F99-81D0-C4D19F3F5752}" dt="2023-10-09T11:29:57.244" v="11923" actId="947"/>
          <ac:spMkLst>
            <pc:docMk/>
            <pc:sldMk cId="3143642561" sldId="306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246" v="11925" actId="947"/>
          <ac:spMkLst>
            <pc:docMk/>
            <pc:sldMk cId="3143642561" sldId="30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18" v="11781" actId="947"/>
        <pc:sldMkLst>
          <pc:docMk/>
          <pc:sldMk cId="2358758899" sldId="307"/>
        </pc:sldMkLst>
        <pc:spChg chg="mod">
          <ac:chgData name="Arnaldo Satoru Gunzi" userId="41a30d14-40e4-4cae-bd0a-ce9e51e34c46" providerId="ADAL" clId="{E5A03375-E83D-4F99-81D0-C4D19F3F5752}" dt="2023-10-09T11:29:57.017" v="11779" actId="947"/>
          <ac:spMkLst>
            <pc:docMk/>
            <pc:sldMk cId="2358758899" sldId="307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18" v="11781" actId="947"/>
          <ac:spMkLst>
            <pc:docMk/>
            <pc:sldMk cId="2358758899" sldId="30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22" v="11787" actId="947"/>
        <pc:sldMkLst>
          <pc:docMk/>
          <pc:sldMk cId="174073569" sldId="308"/>
        </pc:sldMkLst>
        <pc:spChg chg="mod">
          <ac:chgData name="Arnaldo Satoru Gunzi" userId="41a30d14-40e4-4cae-bd0a-ce9e51e34c46" providerId="ADAL" clId="{E5A03375-E83D-4F99-81D0-C4D19F3F5752}" dt="2023-10-09T11:29:57.019" v="11783" actId="947"/>
          <ac:spMkLst>
            <pc:docMk/>
            <pc:sldMk cId="174073569" sldId="308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21" v="11785" actId="947"/>
          <ac:spMkLst>
            <pc:docMk/>
            <pc:sldMk cId="174073569" sldId="308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22" v="11787" actId="947"/>
          <ac:spMkLst>
            <pc:docMk/>
            <pc:sldMk cId="174073569" sldId="308"/>
            <ac:spMk id="8" creationId="{645803A5-5A1E-8A52-D1F6-2AEC0A52ED56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29" v="11799" actId="947"/>
        <pc:sldMkLst>
          <pc:docMk/>
          <pc:sldMk cId="4235582160" sldId="309"/>
        </pc:sldMkLst>
        <pc:spChg chg="mod">
          <ac:chgData name="Arnaldo Satoru Gunzi" userId="41a30d14-40e4-4cae-bd0a-ce9e51e34c46" providerId="ADAL" clId="{E5A03375-E83D-4F99-81D0-C4D19F3F5752}" dt="2023-10-09T11:29:57.027" v="11795" actId="947"/>
          <ac:spMkLst>
            <pc:docMk/>
            <pc:sldMk cId="4235582160" sldId="309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29" v="11799" actId="947"/>
          <ac:spMkLst>
            <pc:docMk/>
            <pc:sldMk cId="4235582160" sldId="309"/>
            <ac:spMk id="6" creationId="{F96554C2-A948-5824-C29C-9F114F4B6598}"/>
          </ac:spMkLst>
        </pc:spChg>
        <pc:spChg chg="mod">
          <ac:chgData name="Arnaldo Satoru Gunzi" userId="41a30d14-40e4-4cae-bd0a-ce9e51e34c46" providerId="ADAL" clId="{E5A03375-E83D-4F99-81D0-C4D19F3F5752}" dt="2023-10-09T11:29:57.028" v="11797" actId="947"/>
          <ac:spMkLst>
            <pc:docMk/>
            <pc:sldMk cId="4235582160" sldId="30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142" v="11887"/>
        <pc:sldMkLst>
          <pc:docMk/>
          <pc:sldMk cId="3525414047" sldId="310"/>
        </pc:sldMkLst>
        <pc:spChg chg="mod">
          <ac:chgData name="Arnaldo Satoru Gunzi" userId="41a30d14-40e4-4cae-bd0a-ce9e51e34c46" providerId="ADAL" clId="{E5A03375-E83D-4F99-81D0-C4D19F3F5752}" dt="2023-10-09T11:29:57.119" v="11879"/>
          <ac:spMkLst>
            <pc:docMk/>
            <pc:sldMk cId="3525414047" sldId="310"/>
            <ac:spMk id="2" creationId="{822945BD-A650-30D6-3E9F-C87051B13479}"/>
          </ac:spMkLst>
        </pc:spChg>
        <pc:spChg chg="mod">
          <ac:chgData name="Arnaldo Satoru Gunzi" userId="41a30d14-40e4-4cae-bd0a-ce9e51e34c46" providerId="ADAL" clId="{E5A03375-E83D-4F99-81D0-C4D19F3F5752}" dt="2023-10-09T11:29:57.121" v="11881" actId="947"/>
          <ac:spMkLst>
            <pc:docMk/>
            <pc:sldMk cId="3525414047" sldId="310"/>
            <ac:spMk id="3" creationId="{4730F5A3-992B-1B63-2574-C655F32057E2}"/>
          </ac:spMkLst>
        </pc:spChg>
        <pc:spChg chg="mod">
          <ac:chgData name="Arnaldo Satoru Gunzi" userId="41a30d14-40e4-4cae-bd0a-ce9e51e34c46" providerId="ADAL" clId="{E5A03375-E83D-4F99-81D0-C4D19F3F5752}" dt="2023-10-09T11:29:57.088" v="11875" actId="947"/>
          <ac:spMkLst>
            <pc:docMk/>
            <pc:sldMk cId="3525414047" sldId="310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89" v="11877" actId="947"/>
          <ac:spMkLst>
            <pc:docMk/>
            <pc:sldMk cId="3525414047" sldId="310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131" v="11883"/>
          <ac:spMkLst>
            <pc:docMk/>
            <pc:sldMk cId="3525414047" sldId="310"/>
            <ac:spMk id="10" creationId="{23CA8F0F-F2EE-81DB-2727-6548D43AF566}"/>
          </ac:spMkLst>
        </pc:spChg>
        <pc:spChg chg="mod">
          <ac:chgData name="Arnaldo Satoru Gunzi" userId="41a30d14-40e4-4cae-bd0a-ce9e51e34c46" providerId="ADAL" clId="{E5A03375-E83D-4F99-81D0-C4D19F3F5752}" dt="2023-10-09T11:29:57.133" v="11885" actId="947"/>
          <ac:spMkLst>
            <pc:docMk/>
            <pc:sldMk cId="3525414047" sldId="310"/>
            <ac:spMk id="11" creationId="{AEEE6154-B8FB-05B9-11DF-9B8970EC6082}"/>
          </ac:spMkLst>
        </pc:spChg>
        <pc:spChg chg="mod">
          <ac:chgData name="Arnaldo Satoru Gunzi" userId="41a30d14-40e4-4cae-bd0a-ce9e51e34c46" providerId="ADAL" clId="{E5A03375-E83D-4F99-81D0-C4D19F3F5752}" dt="2023-10-09T11:29:57.142" v="11887"/>
          <ac:spMkLst>
            <pc:docMk/>
            <pc:sldMk cId="3525414047" sldId="310"/>
            <ac:spMk id="12" creationId="{8F497660-5361-1E82-7CE6-CE17EE711646}"/>
          </ac:spMkLst>
        </pc:spChg>
      </pc:sldChg>
      <pc:sldChg chg="modSp mod">
        <pc:chgData name="Arnaldo Satoru Gunzi" userId="41a30d14-40e4-4cae-bd0a-ce9e51e34c46" providerId="ADAL" clId="{E5A03375-E83D-4F99-81D0-C4D19F3F5752}" dt="2023-10-09T11:39:43.906" v="12893" actId="14100"/>
        <pc:sldMkLst>
          <pc:docMk/>
          <pc:sldMk cId="3015459437" sldId="311"/>
        </pc:sldMkLst>
        <pc:spChg chg="mod">
          <ac:chgData name="Arnaldo Satoru Gunzi" userId="41a30d14-40e4-4cae-bd0a-ce9e51e34c46" providerId="ADAL" clId="{E5A03375-E83D-4F99-81D0-C4D19F3F5752}" dt="2023-10-09T11:39:40.079" v="12892" actId="12"/>
          <ac:spMkLst>
            <pc:docMk/>
            <pc:sldMk cId="3015459437" sldId="311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78" v="11867" actId="947"/>
          <ac:spMkLst>
            <pc:docMk/>
            <pc:sldMk cId="3015459437" sldId="311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39:40.079" v="12892" actId="12"/>
          <ac:spMkLst>
            <pc:docMk/>
            <pc:sldMk cId="3015459437" sldId="311"/>
            <ac:spMk id="8" creationId="{266D8E0D-312C-DD06-AD3A-2A2157CD319A}"/>
          </ac:spMkLst>
        </pc:spChg>
        <pc:picChg chg="mod">
          <ac:chgData name="Arnaldo Satoru Gunzi" userId="41a30d14-40e4-4cae-bd0a-ce9e51e34c46" providerId="ADAL" clId="{E5A03375-E83D-4F99-81D0-C4D19F3F5752}" dt="2023-10-09T11:39:43.906" v="12893" actId="14100"/>
          <ac:picMkLst>
            <pc:docMk/>
            <pc:sldMk cId="3015459437" sldId="311"/>
            <ac:picMk id="6" creationId="{648A3BA2-B22A-65CD-EEF1-1B946420C1D6}"/>
          </ac:picMkLst>
        </pc:picChg>
      </pc:sldChg>
      <pc:sldChg chg="modSp mod">
        <pc:chgData name="Arnaldo Satoru Gunzi" userId="41a30d14-40e4-4cae-bd0a-ce9e51e34c46" providerId="ADAL" clId="{E5A03375-E83D-4F99-81D0-C4D19F3F5752}" dt="2023-10-09T11:29:57.159" v="11895" actId="947"/>
        <pc:sldMkLst>
          <pc:docMk/>
          <pc:sldMk cId="4117697853" sldId="312"/>
        </pc:sldMkLst>
        <pc:spChg chg="mod">
          <ac:chgData name="Arnaldo Satoru Gunzi" userId="41a30d14-40e4-4cae-bd0a-ce9e51e34c46" providerId="ADAL" clId="{E5A03375-E83D-4F99-81D0-C4D19F3F5752}" dt="2023-10-09T11:29:57.157" v="11893"/>
          <ac:spMkLst>
            <pc:docMk/>
            <pc:sldMk cId="4117697853" sldId="312"/>
            <ac:spMk id="2" creationId="{822945BD-A650-30D6-3E9F-C87051B13479}"/>
          </ac:spMkLst>
        </pc:spChg>
        <pc:spChg chg="mod">
          <ac:chgData name="Arnaldo Satoru Gunzi" userId="41a30d14-40e4-4cae-bd0a-ce9e51e34c46" providerId="ADAL" clId="{E5A03375-E83D-4F99-81D0-C4D19F3F5752}" dt="2023-10-09T11:29:57.144" v="11889" actId="947"/>
          <ac:spMkLst>
            <pc:docMk/>
            <pc:sldMk cId="4117697853" sldId="312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159" v="11895" actId="947"/>
          <ac:spMkLst>
            <pc:docMk/>
            <pc:sldMk cId="4117697853" sldId="312"/>
            <ac:spMk id="6" creationId="{9776D326-4C11-02CC-3AFF-393C915D84A2}"/>
          </ac:spMkLst>
        </pc:spChg>
        <pc:spChg chg="mod">
          <ac:chgData name="Arnaldo Satoru Gunzi" userId="41a30d14-40e4-4cae-bd0a-ce9e51e34c46" providerId="ADAL" clId="{E5A03375-E83D-4F99-81D0-C4D19F3F5752}" dt="2023-10-09T11:29:57.145" v="11891" actId="947"/>
          <ac:spMkLst>
            <pc:docMk/>
            <pc:sldMk cId="4117697853" sldId="31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196" v="11905" actId="947"/>
        <pc:sldMkLst>
          <pc:docMk/>
          <pc:sldMk cId="116565084" sldId="313"/>
        </pc:sldMkLst>
        <pc:spChg chg="mod">
          <ac:chgData name="Arnaldo Satoru Gunzi" userId="41a30d14-40e4-4cae-bd0a-ce9e51e34c46" providerId="ADAL" clId="{E5A03375-E83D-4F99-81D0-C4D19F3F5752}" dt="2023-10-09T11:29:57.184" v="11901"/>
          <ac:spMkLst>
            <pc:docMk/>
            <pc:sldMk cId="116565084" sldId="313"/>
            <ac:spMk id="2" creationId="{822945BD-A650-30D6-3E9F-C87051B13479}"/>
          </ac:spMkLst>
        </pc:spChg>
        <pc:spChg chg="mod">
          <ac:chgData name="Arnaldo Satoru Gunzi" userId="41a30d14-40e4-4cae-bd0a-ce9e51e34c46" providerId="ADAL" clId="{E5A03375-E83D-4F99-81D0-C4D19F3F5752}" dt="2023-10-09T11:29:57.194" v="11903"/>
          <ac:spMkLst>
            <pc:docMk/>
            <pc:sldMk cId="116565084" sldId="313"/>
            <ac:spMk id="3" creationId="{AD367FA2-13B2-3892-0F8C-D3B4D4080405}"/>
          </ac:spMkLst>
        </pc:spChg>
        <pc:spChg chg="mod">
          <ac:chgData name="Arnaldo Satoru Gunzi" userId="41a30d14-40e4-4cae-bd0a-ce9e51e34c46" providerId="ADAL" clId="{E5A03375-E83D-4F99-81D0-C4D19F3F5752}" dt="2023-10-09T11:29:57.160" v="11897" actId="947"/>
          <ac:spMkLst>
            <pc:docMk/>
            <pc:sldMk cId="116565084" sldId="313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161" v="11899" actId="947"/>
          <ac:spMkLst>
            <pc:docMk/>
            <pc:sldMk cId="116565084" sldId="313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196" v="11905" actId="947"/>
          <ac:spMkLst>
            <pc:docMk/>
            <pc:sldMk cId="116565084" sldId="313"/>
            <ac:spMk id="8" creationId="{A4DD9FE1-FE41-3EF2-3B81-A6504336CB2E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39" v="11815" actId="947"/>
        <pc:sldMkLst>
          <pc:docMk/>
          <pc:sldMk cId="1951900523" sldId="314"/>
        </pc:sldMkLst>
        <pc:spChg chg="mod">
          <ac:chgData name="Arnaldo Satoru Gunzi" userId="41a30d14-40e4-4cae-bd0a-ce9e51e34c46" providerId="ADAL" clId="{E5A03375-E83D-4F99-81D0-C4D19F3F5752}" dt="2023-10-09T11:29:57.038" v="11813" actId="947"/>
          <ac:spMkLst>
            <pc:docMk/>
            <pc:sldMk cId="1951900523" sldId="314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39" v="11815" actId="947"/>
          <ac:spMkLst>
            <pc:docMk/>
            <pc:sldMk cId="1951900523" sldId="31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39:28.647" v="12890" actId="1035"/>
        <pc:sldMkLst>
          <pc:docMk/>
          <pc:sldMk cId="3116071588" sldId="315"/>
        </pc:sldMkLst>
        <pc:spChg chg="mod">
          <ac:chgData name="Arnaldo Satoru Gunzi" userId="41a30d14-40e4-4cae-bd0a-ce9e51e34c46" providerId="ADAL" clId="{E5A03375-E83D-4F99-81D0-C4D19F3F5752}" dt="2023-10-09T11:39:28.647" v="12890" actId="1035"/>
          <ac:spMkLst>
            <pc:docMk/>
            <pc:sldMk cId="3116071588" sldId="315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210" v="11911"/>
          <ac:spMkLst>
            <pc:docMk/>
            <pc:sldMk cId="3116071588" sldId="315"/>
            <ac:spMk id="6" creationId="{61532353-2E36-832E-C846-639163F8AD31}"/>
          </ac:spMkLst>
        </pc:spChg>
        <pc:spChg chg="mod">
          <ac:chgData name="Arnaldo Satoru Gunzi" userId="41a30d14-40e4-4cae-bd0a-ce9e51e34c46" providerId="ADAL" clId="{E5A03375-E83D-4F99-81D0-C4D19F3F5752}" dt="2023-10-09T11:29:57.198" v="11909" actId="947"/>
          <ac:spMkLst>
            <pc:docMk/>
            <pc:sldMk cId="3116071588" sldId="315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219" v="11913"/>
          <ac:spMkLst>
            <pc:docMk/>
            <pc:sldMk cId="3116071588" sldId="315"/>
            <ac:spMk id="8" creationId="{8F373DF7-CB03-14D3-80B3-7EEB6369F538}"/>
          </ac:spMkLst>
        </pc:spChg>
        <pc:spChg chg="mod">
          <ac:chgData name="Arnaldo Satoru Gunzi" userId="41a30d14-40e4-4cae-bd0a-ce9e51e34c46" providerId="ADAL" clId="{E5A03375-E83D-4F99-81D0-C4D19F3F5752}" dt="2023-10-09T11:29:57.228" v="11915"/>
          <ac:spMkLst>
            <pc:docMk/>
            <pc:sldMk cId="3116071588" sldId="315"/>
            <ac:spMk id="9" creationId="{B1AB725F-F222-35FD-527F-1B6B3FE1EEBF}"/>
          </ac:spMkLst>
        </pc:spChg>
        <pc:spChg chg="mod">
          <ac:chgData name="Arnaldo Satoru Gunzi" userId="41a30d14-40e4-4cae-bd0a-ce9e51e34c46" providerId="ADAL" clId="{E5A03375-E83D-4F99-81D0-C4D19F3F5752}" dt="2023-10-09T11:29:57.240" v="11917"/>
          <ac:spMkLst>
            <pc:docMk/>
            <pc:sldMk cId="3116071588" sldId="315"/>
            <ac:spMk id="10" creationId="{D4850BCB-41BF-43C7-A290-6E55FA0AE85D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243" v="11921" actId="947"/>
        <pc:sldMkLst>
          <pc:docMk/>
          <pc:sldMk cId="4272395789" sldId="317"/>
        </pc:sldMkLst>
        <pc:spChg chg="mod">
          <ac:chgData name="Arnaldo Satoru Gunzi" userId="41a30d14-40e4-4cae-bd0a-ce9e51e34c46" providerId="ADAL" clId="{E5A03375-E83D-4F99-81D0-C4D19F3F5752}" dt="2023-10-09T11:29:57.242" v="11919" actId="947"/>
          <ac:spMkLst>
            <pc:docMk/>
            <pc:sldMk cId="4272395789" sldId="317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243" v="11921" actId="947"/>
          <ac:spMkLst>
            <pc:docMk/>
            <pc:sldMk cId="4272395789" sldId="31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276" v="11939" actId="947"/>
        <pc:sldMkLst>
          <pc:docMk/>
          <pc:sldMk cId="4176778515" sldId="320"/>
        </pc:sldMkLst>
        <pc:spChg chg="mod">
          <ac:chgData name="Arnaldo Satoru Gunzi" userId="41a30d14-40e4-4cae-bd0a-ce9e51e34c46" providerId="ADAL" clId="{E5A03375-E83D-4F99-81D0-C4D19F3F5752}" dt="2023-10-09T11:29:57.262" v="11929"/>
          <ac:spMkLst>
            <pc:docMk/>
            <pc:sldMk cId="4176778515" sldId="320"/>
            <ac:spMk id="2" creationId="{907FBE39-1E46-A6AA-CA19-90EC10FCB94C}"/>
          </ac:spMkLst>
        </pc:spChg>
        <pc:spChg chg="mod">
          <ac:chgData name="Arnaldo Satoru Gunzi" userId="41a30d14-40e4-4cae-bd0a-ce9e51e34c46" providerId="ADAL" clId="{E5A03375-E83D-4F99-81D0-C4D19F3F5752}" dt="2023-10-09T11:29:57.263" v="11931" actId="947"/>
          <ac:spMkLst>
            <pc:docMk/>
            <pc:sldMk cId="4176778515" sldId="32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247" v="11927" actId="947"/>
          <ac:spMkLst>
            <pc:docMk/>
            <pc:sldMk cId="4176778515" sldId="320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269" v="11933"/>
          <ac:spMkLst>
            <pc:docMk/>
            <pc:sldMk cId="4176778515" sldId="320"/>
            <ac:spMk id="15" creationId="{AD30D7C4-729D-D997-191E-B7FDF597429B}"/>
          </ac:spMkLst>
        </pc:spChg>
        <pc:spChg chg="mod">
          <ac:chgData name="Arnaldo Satoru Gunzi" userId="41a30d14-40e4-4cae-bd0a-ce9e51e34c46" providerId="ADAL" clId="{E5A03375-E83D-4F99-81D0-C4D19F3F5752}" dt="2023-10-09T11:29:57.272" v="11935"/>
          <ac:spMkLst>
            <pc:docMk/>
            <pc:sldMk cId="4176778515" sldId="320"/>
            <ac:spMk id="16" creationId="{4138AC47-A39F-0144-5109-92BA6E7B802A}"/>
          </ac:spMkLst>
        </pc:spChg>
        <pc:spChg chg="mod">
          <ac:chgData name="Arnaldo Satoru Gunzi" userId="41a30d14-40e4-4cae-bd0a-ce9e51e34c46" providerId="ADAL" clId="{E5A03375-E83D-4F99-81D0-C4D19F3F5752}" dt="2023-10-09T11:29:57.275" v="11937"/>
          <ac:spMkLst>
            <pc:docMk/>
            <pc:sldMk cId="4176778515" sldId="320"/>
            <ac:spMk id="17" creationId="{9306F5F1-AE2D-1618-DD74-A9A0BA81C8E9}"/>
          </ac:spMkLst>
        </pc:spChg>
        <pc:spChg chg="mod">
          <ac:chgData name="Arnaldo Satoru Gunzi" userId="41a30d14-40e4-4cae-bd0a-ce9e51e34c46" providerId="ADAL" clId="{E5A03375-E83D-4F99-81D0-C4D19F3F5752}" dt="2023-10-09T11:29:57.276" v="11939" actId="947"/>
          <ac:spMkLst>
            <pc:docMk/>
            <pc:sldMk cId="4176778515" sldId="320"/>
            <ac:spMk id="18" creationId="{E6626355-B6E5-D38C-8974-732D1ED33858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279" v="11943" actId="947"/>
        <pc:sldMkLst>
          <pc:docMk/>
          <pc:sldMk cId="1967713124" sldId="322"/>
        </pc:sldMkLst>
        <pc:spChg chg="mod">
          <ac:chgData name="Arnaldo Satoru Gunzi" userId="41a30d14-40e4-4cae-bd0a-ce9e51e34c46" providerId="ADAL" clId="{E5A03375-E83D-4F99-81D0-C4D19F3F5752}" dt="2023-10-09T11:29:57.279" v="11943" actId="947"/>
          <ac:spMkLst>
            <pc:docMk/>
            <pc:sldMk cId="1967713124" sldId="32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278" v="11941" actId="947"/>
          <ac:spMkLst>
            <pc:docMk/>
            <pc:sldMk cId="1967713124" sldId="32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294" v="11957" actId="947"/>
        <pc:sldMkLst>
          <pc:docMk/>
          <pc:sldMk cId="3651345920" sldId="323"/>
        </pc:sldMkLst>
        <pc:spChg chg="mod">
          <ac:chgData name="Arnaldo Satoru Gunzi" userId="41a30d14-40e4-4cae-bd0a-ce9e51e34c46" providerId="ADAL" clId="{E5A03375-E83D-4F99-81D0-C4D19F3F5752}" dt="2023-10-09T11:29:57.294" v="11957" actId="947"/>
          <ac:spMkLst>
            <pc:docMk/>
            <pc:sldMk cId="3651345920" sldId="323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293" v="11955" actId="947"/>
          <ac:spMkLst>
            <pc:docMk/>
            <pc:sldMk cId="3651345920" sldId="32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296" v="11961" actId="947"/>
        <pc:sldMkLst>
          <pc:docMk/>
          <pc:sldMk cId="303553139" sldId="324"/>
        </pc:sldMkLst>
        <pc:spChg chg="mod">
          <ac:chgData name="Arnaldo Satoru Gunzi" userId="41a30d14-40e4-4cae-bd0a-ce9e51e34c46" providerId="ADAL" clId="{E5A03375-E83D-4F99-81D0-C4D19F3F5752}" dt="2023-10-09T11:29:57.296" v="11961" actId="947"/>
          <ac:spMkLst>
            <pc:docMk/>
            <pc:sldMk cId="303553139" sldId="32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295" v="11959" actId="947"/>
        <pc:sldMkLst>
          <pc:docMk/>
          <pc:sldMk cId="3635574160" sldId="325"/>
        </pc:sldMkLst>
        <pc:spChg chg="mod">
          <ac:chgData name="Arnaldo Satoru Gunzi" userId="41a30d14-40e4-4cae-bd0a-ce9e51e34c46" providerId="ADAL" clId="{E5A03375-E83D-4F99-81D0-C4D19F3F5752}" dt="2023-10-09T11:29:57.295" v="11959" actId="947"/>
          <ac:spMkLst>
            <pc:docMk/>
            <pc:sldMk cId="3635574160" sldId="32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291" v="11953" actId="947"/>
        <pc:sldMkLst>
          <pc:docMk/>
          <pc:sldMk cId="975008329" sldId="326"/>
        </pc:sldMkLst>
        <pc:spChg chg="mod">
          <ac:chgData name="Arnaldo Satoru Gunzi" userId="41a30d14-40e4-4cae-bd0a-ce9e51e34c46" providerId="ADAL" clId="{E5A03375-E83D-4F99-81D0-C4D19F3F5752}" dt="2023-10-09T11:29:57.285" v="11949"/>
          <ac:spMkLst>
            <pc:docMk/>
            <pc:sldMk cId="975008329" sldId="326"/>
            <ac:spMk id="2" creationId="{944BC774-80EF-445E-10C6-D401C8650C4B}"/>
          </ac:spMkLst>
        </pc:spChg>
        <pc:spChg chg="mod">
          <ac:chgData name="Arnaldo Satoru Gunzi" userId="41a30d14-40e4-4cae-bd0a-ce9e51e34c46" providerId="ADAL" clId="{E5A03375-E83D-4F99-81D0-C4D19F3F5752}" dt="2023-10-09T11:29:57.281" v="11947" actId="947"/>
          <ac:spMkLst>
            <pc:docMk/>
            <pc:sldMk cId="975008329" sldId="326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290" v="11951"/>
          <ac:spMkLst>
            <pc:docMk/>
            <pc:sldMk cId="975008329" sldId="326"/>
            <ac:spMk id="6" creationId="{8FC6A636-205B-96C2-40B0-833097204C66}"/>
          </ac:spMkLst>
        </pc:spChg>
        <pc:spChg chg="mod">
          <ac:chgData name="Arnaldo Satoru Gunzi" userId="41a30d14-40e4-4cae-bd0a-ce9e51e34c46" providerId="ADAL" clId="{E5A03375-E83D-4F99-81D0-C4D19F3F5752}" dt="2023-10-09T11:29:57.280" v="11945" actId="947"/>
          <ac:spMkLst>
            <pc:docMk/>
            <pc:sldMk cId="975008329" sldId="326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291" v="11953" actId="947"/>
          <ac:spMkLst>
            <pc:docMk/>
            <pc:sldMk cId="975008329" sldId="326"/>
            <ac:spMk id="10" creationId="{D07213AD-5EFF-8403-9069-088A4385A105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300" v="11967" actId="947"/>
        <pc:sldMkLst>
          <pc:docMk/>
          <pc:sldMk cId="558620805" sldId="327"/>
        </pc:sldMkLst>
        <pc:spChg chg="mod">
          <ac:chgData name="Arnaldo Satoru Gunzi" userId="41a30d14-40e4-4cae-bd0a-ce9e51e34c46" providerId="ADAL" clId="{E5A03375-E83D-4F99-81D0-C4D19F3F5752}" dt="2023-10-09T11:29:57.300" v="11967" actId="947"/>
          <ac:spMkLst>
            <pc:docMk/>
            <pc:sldMk cId="558620805" sldId="327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299" v="11965" actId="947"/>
          <ac:spMkLst>
            <pc:docMk/>
            <pc:sldMk cId="558620805" sldId="32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297" v="11963" actId="947"/>
        <pc:sldMkLst>
          <pc:docMk/>
          <pc:sldMk cId="2022920788" sldId="328"/>
        </pc:sldMkLst>
        <pc:spChg chg="mod">
          <ac:chgData name="Arnaldo Satoru Gunzi" userId="41a30d14-40e4-4cae-bd0a-ce9e51e34c46" providerId="ADAL" clId="{E5A03375-E83D-4F99-81D0-C4D19F3F5752}" dt="2023-10-09T11:29:57.297" v="11963" actId="947"/>
          <ac:spMkLst>
            <pc:docMk/>
            <pc:sldMk cId="2022920788" sldId="32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324" v="11981" actId="947"/>
        <pc:sldMkLst>
          <pc:docMk/>
          <pc:sldMk cId="3929458362" sldId="329"/>
        </pc:sldMkLst>
        <pc:spChg chg="mod">
          <ac:chgData name="Arnaldo Satoru Gunzi" userId="41a30d14-40e4-4cae-bd0a-ce9e51e34c46" providerId="ADAL" clId="{E5A03375-E83D-4F99-81D0-C4D19F3F5752}" dt="2023-10-09T11:29:57.324" v="11981" actId="947"/>
          <ac:spMkLst>
            <pc:docMk/>
            <pc:sldMk cId="3929458362" sldId="329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322" v="11979" actId="947"/>
          <ac:spMkLst>
            <pc:docMk/>
            <pc:sldMk cId="3929458362" sldId="32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335" v="11997" actId="947"/>
        <pc:sldMkLst>
          <pc:docMk/>
          <pc:sldMk cId="3445663471" sldId="330"/>
        </pc:sldMkLst>
        <pc:spChg chg="mod">
          <ac:chgData name="Arnaldo Satoru Gunzi" userId="41a30d14-40e4-4cae-bd0a-ce9e51e34c46" providerId="ADAL" clId="{E5A03375-E83D-4F99-81D0-C4D19F3F5752}" dt="2023-10-09T11:29:57.335" v="11997" actId="947"/>
          <ac:spMkLst>
            <pc:docMk/>
            <pc:sldMk cId="3445663471" sldId="33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334" v="11995" actId="947"/>
          <ac:spMkLst>
            <pc:docMk/>
            <pc:sldMk cId="3445663471" sldId="33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327" v="11985" actId="947"/>
        <pc:sldMkLst>
          <pc:docMk/>
          <pc:sldMk cId="485617451" sldId="331"/>
        </pc:sldMkLst>
        <pc:spChg chg="mod">
          <ac:chgData name="Arnaldo Satoru Gunzi" userId="41a30d14-40e4-4cae-bd0a-ce9e51e34c46" providerId="ADAL" clId="{E5A03375-E83D-4F99-81D0-C4D19F3F5752}" dt="2023-10-09T11:29:57.327" v="11985" actId="947"/>
          <ac:spMkLst>
            <pc:docMk/>
            <pc:sldMk cId="485617451" sldId="33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325" v="11983" actId="947"/>
          <ac:spMkLst>
            <pc:docMk/>
            <pc:sldMk cId="485617451" sldId="33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333" v="11993" actId="947"/>
        <pc:sldMkLst>
          <pc:docMk/>
          <pc:sldMk cId="3932410282" sldId="332"/>
        </pc:sldMkLst>
        <pc:spChg chg="mod">
          <ac:chgData name="Arnaldo Satoru Gunzi" userId="41a30d14-40e4-4cae-bd0a-ce9e51e34c46" providerId="ADAL" clId="{E5A03375-E83D-4F99-81D0-C4D19F3F5752}" dt="2023-10-09T11:29:57.333" v="11993" actId="947"/>
          <ac:spMkLst>
            <pc:docMk/>
            <pc:sldMk cId="3932410282" sldId="33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331" v="11991" actId="947"/>
          <ac:spMkLst>
            <pc:docMk/>
            <pc:sldMk cId="3932410282" sldId="33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330" v="11989" actId="947"/>
        <pc:sldMkLst>
          <pc:docMk/>
          <pc:sldMk cId="1276816870" sldId="333"/>
        </pc:sldMkLst>
        <pc:spChg chg="mod">
          <ac:chgData name="Arnaldo Satoru Gunzi" userId="41a30d14-40e4-4cae-bd0a-ce9e51e34c46" providerId="ADAL" clId="{E5A03375-E83D-4F99-81D0-C4D19F3F5752}" dt="2023-10-09T11:29:57.330" v="11989" actId="947"/>
          <ac:spMkLst>
            <pc:docMk/>
            <pc:sldMk cId="1276816870" sldId="333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328" v="11987" actId="947"/>
          <ac:spMkLst>
            <pc:docMk/>
            <pc:sldMk cId="1276816870" sldId="33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354" v="12009"/>
        <pc:sldMkLst>
          <pc:docMk/>
          <pc:sldMk cId="2682579038" sldId="335"/>
        </pc:sldMkLst>
        <pc:spChg chg="mod">
          <ac:chgData name="Arnaldo Satoru Gunzi" userId="41a30d14-40e4-4cae-bd0a-ce9e51e34c46" providerId="ADAL" clId="{E5A03375-E83D-4F99-81D0-C4D19F3F5752}" dt="2023-10-09T11:29:57.343" v="12007" actId="947"/>
          <ac:spMkLst>
            <pc:docMk/>
            <pc:sldMk cId="2682579038" sldId="33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354" v="12009"/>
          <ac:spMkLst>
            <pc:docMk/>
            <pc:sldMk cId="2682579038" sldId="335"/>
            <ac:spMk id="5" creationId="{F093ECD6-28A9-A128-F94F-BA33A9A25036}"/>
          </ac:spMkLst>
        </pc:spChg>
        <pc:spChg chg="mod">
          <ac:chgData name="Arnaldo Satoru Gunzi" userId="41a30d14-40e4-4cae-bd0a-ce9e51e34c46" providerId="ADAL" clId="{E5A03375-E83D-4F99-81D0-C4D19F3F5752}" dt="2023-10-09T11:29:57.341" v="12005" actId="947"/>
          <ac:spMkLst>
            <pc:docMk/>
            <pc:sldMk cId="2682579038" sldId="33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419" v="12033" actId="947"/>
        <pc:sldMkLst>
          <pc:docMk/>
          <pc:sldMk cId="876291997" sldId="336"/>
        </pc:sldMkLst>
        <pc:spChg chg="mod">
          <ac:chgData name="Arnaldo Satoru Gunzi" userId="41a30d14-40e4-4cae-bd0a-ce9e51e34c46" providerId="ADAL" clId="{E5A03375-E83D-4F99-81D0-C4D19F3F5752}" dt="2023-10-09T11:29:57.369" v="12013"/>
          <ac:spMkLst>
            <pc:docMk/>
            <pc:sldMk cId="876291997" sldId="336"/>
            <ac:spMk id="5" creationId="{F093ECD6-28A9-A128-F94F-BA33A9A25036}"/>
          </ac:spMkLst>
        </pc:spChg>
        <pc:spChg chg="mod">
          <ac:chgData name="Arnaldo Satoru Gunzi" userId="41a30d14-40e4-4cae-bd0a-ce9e51e34c46" providerId="ADAL" clId="{E5A03375-E83D-4F99-81D0-C4D19F3F5752}" dt="2023-10-09T11:29:57.355" v="12011" actId="947"/>
          <ac:spMkLst>
            <pc:docMk/>
            <pc:sldMk cId="876291997" sldId="336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378" v="12015"/>
          <ac:spMkLst>
            <pc:docMk/>
            <pc:sldMk cId="876291997" sldId="336"/>
            <ac:spMk id="8" creationId="{ED8ED3CE-3D1E-D92D-65DB-46103F9823A0}"/>
          </ac:spMkLst>
        </pc:spChg>
        <pc:spChg chg="mod">
          <ac:chgData name="Arnaldo Satoru Gunzi" userId="41a30d14-40e4-4cae-bd0a-ce9e51e34c46" providerId="ADAL" clId="{E5A03375-E83D-4F99-81D0-C4D19F3F5752}" dt="2023-10-09T11:29:57.380" v="12017" actId="947"/>
          <ac:spMkLst>
            <pc:docMk/>
            <pc:sldMk cId="876291997" sldId="336"/>
            <ac:spMk id="10" creationId="{EEA309A3-53CA-1C75-3DBB-7D077EFC961E}"/>
          </ac:spMkLst>
        </pc:spChg>
        <pc:spChg chg="mod">
          <ac:chgData name="Arnaldo Satoru Gunzi" userId="41a30d14-40e4-4cae-bd0a-ce9e51e34c46" providerId="ADAL" clId="{E5A03375-E83D-4F99-81D0-C4D19F3F5752}" dt="2023-10-09T11:29:57.391" v="12019"/>
          <ac:spMkLst>
            <pc:docMk/>
            <pc:sldMk cId="876291997" sldId="336"/>
            <ac:spMk id="12" creationId="{E156A6A6-DB8D-E66A-52C9-44D065311BCB}"/>
          </ac:spMkLst>
        </pc:spChg>
        <pc:spChg chg="mod">
          <ac:chgData name="Arnaldo Satoru Gunzi" userId="41a30d14-40e4-4cae-bd0a-ce9e51e34c46" providerId="ADAL" clId="{E5A03375-E83D-4F99-81D0-C4D19F3F5752}" dt="2023-10-09T11:29:57.393" v="12021" actId="947"/>
          <ac:spMkLst>
            <pc:docMk/>
            <pc:sldMk cId="876291997" sldId="336"/>
            <ac:spMk id="13" creationId="{4730A139-EA1A-7053-5EB5-8F5BDA9F3ADA}"/>
          </ac:spMkLst>
        </pc:spChg>
        <pc:spChg chg="mod">
          <ac:chgData name="Arnaldo Satoru Gunzi" userId="41a30d14-40e4-4cae-bd0a-ce9e51e34c46" providerId="ADAL" clId="{E5A03375-E83D-4F99-81D0-C4D19F3F5752}" dt="2023-10-09T11:29:57.397" v="12023"/>
          <ac:spMkLst>
            <pc:docMk/>
            <pc:sldMk cId="876291997" sldId="336"/>
            <ac:spMk id="14" creationId="{FF4DA903-DC6E-0501-E958-7C496B68F445}"/>
          </ac:spMkLst>
        </pc:spChg>
        <pc:spChg chg="mod">
          <ac:chgData name="Arnaldo Satoru Gunzi" userId="41a30d14-40e4-4cae-bd0a-ce9e51e34c46" providerId="ADAL" clId="{E5A03375-E83D-4F99-81D0-C4D19F3F5752}" dt="2023-10-09T11:29:57.399" v="12025" actId="947"/>
          <ac:spMkLst>
            <pc:docMk/>
            <pc:sldMk cId="876291997" sldId="336"/>
            <ac:spMk id="15" creationId="{F817A8DF-02F5-A1E1-376F-DF18860EE001}"/>
          </ac:spMkLst>
        </pc:spChg>
        <pc:spChg chg="mod">
          <ac:chgData name="Arnaldo Satoru Gunzi" userId="41a30d14-40e4-4cae-bd0a-ce9e51e34c46" providerId="ADAL" clId="{E5A03375-E83D-4F99-81D0-C4D19F3F5752}" dt="2023-10-09T11:29:57.409" v="12027"/>
          <ac:spMkLst>
            <pc:docMk/>
            <pc:sldMk cId="876291997" sldId="336"/>
            <ac:spMk id="20" creationId="{13A07DD6-2CC8-EEF4-DA65-07B9FD794B25}"/>
          </ac:spMkLst>
        </pc:spChg>
        <pc:spChg chg="mod">
          <ac:chgData name="Arnaldo Satoru Gunzi" userId="41a30d14-40e4-4cae-bd0a-ce9e51e34c46" providerId="ADAL" clId="{E5A03375-E83D-4F99-81D0-C4D19F3F5752}" dt="2023-10-09T11:29:57.410" v="12029" actId="947"/>
          <ac:spMkLst>
            <pc:docMk/>
            <pc:sldMk cId="876291997" sldId="336"/>
            <ac:spMk id="22" creationId="{A5F75D8C-4C16-76F6-2438-95E5F508919C}"/>
          </ac:spMkLst>
        </pc:spChg>
        <pc:spChg chg="mod">
          <ac:chgData name="Arnaldo Satoru Gunzi" userId="41a30d14-40e4-4cae-bd0a-ce9e51e34c46" providerId="ADAL" clId="{E5A03375-E83D-4F99-81D0-C4D19F3F5752}" dt="2023-10-09T11:29:57.418" v="12031"/>
          <ac:spMkLst>
            <pc:docMk/>
            <pc:sldMk cId="876291997" sldId="336"/>
            <ac:spMk id="24" creationId="{0280E00C-696B-1A21-B5BE-847536563D70}"/>
          </ac:spMkLst>
        </pc:spChg>
        <pc:spChg chg="mod">
          <ac:chgData name="Arnaldo Satoru Gunzi" userId="41a30d14-40e4-4cae-bd0a-ce9e51e34c46" providerId="ADAL" clId="{E5A03375-E83D-4F99-81D0-C4D19F3F5752}" dt="2023-10-09T11:29:57.419" v="12033" actId="947"/>
          <ac:spMkLst>
            <pc:docMk/>
            <pc:sldMk cId="876291997" sldId="336"/>
            <ac:spMk id="25" creationId="{1DC98C04-73C7-A377-0156-AD24E8667A5E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448" v="12045" actId="947"/>
        <pc:sldMkLst>
          <pc:docMk/>
          <pc:sldMk cId="1031903255" sldId="337"/>
        </pc:sldMkLst>
        <pc:spChg chg="mod">
          <ac:chgData name="Arnaldo Satoru Gunzi" userId="41a30d14-40e4-4cae-bd0a-ce9e51e34c46" providerId="ADAL" clId="{E5A03375-E83D-4F99-81D0-C4D19F3F5752}" dt="2023-10-09T11:29:57.447" v="12043" actId="947"/>
          <ac:spMkLst>
            <pc:docMk/>
            <pc:sldMk cId="1031903255" sldId="337"/>
            <ac:spMk id="2" creationId="{D83A2C2C-F281-B3D3-4071-C2ECC3FBE2E1}"/>
          </ac:spMkLst>
        </pc:spChg>
        <pc:spChg chg="mod">
          <ac:chgData name="Arnaldo Satoru Gunzi" userId="41a30d14-40e4-4cae-bd0a-ce9e51e34c46" providerId="ADAL" clId="{E5A03375-E83D-4F99-81D0-C4D19F3F5752}" dt="2023-10-09T11:29:57.448" v="12045" actId="947"/>
          <ac:spMkLst>
            <pc:docMk/>
            <pc:sldMk cId="1031903255" sldId="337"/>
            <ac:spMk id="3" creationId="{D2181E8B-6A8B-2A20-8945-3197FB48C9A7}"/>
          </ac:spMkLst>
        </pc:spChg>
        <pc:spChg chg="mod">
          <ac:chgData name="Arnaldo Satoru Gunzi" userId="41a30d14-40e4-4cae-bd0a-ce9e51e34c46" providerId="ADAL" clId="{E5A03375-E83D-4F99-81D0-C4D19F3F5752}" dt="2023-10-09T11:29:57.430" v="12037"/>
          <ac:spMkLst>
            <pc:docMk/>
            <pc:sldMk cId="1031903255" sldId="337"/>
            <ac:spMk id="5" creationId="{F093ECD6-28A9-A128-F94F-BA33A9A25036}"/>
          </ac:spMkLst>
        </pc:spChg>
        <pc:spChg chg="mod">
          <ac:chgData name="Arnaldo Satoru Gunzi" userId="41a30d14-40e4-4cae-bd0a-ce9e51e34c46" providerId="ADAL" clId="{E5A03375-E83D-4F99-81D0-C4D19F3F5752}" dt="2023-10-09T11:29:57.422" v="12035" actId="947"/>
          <ac:spMkLst>
            <pc:docMk/>
            <pc:sldMk cId="1031903255" sldId="337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437" v="12039"/>
          <ac:spMkLst>
            <pc:docMk/>
            <pc:sldMk cId="1031903255" sldId="337"/>
            <ac:spMk id="20" creationId="{13A07DD6-2CC8-EEF4-DA65-07B9FD794B25}"/>
          </ac:spMkLst>
        </pc:spChg>
        <pc:spChg chg="mod">
          <ac:chgData name="Arnaldo Satoru Gunzi" userId="41a30d14-40e4-4cae-bd0a-ce9e51e34c46" providerId="ADAL" clId="{E5A03375-E83D-4F99-81D0-C4D19F3F5752}" dt="2023-10-09T11:29:57.446" v="12041"/>
          <ac:spMkLst>
            <pc:docMk/>
            <pc:sldMk cId="1031903255" sldId="337"/>
            <ac:spMk id="23" creationId="{31A2611C-92EB-7854-60E1-915F6D791D2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340" v="12003" actId="947"/>
        <pc:sldMkLst>
          <pc:docMk/>
          <pc:sldMk cId="4082429722" sldId="364"/>
        </pc:sldMkLst>
        <pc:spChg chg="mod">
          <ac:chgData name="Arnaldo Satoru Gunzi" userId="41a30d14-40e4-4cae-bd0a-ce9e51e34c46" providerId="ADAL" clId="{E5A03375-E83D-4F99-81D0-C4D19F3F5752}" dt="2023-10-09T11:29:57.338" v="12001" actId="947"/>
          <ac:spMkLst>
            <pc:docMk/>
            <pc:sldMk cId="4082429722" sldId="364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340" v="12003" actId="947"/>
          <ac:spMkLst>
            <pc:docMk/>
            <pc:sldMk cId="4082429722" sldId="364"/>
            <ac:spMk id="6" creationId="{8F3F0CF2-D185-9E3E-A7FF-AB82D69969EE}"/>
          </ac:spMkLst>
        </pc:spChg>
        <pc:spChg chg="mod">
          <ac:chgData name="Arnaldo Satoru Gunzi" userId="41a30d14-40e4-4cae-bd0a-ce9e51e34c46" providerId="ADAL" clId="{E5A03375-E83D-4F99-81D0-C4D19F3F5752}" dt="2023-10-09T11:29:57.336" v="11999" actId="947"/>
          <ac:spMkLst>
            <pc:docMk/>
            <pc:sldMk cId="4082429722" sldId="36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321" v="11977"/>
        <pc:sldMkLst>
          <pc:docMk/>
          <pc:sldMk cId="4021080156" sldId="365"/>
        </pc:sldMkLst>
        <pc:spChg chg="mod">
          <ac:chgData name="Arnaldo Satoru Gunzi" userId="41a30d14-40e4-4cae-bd0a-ce9e51e34c46" providerId="ADAL" clId="{E5A03375-E83D-4F99-81D0-C4D19F3F5752}" dt="2023-10-09T11:29:57.302" v="11971" actId="947"/>
          <ac:spMkLst>
            <pc:docMk/>
            <pc:sldMk cId="4021080156" sldId="36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309" v="11973"/>
          <ac:spMkLst>
            <pc:docMk/>
            <pc:sldMk cId="4021080156" sldId="365"/>
            <ac:spMk id="5" creationId="{5A15F19C-9238-5111-052D-D4CED540C1FD}"/>
          </ac:spMkLst>
        </pc:spChg>
        <pc:spChg chg="mod">
          <ac:chgData name="Arnaldo Satoru Gunzi" userId="41a30d14-40e4-4cae-bd0a-ce9e51e34c46" providerId="ADAL" clId="{E5A03375-E83D-4F99-81D0-C4D19F3F5752}" dt="2023-10-09T11:29:57.316" v="11975"/>
          <ac:spMkLst>
            <pc:docMk/>
            <pc:sldMk cId="4021080156" sldId="365"/>
            <ac:spMk id="6" creationId="{DD311BBE-6DE7-C905-6080-7E8CC7F4AA19}"/>
          </ac:spMkLst>
        </pc:spChg>
        <pc:spChg chg="mod">
          <ac:chgData name="Arnaldo Satoru Gunzi" userId="41a30d14-40e4-4cae-bd0a-ce9e51e34c46" providerId="ADAL" clId="{E5A03375-E83D-4F99-81D0-C4D19F3F5752}" dt="2023-10-09T11:29:57.301" v="11969" actId="947"/>
          <ac:spMkLst>
            <pc:docMk/>
            <pc:sldMk cId="4021080156" sldId="365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321" v="11977"/>
          <ac:spMkLst>
            <pc:docMk/>
            <pc:sldMk cId="4021080156" sldId="365"/>
            <ac:spMk id="8" creationId="{617E603B-6BEE-BF3D-EF56-A39929961EA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449" v="12047" actId="947"/>
        <pc:sldMkLst>
          <pc:docMk/>
          <pc:sldMk cId="3002189464" sldId="366"/>
        </pc:sldMkLst>
        <pc:spChg chg="mod">
          <ac:chgData name="Arnaldo Satoru Gunzi" userId="41a30d14-40e4-4cae-bd0a-ce9e51e34c46" providerId="ADAL" clId="{E5A03375-E83D-4F99-81D0-C4D19F3F5752}" dt="2023-10-09T11:29:57.449" v="12047" actId="947"/>
          <ac:spMkLst>
            <pc:docMk/>
            <pc:sldMk cId="3002189464" sldId="366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780" v="12289" actId="947"/>
        <pc:sldMkLst>
          <pc:docMk/>
          <pc:sldMk cId="2236597137" sldId="367"/>
        </pc:sldMkLst>
        <pc:spChg chg="mod">
          <ac:chgData name="Arnaldo Satoru Gunzi" userId="41a30d14-40e4-4cae-bd0a-ce9e51e34c46" providerId="ADAL" clId="{E5A03375-E83D-4F99-81D0-C4D19F3F5752}" dt="2023-10-09T11:29:57.780" v="12289" actId="947"/>
          <ac:spMkLst>
            <pc:docMk/>
            <pc:sldMk cId="2236597137" sldId="367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865" v="12339" actId="947"/>
        <pc:sldMkLst>
          <pc:docMk/>
          <pc:sldMk cId="2424638572" sldId="368"/>
        </pc:sldMkLst>
        <pc:spChg chg="mod">
          <ac:chgData name="Arnaldo Satoru Gunzi" userId="41a30d14-40e4-4cae-bd0a-ce9e51e34c46" providerId="ADAL" clId="{E5A03375-E83D-4F99-81D0-C4D19F3F5752}" dt="2023-10-09T11:29:57.865" v="12339" actId="947"/>
          <ac:spMkLst>
            <pc:docMk/>
            <pc:sldMk cId="2424638572" sldId="368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8.091" v="12449" actId="947"/>
        <pc:sldMkLst>
          <pc:docMk/>
          <pc:sldMk cId="4065337409" sldId="369"/>
        </pc:sldMkLst>
        <pc:spChg chg="mod">
          <ac:chgData name="Arnaldo Satoru Gunzi" userId="41a30d14-40e4-4cae-bd0a-ce9e51e34c46" providerId="ADAL" clId="{E5A03375-E83D-4F99-81D0-C4D19F3F5752}" dt="2023-10-09T11:29:58.091" v="12449" actId="947"/>
          <ac:spMkLst>
            <pc:docMk/>
            <pc:sldMk cId="4065337409" sldId="369"/>
            <ac:spMk id="11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453" v="12051" actId="947"/>
        <pc:sldMkLst>
          <pc:docMk/>
          <pc:sldMk cId="3244002680" sldId="370"/>
        </pc:sldMkLst>
        <pc:spChg chg="mod">
          <ac:chgData name="Arnaldo Satoru Gunzi" userId="41a30d14-40e4-4cae-bd0a-ce9e51e34c46" providerId="ADAL" clId="{E5A03375-E83D-4F99-81D0-C4D19F3F5752}" dt="2023-10-09T11:29:57.453" v="12051" actId="947"/>
          <ac:spMkLst>
            <pc:docMk/>
            <pc:sldMk cId="3244002680" sldId="37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451" v="12049" actId="947"/>
          <ac:spMkLst>
            <pc:docMk/>
            <pc:sldMk cId="3244002680" sldId="37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39:03.615" v="12887" actId="1076"/>
        <pc:sldMkLst>
          <pc:docMk/>
          <pc:sldMk cId="1639119700" sldId="371"/>
        </pc:sldMkLst>
        <pc:spChg chg="mod">
          <ac:chgData name="Arnaldo Satoru Gunzi" userId="41a30d14-40e4-4cae-bd0a-ce9e51e34c46" providerId="ADAL" clId="{E5A03375-E83D-4F99-81D0-C4D19F3F5752}" dt="2023-10-09T11:29:57.462" v="12061" actId="947"/>
          <ac:spMkLst>
            <pc:docMk/>
            <pc:sldMk cId="1639119700" sldId="371"/>
            <ac:spMk id="2" creationId="{DCCCBFE8-5895-4ED2-7383-F033724D70CD}"/>
          </ac:spMkLst>
        </pc:spChg>
        <pc:spChg chg="mod">
          <ac:chgData name="Arnaldo Satoru Gunzi" userId="41a30d14-40e4-4cae-bd0a-ce9e51e34c46" providerId="ADAL" clId="{E5A03375-E83D-4F99-81D0-C4D19F3F5752}" dt="2023-10-09T11:29:57.460" v="12059" actId="947"/>
          <ac:spMkLst>
            <pc:docMk/>
            <pc:sldMk cId="1639119700" sldId="37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459" v="12057" actId="947"/>
          <ac:spMkLst>
            <pc:docMk/>
            <pc:sldMk cId="1639119700" sldId="371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463" v="12063" actId="947"/>
          <ac:spMkLst>
            <pc:docMk/>
            <pc:sldMk cId="1639119700" sldId="371"/>
            <ac:spMk id="10" creationId="{14E5F46F-DD3E-E5F1-8447-4282E3E59758}"/>
          </ac:spMkLst>
        </pc:spChg>
        <pc:spChg chg="mod">
          <ac:chgData name="Arnaldo Satoru Gunzi" userId="41a30d14-40e4-4cae-bd0a-ce9e51e34c46" providerId="ADAL" clId="{E5A03375-E83D-4F99-81D0-C4D19F3F5752}" dt="2023-10-09T11:29:57.464" v="12065" actId="947"/>
          <ac:spMkLst>
            <pc:docMk/>
            <pc:sldMk cId="1639119700" sldId="371"/>
            <ac:spMk id="13" creationId="{740E95AB-593D-5B7D-9DFF-32F80B02DDB7}"/>
          </ac:spMkLst>
        </pc:spChg>
        <pc:spChg chg="mod">
          <ac:chgData name="Arnaldo Satoru Gunzi" userId="41a30d14-40e4-4cae-bd0a-ce9e51e34c46" providerId="ADAL" clId="{E5A03375-E83D-4F99-81D0-C4D19F3F5752}" dt="2023-10-09T11:29:57.466" v="12067" actId="947"/>
          <ac:spMkLst>
            <pc:docMk/>
            <pc:sldMk cId="1639119700" sldId="371"/>
            <ac:spMk id="16" creationId="{7D19F05D-9329-C877-C293-3E3FE7EC78CD}"/>
          </ac:spMkLst>
        </pc:spChg>
        <pc:picChg chg="mod">
          <ac:chgData name="Arnaldo Satoru Gunzi" userId="41a30d14-40e4-4cae-bd0a-ce9e51e34c46" providerId="ADAL" clId="{E5A03375-E83D-4F99-81D0-C4D19F3F5752}" dt="2023-10-09T11:39:03.615" v="12887" actId="1076"/>
          <ac:picMkLst>
            <pc:docMk/>
            <pc:sldMk cId="1639119700" sldId="371"/>
            <ac:picMk id="15" creationId="{CBC2ED84-CF33-0264-196B-CE4853E24A0D}"/>
          </ac:picMkLst>
        </pc:picChg>
      </pc:sldChg>
      <pc:sldChg chg="modSp mod">
        <pc:chgData name="Arnaldo Satoru Gunzi" userId="41a30d14-40e4-4cae-bd0a-ce9e51e34c46" providerId="ADAL" clId="{E5A03375-E83D-4F99-81D0-C4D19F3F5752}" dt="2023-10-11T14:14:37.711" v="13718" actId="20577"/>
        <pc:sldMkLst>
          <pc:docMk/>
          <pc:sldMk cId="1472283737" sldId="372"/>
        </pc:sldMkLst>
        <pc:spChg chg="mod">
          <ac:chgData name="Arnaldo Satoru Gunzi" userId="41a30d14-40e4-4cae-bd0a-ce9e51e34c46" providerId="ADAL" clId="{E5A03375-E83D-4F99-81D0-C4D19F3F5752}" dt="2023-10-11T14:14:37.711" v="13718" actId="20577"/>
          <ac:spMkLst>
            <pc:docMk/>
            <pc:sldMk cId="1472283737" sldId="37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454" v="12053" actId="947"/>
          <ac:spMkLst>
            <pc:docMk/>
            <pc:sldMk cId="1472283737" sldId="37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474" v="12073" actId="947"/>
        <pc:sldMkLst>
          <pc:docMk/>
          <pc:sldMk cId="2940724511" sldId="374"/>
        </pc:sldMkLst>
        <pc:spChg chg="mod">
          <ac:chgData name="Arnaldo Satoru Gunzi" userId="41a30d14-40e4-4cae-bd0a-ce9e51e34c46" providerId="ADAL" clId="{E5A03375-E83D-4F99-81D0-C4D19F3F5752}" dt="2023-10-09T11:29:57.470" v="12071" actId="947"/>
          <ac:spMkLst>
            <pc:docMk/>
            <pc:sldMk cId="2940724511" sldId="374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468" v="12069" actId="947"/>
          <ac:spMkLst>
            <pc:docMk/>
            <pc:sldMk cId="2940724511" sldId="37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474" v="12073" actId="947"/>
          <ac:spMkLst>
            <pc:docMk/>
            <pc:sldMk cId="2940724511" sldId="374"/>
            <ac:spMk id="16" creationId="{7D19F05D-9329-C877-C293-3E3FE7EC78CD}"/>
          </ac:spMkLst>
        </pc:spChg>
      </pc:sldChg>
      <pc:sldChg chg="modSp mod">
        <pc:chgData name="Arnaldo Satoru Gunzi" userId="41a30d14-40e4-4cae-bd0a-ce9e51e34c46" providerId="ADAL" clId="{E5A03375-E83D-4F99-81D0-C4D19F3F5752}" dt="2023-10-09T11:38:54.600" v="12885" actId="255"/>
        <pc:sldMkLst>
          <pc:docMk/>
          <pc:sldMk cId="922867554" sldId="375"/>
        </pc:sldMkLst>
        <pc:spChg chg="mod">
          <ac:chgData name="Arnaldo Satoru Gunzi" userId="41a30d14-40e4-4cae-bd0a-ce9e51e34c46" providerId="ADAL" clId="{E5A03375-E83D-4F99-81D0-C4D19F3F5752}" dt="2023-10-09T11:29:57.481" v="12083" actId="947"/>
          <ac:spMkLst>
            <pc:docMk/>
            <pc:sldMk cId="922867554" sldId="37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479" v="12081" actId="947"/>
          <ac:spMkLst>
            <pc:docMk/>
            <pc:sldMk cId="922867554" sldId="375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38:54.600" v="12885" actId="255"/>
          <ac:spMkLst>
            <pc:docMk/>
            <pc:sldMk cId="922867554" sldId="375"/>
            <ac:spMk id="16" creationId="{7D19F05D-9329-C877-C293-3E3FE7EC78CD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490" v="12089" actId="947"/>
        <pc:sldMkLst>
          <pc:docMk/>
          <pc:sldMk cId="4090578746" sldId="376"/>
        </pc:sldMkLst>
        <pc:spChg chg="mod">
          <ac:chgData name="Arnaldo Satoru Gunzi" userId="41a30d14-40e4-4cae-bd0a-ce9e51e34c46" providerId="ADAL" clId="{E5A03375-E83D-4F99-81D0-C4D19F3F5752}" dt="2023-10-09T11:29:57.490" v="12089" actId="947"/>
          <ac:spMkLst>
            <pc:docMk/>
            <pc:sldMk cId="4090578746" sldId="376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489" v="12087" actId="947"/>
          <ac:spMkLst>
            <pc:docMk/>
            <pc:sldMk cId="4090578746" sldId="37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38:46.763" v="12883" actId="255"/>
        <pc:sldMkLst>
          <pc:docMk/>
          <pc:sldMk cId="4019138376" sldId="377"/>
        </pc:sldMkLst>
        <pc:spChg chg="mod">
          <ac:chgData name="Arnaldo Satoru Gunzi" userId="41a30d14-40e4-4cae-bd0a-ce9e51e34c46" providerId="ADAL" clId="{E5A03375-E83D-4F99-81D0-C4D19F3F5752}" dt="2023-10-09T11:29:57.493" v="12093" actId="947"/>
          <ac:spMkLst>
            <pc:docMk/>
            <pc:sldMk cId="4019138376" sldId="377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491" v="12091" actId="947"/>
          <ac:spMkLst>
            <pc:docMk/>
            <pc:sldMk cId="4019138376" sldId="377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38:46.763" v="12883" actId="255"/>
          <ac:spMkLst>
            <pc:docMk/>
            <pc:sldMk cId="4019138376" sldId="377"/>
            <ac:spMk id="16" creationId="{7D19F05D-9329-C877-C293-3E3FE7EC78CD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501" v="12099" actId="947"/>
        <pc:sldMkLst>
          <pc:docMk/>
          <pc:sldMk cId="2375802935" sldId="378"/>
        </pc:sldMkLst>
        <pc:spChg chg="mod">
          <ac:chgData name="Arnaldo Satoru Gunzi" userId="41a30d14-40e4-4cae-bd0a-ce9e51e34c46" providerId="ADAL" clId="{E5A03375-E83D-4F99-81D0-C4D19F3F5752}" dt="2023-10-09T11:29:57.501" v="12099" actId="947"/>
          <ac:spMkLst>
            <pc:docMk/>
            <pc:sldMk cId="2375802935" sldId="378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499" v="12097" actId="947"/>
          <ac:spMkLst>
            <pc:docMk/>
            <pc:sldMk cId="2375802935" sldId="37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005" v="11761" actId="947"/>
        <pc:sldMkLst>
          <pc:docMk/>
          <pc:sldMk cId="1175832618" sldId="379"/>
        </pc:sldMkLst>
        <pc:spChg chg="mod">
          <ac:chgData name="Arnaldo Satoru Gunzi" userId="41a30d14-40e4-4cae-bd0a-ce9e51e34c46" providerId="ADAL" clId="{E5A03375-E83D-4F99-81D0-C4D19F3F5752}" dt="2023-10-09T11:29:57.004" v="11759" actId="947"/>
          <ac:spMkLst>
            <pc:docMk/>
            <pc:sldMk cId="1175832618" sldId="379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005" v="11761" actId="947"/>
          <ac:spMkLst>
            <pc:docMk/>
            <pc:sldMk cId="1175832618" sldId="37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525" v="12111"/>
        <pc:sldMkLst>
          <pc:docMk/>
          <pc:sldMk cId="1960726255" sldId="380"/>
        </pc:sldMkLst>
        <pc:spChg chg="mod">
          <ac:chgData name="Arnaldo Satoru Gunzi" userId="41a30d14-40e4-4cae-bd0a-ce9e51e34c46" providerId="ADAL" clId="{E5A03375-E83D-4F99-81D0-C4D19F3F5752}" dt="2023-10-09T11:29:57.525" v="12111"/>
          <ac:spMkLst>
            <pc:docMk/>
            <pc:sldMk cId="1960726255" sldId="380"/>
            <ac:spMk id="2" creationId="{70849077-B18B-659D-00E7-E1FD8F443D06}"/>
          </ac:spMkLst>
        </pc:spChg>
        <pc:spChg chg="mod">
          <ac:chgData name="Arnaldo Satoru Gunzi" userId="41a30d14-40e4-4cae-bd0a-ce9e51e34c46" providerId="ADAL" clId="{E5A03375-E83D-4F99-81D0-C4D19F3F5752}" dt="2023-10-09T11:29:57.517" v="12109" actId="947"/>
          <ac:spMkLst>
            <pc:docMk/>
            <pc:sldMk cId="1960726255" sldId="38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515" v="12107" actId="947"/>
          <ac:spMkLst>
            <pc:docMk/>
            <pc:sldMk cId="1960726255" sldId="38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569" v="12125"/>
        <pc:sldMkLst>
          <pc:docMk/>
          <pc:sldMk cId="4256280714" sldId="381"/>
        </pc:sldMkLst>
        <pc:spChg chg="mod">
          <ac:chgData name="Arnaldo Satoru Gunzi" userId="41a30d14-40e4-4cae-bd0a-ce9e51e34c46" providerId="ADAL" clId="{E5A03375-E83D-4F99-81D0-C4D19F3F5752}" dt="2023-10-09T11:29:57.541" v="12117"/>
          <ac:spMkLst>
            <pc:docMk/>
            <pc:sldMk cId="4256280714" sldId="381"/>
            <ac:spMk id="2" creationId="{70849077-B18B-659D-00E7-E1FD8F443D06}"/>
          </ac:spMkLst>
        </pc:spChg>
        <pc:spChg chg="mod">
          <ac:chgData name="Arnaldo Satoru Gunzi" userId="41a30d14-40e4-4cae-bd0a-ce9e51e34c46" providerId="ADAL" clId="{E5A03375-E83D-4F99-81D0-C4D19F3F5752}" dt="2023-10-09T11:29:57.528" v="12115" actId="947"/>
          <ac:spMkLst>
            <pc:docMk/>
            <pc:sldMk cId="4256280714" sldId="38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527" v="12113" actId="947"/>
          <ac:spMkLst>
            <pc:docMk/>
            <pc:sldMk cId="4256280714" sldId="381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555" v="12119"/>
          <ac:spMkLst>
            <pc:docMk/>
            <pc:sldMk cId="4256280714" sldId="381"/>
            <ac:spMk id="9" creationId="{C23E8331-1D07-9345-CC62-D697F3229BC7}"/>
          </ac:spMkLst>
        </pc:spChg>
        <pc:spChg chg="mod">
          <ac:chgData name="Arnaldo Satoru Gunzi" userId="41a30d14-40e4-4cae-bd0a-ce9e51e34c46" providerId="ADAL" clId="{E5A03375-E83D-4F99-81D0-C4D19F3F5752}" dt="2023-10-09T11:29:57.557" v="12121" actId="947"/>
          <ac:spMkLst>
            <pc:docMk/>
            <pc:sldMk cId="4256280714" sldId="381"/>
            <ac:spMk id="10" creationId="{0F4E2B40-04D5-116D-6A75-632E571E35C6}"/>
          </ac:spMkLst>
        </pc:spChg>
        <pc:spChg chg="mod">
          <ac:chgData name="Arnaldo Satoru Gunzi" userId="41a30d14-40e4-4cae-bd0a-ce9e51e34c46" providerId="ADAL" clId="{E5A03375-E83D-4F99-81D0-C4D19F3F5752}" dt="2023-10-09T11:29:57.558" v="12123" actId="947"/>
          <ac:spMkLst>
            <pc:docMk/>
            <pc:sldMk cId="4256280714" sldId="381"/>
            <ac:spMk id="11" creationId="{D4F1D0C0-5C04-8EDC-7F76-2BE2631CB91E}"/>
          </ac:spMkLst>
        </pc:spChg>
        <pc:spChg chg="mod">
          <ac:chgData name="Arnaldo Satoru Gunzi" userId="41a30d14-40e4-4cae-bd0a-ce9e51e34c46" providerId="ADAL" clId="{E5A03375-E83D-4F99-81D0-C4D19F3F5752}" dt="2023-10-09T11:29:57.569" v="12125"/>
          <ac:spMkLst>
            <pc:docMk/>
            <pc:sldMk cId="4256280714" sldId="381"/>
            <ac:spMk id="12" creationId="{6F9F6018-5458-2F6F-1E5C-8B824E5CC8A4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622" v="12143"/>
        <pc:sldMkLst>
          <pc:docMk/>
          <pc:sldMk cId="1662278114" sldId="382"/>
        </pc:sldMkLst>
        <pc:spChg chg="mod">
          <ac:chgData name="Arnaldo Satoru Gunzi" userId="41a30d14-40e4-4cae-bd0a-ce9e51e34c46" providerId="ADAL" clId="{E5A03375-E83D-4F99-81D0-C4D19F3F5752}" dt="2023-10-09T11:29:57.583" v="12131"/>
          <ac:spMkLst>
            <pc:docMk/>
            <pc:sldMk cId="1662278114" sldId="382"/>
            <ac:spMk id="2" creationId="{70849077-B18B-659D-00E7-E1FD8F443D06}"/>
          </ac:spMkLst>
        </pc:spChg>
        <pc:spChg chg="mod">
          <ac:chgData name="Arnaldo Satoru Gunzi" userId="41a30d14-40e4-4cae-bd0a-ce9e51e34c46" providerId="ADAL" clId="{E5A03375-E83D-4F99-81D0-C4D19F3F5752}" dt="2023-10-09T11:29:57.572" v="12129" actId="947"/>
          <ac:spMkLst>
            <pc:docMk/>
            <pc:sldMk cId="1662278114" sldId="38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13" v="12139"/>
          <ac:spMkLst>
            <pc:docMk/>
            <pc:sldMk cId="1662278114" sldId="382"/>
            <ac:spMk id="5" creationId="{19D6EDFF-A348-4EC7-C983-A3EBE6B2B22D}"/>
          </ac:spMkLst>
        </pc:spChg>
        <pc:spChg chg="mod">
          <ac:chgData name="Arnaldo Satoru Gunzi" userId="41a30d14-40e4-4cae-bd0a-ce9e51e34c46" providerId="ADAL" clId="{E5A03375-E83D-4F99-81D0-C4D19F3F5752}" dt="2023-10-09T11:29:57.617" v="12141"/>
          <ac:spMkLst>
            <pc:docMk/>
            <pc:sldMk cId="1662278114" sldId="382"/>
            <ac:spMk id="6" creationId="{C5620482-8910-B4F4-53AC-8343D1869140}"/>
          </ac:spMkLst>
        </pc:spChg>
        <pc:spChg chg="mod">
          <ac:chgData name="Arnaldo Satoru Gunzi" userId="41a30d14-40e4-4cae-bd0a-ce9e51e34c46" providerId="ADAL" clId="{E5A03375-E83D-4F99-81D0-C4D19F3F5752}" dt="2023-10-09T11:29:57.570" v="12127" actId="947"/>
          <ac:spMkLst>
            <pc:docMk/>
            <pc:sldMk cId="1662278114" sldId="382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596" v="12133"/>
          <ac:spMkLst>
            <pc:docMk/>
            <pc:sldMk cId="1662278114" sldId="382"/>
            <ac:spMk id="9" creationId="{C23E8331-1D07-9345-CC62-D697F3229BC7}"/>
          </ac:spMkLst>
        </pc:spChg>
        <pc:spChg chg="mod">
          <ac:chgData name="Arnaldo Satoru Gunzi" userId="41a30d14-40e4-4cae-bd0a-ce9e51e34c46" providerId="ADAL" clId="{E5A03375-E83D-4F99-81D0-C4D19F3F5752}" dt="2023-10-09T11:29:57.597" v="12135" actId="947"/>
          <ac:spMkLst>
            <pc:docMk/>
            <pc:sldMk cId="1662278114" sldId="382"/>
            <ac:spMk id="11" creationId="{D4F1D0C0-5C04-8EDC-7F76-2BE2631CB91E}"/>
          </ac:spMkLst>
        </pc:spChg>
        <pc:spChg chg="mod">
          <ac:chgData name="Arnaldo Satoru Gunzi" userId="41a30d14-40e4-4cae-bd0a-ce9e51e34c46" providerId="ADAL" clId="{E5A03375-E83D-4F99-81D0-C4D19F3F5752}" dt="2023-10-09T11:29:57.602" v="12137"/>
          <ac:spMkLst>
            <pc:docMk/>
            <pc:sldMk cId="1662278114" sldId="382"/>
            <ac:spMk id="12" creationId="{6F9F6018-5458-2F6F-1E5C-8B824E5CC8A4}"/>
          </ac:spMkLst>
        </pc:spChg>
        <pc:spChg chg="mod">
          <ac:chgData name="Arnaldo Satoru Gunzi" userId="41a30d14-40e4-4cae-bd0a-ce9e51e34c46" providerId="ADAL" clId="{E5A03375-E83D-4F99-81D0-C4D19F3F5752}" dt="2023-10-09T11:29:57.622" v="12143"/>
          <ac:spMkLst>
            <pc:docMk/>
            <pc:sldMk cId="1662278114" sldId="382"/>
            <ac:spMk id="13" creationId="{70F68D08-4B3D-9E85-6333-A9DE088CF9B7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514" v="12105"/>
        <pc:sldMkLst>
          <pc:docMk/>
          <pc:sldMk cId="3884257327" sldId="383"/>
        </pc:sldMkLst>
        <pc:spChg chg="mod">
          <ac:chgData name="Arnaldo Satoru Gunzi" userId="41a30d14-40e4-4cae-bd0a-ce9e51e34c46" providerId="ADAL" clId="{E5A03375-E83D-4F99-81D0-C4D19F3F5752}" dt="2023-10-09T11:29:57.514" v="12105"/>
          <ac:spMkLst>
            <pc:docMk/>
            <pc:sldMk cId="3884257327" sldId="383"/>
            <ac:spMk id="2" creationId="{70849077-B18B-659D-00E7-E1FD8F443D06}"/>
          </ac:spMkLst>
        </pc:spChg>
        <pc:spChg chg="mod">
          <ac:chgData name="Arnaldo Satoru Gunzi" userId="41a30d14-40e4-4cae-bd0a-ce9e51e34c46" providerId="ADAL" clId="{E5A03375-E83D-4F99-81D0-C4D19F3F5752}" dt="2023-10-09T11:29:57.504" v="12103" actId="947"/>
          <ac:spMkLst>
            <pc:docMk/>
            <pc:sldMk cId="3884257327" sldId="383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502" v="12101" actId="947"/>
          <ac:spMkLst>
            <pc:docMk/>
            <pc:sldMk cId="3884257327" sldId="38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11T07:53:15.559" v="13071" actId="113"/>
        <pc:sldMkLst>
          <pc:docMk/>
          <pc:sldMk cId="1547859046" sldId="384"/>
        </pc:sldMkLst>
        <pc:spChg chg="mod">
          <ac:chgData name="Arnaldo Satoru Gunzi" userId="41a30d14-40e4-4cae-bd0a-ce9e51e34c46" providerId="ADAL" clId="{E5A03375-E83D-4F99-81D0-C4D19F3F5752}" dt="2023-10-11T07:53:15.559" v="13071" actId="113"/>
          <ac:spMkLst>
            <pc:docMk/>
            <pc:sldMk cId="1547859046" sldId="384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39" v="12163" actId="947"/>
          <ac:spMkLst>
            <pc:docMk/>
            <pc:sldMk cId="1547859046" sldId="384"/>
            <ac:spMk id="6" creationId="{E1416F31-3D52-D02C-8460-EEC391817337}"/>
          </ac:spMkLst>
        </pc:spChg>
        <pc:spChg chg="mod">
          <ac:chgData name="Arnaldo Satoru Gunzi" userId="41a30d14-40e4-4cae-bd0a-ce9e51e34c46" providerId="ADAL" clId="{E5A03375-E83D-4F99-81D0-C4D19F3F5752}" dt="2023-10-09T11:29:57.633" v="12157" actId="947"/>
          <ac:spMkLst>
            <pc:docMk/>
            <pc:sldMk cId="1547859046" sldId="38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38:27.714" v="12879" actId="255"/>
          <ac:spMkLst>
            <pc:docMk/>
            <pc:sldMk cId="1547859046" sldId="384"/>
            <ac:spMk id="14" creationId="{7302853F-C042-C6F3-CA1F-8BAC96771EB3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478" v="12079" actId="947"/>
        <pc:sldMkLst>
          <pc:docMk/>
          <pc:sldMk cId="1010814207" sldId="385"/>
        </pc:sldMkLst>
        <pc:spChg chg="mod">
          <ac:chgData name="Arnaldo Satoru Gunzi" userId="41a30d14-40e4-4cae-bd0a-ce9e51e34c46" providerId="ADAL" clId="{E5A03375-E83D-4F99-81D0-C4D19F3F5752}" dt="2023-10-09T11:29:57.477" v="12077" actId="947"/>
          <ac:spMkLst>
            <pc:docMk/>
            <pc:sldMk cId="1010814207" sldId="38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475" v="12075" actId="947"/>
          <ac:spMkLst>
            <pc:docMk/>
            <pc:sldMk cId="1010814207" sldId="385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478" v="12079" actId="947"/>
          <ac:spMkLst>
            <pc:docMk/>
            <pc:sldMk cId="1010814207" sldId="385"/>
            <ac:spMk id="16" creationId="{7D19F05D-9329-C877-C293-3E3FE7EC78CD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632" v="12155" actId="947"/>
        <pc:sldMkLst>
          <pc:docMk/>
          <pc:sldMk cId="1112635326" sldId="386"/>
        </pc:sldMkLst>
        <pc:spChg chg="mod">
          <ac:chgData name="Arnaldo Satoru Gunzi" userId="41a30d14-40e4-4cae-bd0a-ce9e51e34c46" providerId="ADAL" clId="{E5A03375-E83D-4F99-81D0-C4D19F3F5752}" dt="2023-10-09T11:29:57.631" v="12153" actId="947"/>
          <ac:spMkLst>
            <pc:docMk/>
            <pc:sldMk cId="1112635326" sldId="386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29" v="12151" actId="947"/>
          <ac:spMkLst>
            <pc:docMk/>
            <pc:sldMk cId="1112635326" sldId="386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632" v="12155" actId="947"/>
          <ac:spMkLst>
            <pc:docMk/>
            <pc:sldMk cId="1112635326" sldId="386"/>
            <ac:spMk id="16" creationId="{7D19F05D-9329-C877-C293-3E3FE7EC78CD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627" v="12149" actId="947"/>
        <pc:sldMkLst>
          <pc:docMk/>
          <pc:sldMk cId="2813731100" sldId="387"/>
        </pc:sldMkLst>
        <pc:spChg chg="mod">
          <ac:chgData name="Arnaldo Satoru Gunzi" userId="41a30d14-40e4-4cae-bd0a-ce9e51e34c46" providerId="ADAL" clId="{E5A03375-E83D-4F99-81D0-C4D19F3F5752}" dt="2023-10-09T11:29:57.625" v="12147" actId="947"/>
          <ac:spMkLst>
            <pc:docMk/>
            <pc:sldMk cId="2813731100" sldId="387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24" v="12145" actId="947"/>
          <ac:spMkLst>
            <pc:docMk/>
            <pc:sldMk cId="2813731100" sldId="387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627" v="12149" actId="947"/>
          <ac:spMkLst>
            <pc:docMk/>
            <pc:sldMk cId="2813731100" sldId="387"/>
            <ac:spMk id="8" creationId="{27FEAD43-3135-F733-17B9-E026B33AA95F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642" v="12167" actId="947"/>
        <pc:sldMkLst>
          <pc:docMk/>
          <pc:sldMk cId="2594542369" sldId="388"/>
        </pc:sldMkLst>
        <pc:spChg chg="mod">
          <ac:chgData name="Arnaldo Satoru Gunzi" userId="41a30d14-40e4-4cae-bd0a-ce9e51e34c46" providerId="ADAL" clId="{E5A03375-E83D-4F99-81D0-C4D19F3F5752}" dt="2023-10-09T11:29:57.642" v="12167" actId="947"/>
          <ac:spMkLst>
            <pc:docMk/>
            <pc:sldMk cId="2594542369" sldId="388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41" v="12165" actId="947"/>
          <ac:spMkLst>
            <pc:docMk/>
            <pc:sldMk cId="2594542369" sldId="38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647" v="12173" actId="947"/>
        <pc:sldMkLst>
          <pc:docMk/>
          <pc:sldMk cId="119511073" sldId="389"/>
        </pc:sldMkLst>
        <pc:spChg chg="mod">
          <ac:chgData name="Arnaldo Satoru Gunzi" userId="41a30d14-40e4-4cae-bd0a-ce9e51e34c46" providerId="ADAL" clId="{E5A03375-E83D-4F99-81D0-C4D19F3F5752}" dt="2023-10-09T11:29:57.645" v="12171" actId="947"/>
          <ac:spMkLst>
            <pc:docMk/>
            <pc:sldMk cId="119511073" sldId="389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43" v="12169" actId="947"/>
          <ac:spMkLst>
            <pc:docMk/>
            <pc:sldMk cId="119511073" sldId="389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647" v="12173" actId="947"/>
          <ac:spMkLst>
            <pc:docMk/>
            <pc:sldMk cId="119511073" sldId="389"/>
            <ac:spMk id="16" creationId="{7D19F05D-9329-C877-C293-3E3FE7EC78CD}"/>
          </ac:spMkLst>
        </pc:spChg>
      </pc:sldChg>
      <pc:sldChg chg="modSp mod">
        <pc:chgData name="Arnaldo Satoru Gunzi" userId="41a30d14-40e4-4cae-bd0a-ce9e51e34c46" providerId="ADAL" clId="{E5A03375-E83D-4F99-81D0-C4D19F3F5752}" dt="2023-10-09T11:38:20.436" v="12877" actId="6549"/>
        <pc:sldMkLst>
          <pc:docMk/>
          <pc:sldMk cId="555106317" sldId="390"/>
        </pc:sldMkLst>
        <pc:spChg chg="mod">
          <ac:chgData name="Arnaldo Satoru Gunzi" userId="41a30d14-40e4-4cae-bd0a-ce9e51e34c46" providerId="ADAL" clId="{E5A03375-E83D-4F99-81D0-C4D19F3F5752}" dt="2023-10-09T11:29:57.650" v="12177" actId="947"/>
          <ac:spMkLst>
            <pc:docMk/>
            <pc:sldMk cId="555106317" sldId="39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38:20.436" v="12877" actId="6549"/>
          <ac:spMkLst>
            <pc:docMk/>
            <pc:sldMk cId="555106317" sldId="390"/>
            <ac:spMk id="6" creationId="{2E932065-19A6-EB2C-E4B5-F4DA0B0C6302}"/>
          </ac:spMkLst>
        </pc:spChg>
        <pc:spChg chg="mod">
          <ac:chgData name="Arnaldo Satoru Gunzi" userId="41a30d14-40e4-4cae-bd0a-ce9e51e34c46" providerId="ADAL" clId="{E5A03375-E83D-4F99-81D0-C4D19F3F5752}" dt="2023-10-09T11:29:57.648" v="12175" actId="947"/>
          <ac:spMkLst>
            <pc:docMk/>
            <pc:sldMk cId="555106317" sldId="39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661" v="12183" actId="947"/>
        <pc:sldMkLst>
          <pc:docMk/>
          <pc:sldMk cId="237711324" sldId="391"/>
        </pc:sldMkLst>
        <pc:spChg chg="mod">
          <ac:chgData name="Arnaldo Satoru Gunzi" userId="41a30d14-40e4-4cae-bd0a-ce9e51e34c46" providerId="ADAL" clId="{E5A03375-E83D-4F99-81D0-C4D19F3F5752}" dt="2023-10-09T11:29:57.661" v="12183" actId="947"/>
          <ac:spMkLst>
            <pc:docMk/>
            <pc:sldMk cId="237711324" sldId="39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59" v="12181" actId="947"/>
          <ac:spMkLst>
            <pc:docMk/>
            <pc:sldMk cId="237711324" sldId="391"/>
            <ac:spMk id="7" creationId="{00000000-0000-0000-0000-000000000000}"/>
          </ac:spMkLst>
        </pc:spChg>
      </pc:sldChg>
      <pc:sldChg chg="addSp modSp mod">
        <pc:chgData name="Arnaldo Satoru Gunzi" userId="41a30d14-40e4-4cae-bd0a-ce9e51e34c46" providerId="ADAL" clId="{E5A03375-E83D-4F99-81D0-C4D19F3F5752}" dt="2023-10-09T11:29:57.664" v="12187" actId="947"/>
        <pc:sldMkLst>
          <pc:docMk/>
          <pc:sldMk cId="3186692531" sldId="392"/>
        </pc:sldMkLst>
        <pc:spChg chg="mod">
          <ac:chgData name="Arnaldo Satoru Gunzi" userId="41a30d14-40e4-4cae-bd0a-ce9e51e34c46" providerId="ADAL" clId="{E5A03375-E83D-4F99-81D0-C4D19F3F5752}" dt="2023-10-09T11:29:57.664" v="12187" actId="947"/>
          <ac:spMkLst>
            <pc:docMk/>
            <pc:sldMk cId="3186692531" sldId="39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62" v="12185" actId="947"/>
          <ac:spMkLst>
            <pc:docMk/>
            <pc:sldMk cId="3186692531" sldId="392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5T12:32:03.389" v="509" actId="1076"/>
          <ac:picMkLst>
            <pc:docMk/>
            <pc:sldMk cId="3186692531" sldId="392"/>
            <ac:picMk id="5" creationId="{6F85422A-8D5C-A839-8B52-0A46F791F6D3}"/>
          </ac:picMkLst>
        </pc:picChg>
      </pc:sldChg>
      <pc:sldChg chg="del">
        <pc:chgData name="Arnaldo Satoru Gunzi" userId="41a30d14-40e4-4cae-bd0a-ce9e51e34c46" providerId="ADAL" clId="{E5A03375-E83D-4F99-81D0-C4D19F3F5752}" dt="2023-10-05T14:30:56.472" v="1052" actId="47"/>
        <pc:sldMkLst>
          <pc:docMk/>
          <pc:sldMk cId="1637218745" sldId="393"/>
        </pc:sldMkLst>
      </pc:sldChg>
      <pc:sldChg chg="modSp mod">
        <pc:chgData name="Arnaldo Satoru Gunzi" userId="41a30d14-40e4-4cae-bd0a-ce9e51e34c46" providerId="ADAL" clId="{E5A03375-E83D-4F99-81D0-C4D19F3F5752}" dt="2023-10-09T11:29:57.785" v="12293" actId="947"/>
        <pc:sldMkLst>
          <pc:docMk/>
          <pc:sldMk cId="2664771519" sldId="394"/>
        </pc:sldMkLst>
        <pc:spChg chg="mod">
          <ac:chgData name="Arnaldo Satoru Gunzi" userId="41a30d14-40e4-4cae-bd0a-ce9e51e34c46" providerId="ADAL" clId="{E5A03375-E83D-4F99-81D0-C4D19F3F5752}" dt="2023-10-09T11:29:57.782" v="12291" actId="947"/>
          <ac:spMkLst>
            <pc:docMk/>
            <pc:sldMk cId="2664771519" sldId="39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785" v="12293" actId="947"/>
          <ac:spMkLst>
            <pc:docMk/>
            <pc:sldMk cId="2664771519" sldId="394"/>
            <ac:spMk id="8" creationId="{AD55C9D6-E77B-F6B5-8595-B6E1D1CCA6BA}"/>
          </ac:spMkLst>
        </pc:spChg>
      </pc:sldChg>
      <pc:sldChg chg="modSp mod">
        <pc:chgData name="Arnaldo Satoru Gunzi" userId="41a30d14-40e4-4cae-bd0a-ce9e51e34c46" providerId="ADAL" clId="{E5A03375-E83D-4F99-81D0-C4D19F3F5752}" dt="2023-10-09T11:37:42.434" v="12870" actId="20577"/>
        <pc:sldMkLst>
          <pc:docMk/>
          <pc:sldMk cId="138425394" sldId="395"/>
        </pc:sldMkLst>
        <pc:spChg chg="mod">
          <ac:chgData name="Arnaldo Satoru Gunzi" userId="41a30d14-40e4-4cae-bd0a-ce9e51e34c46" providerId="ADAL" clId="{E5A03375-E83D-4F99-81D0-C4D19F3F5752}" dt="2023-10-09T11:37:42.434" v="12870" actId="20577"/>
          <ac:spMkLst>
            <pc:docMk/>
            <pc:sldMk cId="138425394" sldId="395"/>
            <ac:spMk id="2" creationId="{1B8CEF1B-E291-BB8B-1D1F-E29844DEE80D}"/>
          </ac:spMkLst>
        </pc:spChg>
        <pc:spChg chg="mod">
          <ac:chgData name="Arnaldo Satoru Gunzi" userId="41a30d14-40e4-4cae-bd0a-ce9e51e34c46" providerId="ADAL" clId="{E5A03375-E83D-4F99-81D0-C4D19F3F5752}" dt="2023-10-09T11:29:57.787" v="12295" actId="947"/>
          <ac:spMkLst>
            <pc:docMk/>
            <pc:sldMk cId="138425394" sldId="395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793" v="12299" actId="947"/>
          <ac:spMkLst>
            <pc:docMk/>
            <pc:sldMk cId="138425394" sldId="395"/>
            <ac:spMk id="10" creationId="{3BB595D5-270C-E1C3-C7E1-2C07442BC166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804" v="12307" actId="947"/>
        <pc:sldMkLst>
          <pc:docMk/>
          <pc:sldMk cId="2167482450" sldId="396"/>
        </pc:sldMkLst>
        <pc:spChg chg="mod">
          <ac:chgData name="Arnaldo Satoru Gunzi" userId="41a30d14-40e4-4cae-bd0a-ce9e51e34c46" providerId="ADAL" clId="{E5A03375-E83D-4F99-81D0-C4D19F3F5752}" dt="2023-10-09T11:29:57.801" v="12305" actId="947"/>
          <ac:spMkLst>
            <pc:docMk/>
            <pc:sldMk cId="2167482450" sldId="396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804" v="12307" actId="947"/>
          <ac:spMkLst>
            <pc:docMk/>
            <pc:sldMk cId="2167482450" sldId="396"/>
            <ac:spMk id="69" creationId="{4E1EB7D3-BC8D-7624-8903-BDF7403BFD34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818" v="12313" actId="947"/>
        <pc:sldMkLst>
          <pc:docMk/>
          <pc:sldMk cId="1850304679" sldId="397"/>
        </pc:sldMkLst>
        <pc:spChg chg="mod">
          <ac:chgData name="Arnaldo Satoru Gunzi" userId="41a30d14-40e4-4cae-bd0a-ce9e51e34c46" providerId="ADAL" clId="{E5A03375-E83D-4F99-81D0-C4D19F3F5752}" dt="2023-10-09T11:29:57.815" v="12311" actId="947"/>
          <ac:spMkLst>
            <pc:docMk/>
            <pc:sldMk cId="1850304679" sldId="397"/>
            <ac:spMk id="4" creationId="{FA85667C-86EA-CE1D-C8FE-05CFCA875382}"/>
          </ac:spMkLst>
        </pc:spChg>
        <pc:spChg chg="mod">
          <ac:chgData name="Arnaldo Satoru Gunzi" userId="41a30d14-40e4-4cae-bd0a-ce9e51e34c46" providerId="ADAL" clId="{E5A03375-E83D-4F99-81D0-C4D19F3F5752}" dt="2023-10-09T11:29:57.806" v="12309" actId="947"/>
          <ac:spMkLst>
            <pc:docMk/>
            <pc:sldMk cId="1850304679" sldId="397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818" v="12313" actId="947"/>
          <ac:spMkLst>
            <pc:docMk/>
            <pc:sldMk cId="1850304679" sldId="397"/>
            <ac:spMk id="8" creationId="{5EAF1AB4-56BB-C678-93FA-8908E6474F99}"/>
          </ac:spMkLst>
        </pc:spChg>
      </pc:sldChg>
      <pc:sldChg chg="modSp mod">
        <pc:chgData name="Arnaldo Satoru Gunzi" userId="41a30d14-40e4-4cae-bd0a-ce9e51e34c46" providerId="ADAL" clId="{E5A03375-E83D-4F99-81D0-C4D19F3F5752}" dt="2023-10-09T11:37:22.302" v="12868" actId="1076"/>
        <pc:sldMkLst>
          <pc:docMk/>
          <pc:sldMk cId="3300331641" sldId="398"/>
        </pc:sldMkLst>
        <pc:spChg chg="mod">
          <ac:chgData name="Arnaldo Satoru Gunzi" userId="41a30d14-40e4-4cae-bd0a-ce9e51e34c46" providerId="ADAL" clId="{E5A03375-E83D-4F99-81D0-C4D19F3F5752}" dt="2023-10-09T11:37:18.804" v="12867" actId="20577"/>
          <ac:spMkLst>
            <pc:docMk/>
            <pc:sldMk cId="3300331641" sldId="398"/>
            <ac:spMk id="4" creationId="{FA85667C-86EA-CE1D-C8FE-05CFCA875382}"/>
          </ac:spMkLst>
        </pc:spChg>
        <pc:spChg chg="mod">
          <ac:chgData name="Arnaldo Satoru Gunzi" userId="41a30d14-40e4-4cae-bd0a-ce9e51e34c46" providerId="ADAL" clId="{E5A03375-E83D-4F99-81D0-C4D19F3F5752}" dt="2023-10-09T11:29:57.820" v="12315" actId="947"/>
          <ac:spMkLst>
            <pc:docMk/>
            <pc:sldMk cId="3300331641" sldId="398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827" v="12319" actId="947"/>
          <ac:spMkLst>
            <pc:docMk/>
            <pc:sldMk cId="3300331641" sldId="398"/>
            <ac:spMk id="8" creationId="{5EAF1AB4-56BB-C678-93FA-8908E6474F99}"/>
          </ac:spMkLst>
        </pc:spChg>
        <pc:picChg chg="mod">
          <ac:chgData name="Arnaldo Satoru Gunzi" userId="41a30d14-40e4-4cae-bd0a-ce9e51e34c46" providerId="ADAL" clId="{E5A03375-E83D-4F99-81D0-C4D19F3F5752}" dt="2023-10-09T11:37:22.302" v="12868" actId="1076"/>
          <ac:picMkLst>
            <pc:docMk/>
            <pc:sldMk cId="3300331641" sldId="398"/>
            <ac:picMk id="5" creationId="{315879BE-9D80-CEAE-4F50-D90DA37908A3}"/>
          </ac:picMkLst>
        </pc:picChg>
      </pc:sldChg>
      <pc:sldChg chg="modSp mod">
        <pc:chgData name="Arnaldo Satoru Gunzi" userId="41a30d14-40e4-4cae-bd0a-ce9e51e34c46" providerId="ADAL" clId="{E5A03375-E83D-4F99-81D0-C4D19F3F5752}" dt="2023-10-09T11:29:57.832" v="12323" actId="947"/>
        <pc:sldMkLst>
          <pc:docMk/>
          <pc:sldMk cId="1273261048" sldId="399"/>
        </pc:sldMkLst>
        <pc:spChg chg="mod">
          <ac:chgData name="Arnaldo Satoru Gunzi" userId="41a30d14-40e4-4cae-bd0a-ce9e51e34c46" providerId="ADAL" clId="{E5A03375-E83D-4F99-81D0-C4D19F3F5752}" dt="2023-10-09T11:29:57.832" v="12323" actId="947"/>
          <ac:spMkLst>
            <pc:docMk/>
            <pc:sldMk cId="1273261048" sldId="399"/>
            <ac:spMk id="4" creationId="{FA85667C-86EA-CE1D-C8FE-05CFCA875382}"/>
          </ac:spMkLst>
        </pc:spChg>
        <pc:spChg chg="mod">
          <ac:chgData name="Arnaldo Satoru Gunzi" userId="41a30d14-40e4-4cae-bd0a-ce9e51e34c46" providerId="ADAL" clId="{E5A03375-E83D-4F99-81D0-C4D19F3F5752}" dt="2023-10-09T11:29:57.829" v="12321" actId="947"/>
          <ac:spMkLst>
            <pc:docMk/>
            <pc:sldMk cId="1273261048" sldId="39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36:51.576" v="12859" actId="404"/>
        <pc:sldMkLst>
          <pc:docMk/>
          <pc:sldMk cId="2062528187" sldId="400"/>
        </pc:sldMkLst>
        <pc:spChg chg="mod">
          <ac:chgData name="Arnaldo Satoru Gunzi" userId="41a30d14-40e4-4cae-bd0a-ce9e51e34c46" providerId="ADAL" clId="{E5A03375-E83D-4F99-81D0-C4D19F3F5752}" dt="2023-10-09T11:36:51.576" v="12859" actId="404"/>
          <ac:spMkLst>
            <pc:docMk/>
            <pc:sldMk cId="2062528187" sldId="400"/>
            <ac:spMk id="5" creationId="{BCE5BE39-2B03-4329-371E-A119ABD3EF3E}"/>
          </ac:spMkLst>
        </pc:spChg>
        <pc:spChg chg="mod">
          <ac:chgData name="Arnaldo Satoru Gunzi" userId="41a30d14-40e4-4cae-bd0a-ce9e51e34c46" providerId="ADAL" clId="{E5A03375-E83D-4F99-81D0-C4D19F3F5752}" dt="2023-10-09T11:29:57.834" v="12325" actId="947"/>
          <ac:spMkLst>
            <pc:docMk/>
            <pc:sldMk cId="2062528187" sldId="400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36:54.699" v="12860" actId="404"/>
        <pc:sldMkLst>
          <pc:docMk/>
          <pc:sldMk cId="1189844549" sldId="401"/>
        </pc:sldMkLst>
        <pc:spChg chg="mod">
          <ac:chgData name="Arnaldo Satoru Gunzi" userId="41a30d14-40e4-4cae-bd0a-ce9e51e34c46" providerId="ADAL" clId="{E5A03375-E83D-4F99-81D0-C4D19F3F5752}" dt="2023-10-09T11:36:54.699" v="12860" actId="404"/>
          <ac:spMkLst>
            <pc:docMk/>
            <pc:sldMk cId="1189844549" sldId="401"/>
            <ac:spMk id="5" creationId="{BCE5BE39-2B03-4329-371E-A119ABD3EF3E}"/>
          </ac:spMkLst>
        </pc:spChg>
        <pc:spChg chg="mod">
          <ac:chgData name="Arnaldo Satoru Gunzi" userId="41a30d14-40e4-4cae-bd0a-ce9e51e34c46" providerId="ADAL" clId="{E5A03375-E83D-4F99-81D0-C4D19F3F5752}" dt="2023-10-09T11:29:57.843" v="12329" actId="947"/>
          <ac:spMkLst>
            <pc:docMk/>
            <pc:sldMk cId="1189844549" sldId="40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858" v="12333" actId="947"/>
        <pc:sldMkLst>
          <pc:docMk/>
          <pc:sldMk cId="830759687" sldId="402"/>
        </pc:sldMkLst>
        <pc:spChg chg="mod">
          <ac:chgData name="Arnaldo Satoru Gunzi" userId="41a30d14-40e4-4cae-bd0a-ce9e51e34c46" providerId="ADAL" clId="{E5A03375-E83D-4F99-81D0-C4D19F3F5752}" dt="2023-10-09T11:29:57.858" v="12333" actId="947"/>
          <ac:spMkLst>
            <pc:docMk/>
            <pc:sldMk cId="830759687" sldId="40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36:58.577" v="12861" actId="404"/>
        <pc:sldMkLst>
          <pc:docMk/>
          <pc:sldMk cId="1672552183" sldId="403"/>
        </pc:sldMkLst>
        <pc:spChg chg="mod">
          <ac:chgData name="Arnaldo Satoru Gunzi" userId="41a30d14-40e4-4cae-bd0a-ce9e51e34c46" providerId="ADAL" clId="{E5A03375-E83D-4F99-81D0-C4D19F3F5752}" dt="2023-10-09T11:29:57.860" v="12335" actId="947"/>
          <ac:spMkLst>
            <pc:docMk/>
            <pc:sldMk cId="1672552183" sldId="403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36:58.577" v="12861" actId="404"/>
          <ac:spMkLst>
            <pc:docMk/>
            <pc:sldMk cId="1672552183" sldId="403"/>
            <ac:spMk id="8" creationId="{198DB826-49A9-BA94-3519-6A509A8E8DFC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.880" v="12351" actId="947"/>
        <pc:sldMkLst>
          <pc:docMk/>
          <pc:sldMk cId="2992169621" sldId="404"/>
        </pc:sldMkLst>
        <pc:spChg chg="mod">
          <ac:chgData name="Arnaldo Satoru Gunzi" userId="41a30d14-40e4-4cae-bd0a-ce9e51e34c46" providerId="ADAL" clId="{E5A03375-E83D-4F99-81D0-C4D19F3F5752}" dt="2023-10-09T11:29:57.878" v="12349" actId="947"/>
          <ac:spMkLst>
            <pc:docMk/>
            <pc:sldMk cId="2992169621" sldId="404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E5A03375-E83D-4F99-81D0-C4D19F3F5752}" dt="2023-10-09T11:29:57.877" v="12347" actId="947"/>
          <ac:spMkLst>
            <pc:docMk/>
            <pc:sldMk cId="2992169621" sldId="40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880" v="12351" actId="947"/>
          <ac:spMkLst>
            <pc:docMk/>
            <pc:sldMk cId="2992169621" sldId="404"/>
            <ac:spMk id="80" creationId="{DFBE8674-8246-0314-9CAA-BE2EE4C6C363}"/>
          </ac:spMkLst>
        </pc:spChg>
        <pc:grpChg chg="mod">
          <ac:chgData name="Arnaldo Satoru Gunzi" userId="41a30d14-40e4-4cae-bd0a-ce9e51e34c46" providerId="ADAL" clId="{E5A03375-E83D-4F99-81D0-C4D19F3F5752}" dt="2023-10-05T14:36:47.722" v="1092" actId="14100"/>
          <ac:grpSpMkLst>
            <pc:docMk/>
            <pc:sldMk cId="2992169621" sldId="404"/>
            <ac:grpSpMk id="15" creationId="{2317E5D1-0F27-7772-1C7A-D49024BAC131}"/>
          </ac:grpSpMkLst>
        </pc:grpChg>
      </pc:sldChg>
      <pc:sldChg chg="modSp mod">
        <pc:chgData name="Arnaldo Satoru Gunzi" userId="41a30d14-40e4-4cae-bd0a-ce9e51e34c46" providerId="ADAL" clId="{E5A03375-E83D-4F99-81D0-C4D19F3F5752}" dt="2023-10-09T11:29:57.882" v="12355" actId="947"/>
        <pc:sldMkLst>
          <pc:docMk/>
          <pc:sldMk cId="819201349" sldId="405"/>
        </pc:sldMkLst>
        <pc:spChg chg="mod">
          <ac:chgData name="Arnaldo Satoru Gunzi" userId="41a30d14-40e4-4cae-bd0a-ce9e51e34c46" providerId="ADAL" clId="{E5A03375-E83D-4F99-81D0-C4D19F3F5752}" dt="2023-10-09T11:29:57.882" v="12355" actId="947"/>
          <ac:spMkLst>
            <pc:docMk/>
            <pc:sldMk cId="819201349" sldId="405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E5A03375-E83D-4F99-81D0-C4D19F3F5752}" dt="2023-10-09T11:29:57.881" v="12353" actId="947"/>
          <ac:spMkLst>
            <pc:docMk/>
            <pc:sldMk cId="819201349" sldId="405"/>
            <ac:spMk id="7" creationId="{00000000-0000-0000-0000-000000000000}"/>
          </ac:spMkLst>
        </pc:spChg>
      </pc:sldChg>
      <pc:sldChg chg="addSp delSp modSp mod">
        <pc:chgData name="Arnaldo Satoru Gunzi" userId="41a30d14-40e4-4cae-bd0a-ce9e51e34c46" providerId="ADAL" clId="{E5A03375-E83D-4F99-81D0-C4D19F3F5752}" dt="2023-10-09T11:29:57.886" v="12359" actId="947"/>
        <pc:sldMkLst>
          <pc:docMk/>
          <pc:sldMk cId="1953709617" sldId="406"/>
        </pc:sldMkLst>
        <pc:spChg chg="mod">
          <ac:chgData name="Arnaldo Satoru Gunzi" userId="41a30d14-40e4-4cae-bd0a-ce9e51e34c46" providerId="ADAL" clId="{E5A03375-E83D-4F99-81D0-C4D19F3F5752}" dt="2023-10-09T11:29:57.886" v="12359" actId="947"/>
          <ac:spMkLst>
            <pc:docMk/>
            <pc:sldMk cId="1953709617" sldId="406"/>
            <ac:spMk id="2" creationId="{58723E6B-1387-77C9-ED34-B5D5775ED995}"/>
          </ac:spMkLst>
        </pc:spChg>
        <pc:spChg chg="add del">
          <ac:chgData name="Arnaldo Satoru Gunzi" userId="41a30d14-40e4-4cae-bd0a-ce9e51e34c46" providerId="ADAL" clId="{E5A03375-E83D-4F99-81D0-C4D19F3F5752}" dt="2023-10-05T16:54:34.775" v="1129" actId="22"/>
          <ac:spMkLst>
            <pc:docMk/>
            <pc:sldMk cId="1953709617" sldId="406"/>
            <ac:spMk id="5" creationId="{B8FA8A89-A68D-81FB-EA60-606FA5B4E7CB}"/>
          </ac:spMkLst>
        </pc:spChg>
        <pc:spChg chg="mod">
          <ac:chgData name="Arnaldo Satoru Gunzi" userId="41a30d14-40e4-4cae-bd0a-ce9e51e34c46" providerId="ADAL" clId="{E5A03375-E83D-4F99-81D0-C4D19F3F5752}" dt="2023-10-09T11:29:57.884" v="12357" actId="947"/>
          <ac:spMkLst>
            <pc:docMk/>
            <pc:sldMk cId="1953709617" sldId="40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6.927" v="11677" actId="947"/>
        <pc:sldMkLst>
          <pc:docMk/>
          <pc:sldMk cId="2614960902" sldId="407"/>
        </pc:sldMkLst>
        <pc:spChg chg="mod">
          <ac:chgData name="Arnaldo Satoru Gunzi" userId="41a30d14-40e4-4cae-bd0a-ce9e51e34c46" providerId="ADAL" clId="{E5A03375-E83D-4F99-81D0-C4D19F3F5752}" dt="2023-10-09T11:29:56.924" v="11675" actId="947"/>
          <ac:spMkLst>
            <pc:docMk/>
            <pc:sldMk cId="2614960902" sldId="407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27" v="11677" actId="947"/>
          <ac:spMkLst>
            <pc:docMk/>
            <pc:sldMk cId="2614960902" sldId="407"/>
            <ac:spMk id="5" creationId="{58B0D033-A62D-36FE-F95F-26CF5FB6F9CD}"/>
          </ac:spMkLst>
        </pc:spChg>
        <pc:spChg chg="mod">
          <ac:chgData name="Arnaldo Satoru Gunzi" userId="41a30d14-40e4-4cae-bd0a-ce9e51e34c46" providerId="ADAL" clId="{E5A03375-E83D-4F99-81D0-C4D19F3F5752}" dt="2023-10-09T11:29:56.922" v="11673" actId="947"/>
          <ac:spMkLst>
            <pc:docMk/>
            <pc:sldMk cId="2614960902" sldId="40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41:22.912" v="12918" actId="255"/>
        <pc:sldMkLst>
          <pc:docMk/>
          <pc:sldMk cId="3428417769" sldId="408"/>
        </pc:sldMkLst>
        <pc:spChg chg="mod">
          <ac:chgData name="Arnaldo Satoru Gunzi" userId="41a30d14-40e4-4cae-bd0a-ce9e51e34c46" providerId="ADAL" clId="{E5A03375-E83D-4F99-81D0-C4D19F3F5752}" dt="2023-10-09T11:41:22.912" v="12918" actId="255"/>
          <ac:spMkLst>
            <pc:docMk/>
            <pc:sldMk cId="3428417769" sldId="408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49" v="11703" actId="947"/>
          <ac:spMkLst>
            <pc:docMk/>
            <pc:sldMk cId="3428417769" sldId="408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41:10.310" v="12914" actId="255"/>
        <pc:sldMkLst>
          <pc:docMk/>
          <pc:sldMk cId="989178354" sldId="409"/>
        </pc:sldMkLst>
        <pc:spChg chg="mod">
          <ac:chgData name="Arnaldo Satoru Gunzi" userId="41a30d14-40e4-4cae-bd0a-ce9e51e34c46" providerId="ADAL" clId="{E5A03375-E83D-4F99-81D0-C4D19F3F5752}" dt="2023-10-09T11:41:10.310" v="12914" actId="255"/>
          <ac:spMkLst>
            <pc:docMk/>
            <pc:sldMk cId="989178354" sldId="409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59" v="11711" actId="947"/>
          <ac:spMkLst>
            <pc:docMk/>
            <pc:sldMk cId="989178354" sldId="409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6.932" v="11683" actId="947"/>
        <pc:sldMkLst>
          <pc:docMk/>
          <pc:sldMk cId="1941851775" sldId="411"/>
        </pc:sldMkLst>
        <pc:spChg chg="mod">
          <ac:chgData name="Arnaldo Satoru Gunzi" userId="41a30d14-40e4-4cae-bd0a-ce9e51e34c46" providerId="ADAL" clId="{E5A03375-E83D-4F99-81D0-C4D19F3F5752}" dt="2023-10-09T11:29:56.930" v="11681" actId="947"/>
          <ac:spMkLst>
            <pc:docMk/>
            <pc:sldMk cId="1941851775" sldId="411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32" v="11683" actId="947"/>
          <ac:spMkLst>
            <pc:docMk/>
            <pc:sldMk cId="1941851775" sldId="411"/>
            <ac:spMk id="5" creationId="{58B0D033-A62D-36FE-F95F-26CF5FB6F9CD}"/>
          </ac:spMkLst>
        </pc:spChg>
        <pc:spChg chg="mod">
          <ac:chgData name="Arnaldo Satoru Gunzi" userId="41a30d14-40e4-4cae-bd0a-ce9e51e34c46" providerId="ADAL" clId="{E5A03375-E83D-4F99-81D0-C4D19F3F5752}" dt="2023-10-09T11:29:56.929" v="11679" actId="947"/>
          <ac:spMkLst>
            <pc:docMk/>
            <pc:sldMk cId="1941851775" sldId="41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6.936" v="11689" actId="947"/>
        <pc:sldMkLst>
          <pc:docMk/>
          <pc:sldMk cId="855829440" sldId="412"/>
        </pc:sldMkLst>
        <pc:spChg chg="mod">
          <ac:chgData name="Arnaldo Satoru Gunzi" userId="41a30d14-40e4-4cae-bd0a-ce9e51e34c46" providerId="ADAL" clId="{E5A03375-E83D-4F99-81D0-C4D19F3F5752}" dt="2023-10-09T11:29:56.934" v="11687" actId="947"/>
          <ac:spMkLst>
            <pc:docMk/>
            <pc:sldMk cId="855829440" sldId="412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36" v="11689" actId="947"/>
          <ac:spMkLst>
            <pc:docMk/>
            <pc:sldMk cId="855829440" sldId="412"/>
            <ac:spMk id="5" creationId="{58B0D033-A62D-36FE-F95F-26CF5FB6F9CD}"/>
          </ac:spMkLst>
        </pc:spChg>
        <pc:spChg chg="mod">
          <ac:chgData name="Arnaldo Satoru Gunzi" userId="41a30d14-40e4-4cae-bd0a-ce9e51e34c46" providerId="ADAL" clId="{E5A03375-E83D-4F99-81D0-C4D19F3F5752}" dt="2023-10-09T11:29:56.933" v="11685" actId="947"/>
          <ac:spMkLst>
            <pc:docMk/>
            <pc:sldMk cId="855829440" sldId="412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41:48.026" v="12926" actId="255"/>
        <pc:sldMkLst>
          <pc:docMk/>
          <pc:sldMk cId="1684196129" sldId="413"/>
        </pc:sldMkLst>
        <pc:spChg chg="mod">
          <ac:chgData name="Arnaldo Satoru Gunzi" userId="41a30d14-40e4-4cae-bd0a-ce9e51e34c46" providerId="ADAL" clId="{E5A03375-E83D-4F99-81D0-C4D19F3F5752}" dt="2023-10-09T11:41:48.026" v="12926" actId="255"/>
          <ac:spMkLst>
            <pc:docMk/>
            <pc:sldMk cId="1684196129" sldId="413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37" v="11691" actId="947"/>
          <ac:spMkLst>
            <pc:docMk/>
            <pc:sldMk cId="1684196129" sldId="413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41:17.126" v="12916" actId="255"/>
        <pc:sldMkLst>
          <pc:docMk/>
          <pc:sldMk cId="2256036468" sldId="414"/>
        </pc:sldMkLst>
        <pc:spChg chg="mod">
          <ac:chgData name="Arnaldo Satoru Gunzi" userId="41a30d14-40e4-4cae-bd0a-ce9e51e34c46" providerId="ADAL" clId="{E5A03375-E83D-4F99-81D0-C4D19F3F5752}" dt="2023-10-09T11:41:17.126" v="12916" actId="255"/>
          <ac:spMkLst>
            <pc:docMk/>
            <pc:sldMk cId="2256036468" sldId="414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53" v="11707" actId="947"/>
          <ac:spMkLst>
            <pc:docMk/>
            <pc:sldMk cId="2256036468" sldId="414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7" v="11755" actId="947"/>
        <pc:sldMkLst>
          <pc:docMk/>
          <pc:sldMk cId="246600686" sldId="415"/>
        </pc:sldMkLst>
        <pc:spChg chg="mod">
          <ac:chgData name="Arnaldo Satoru Gunzi" userId="41a30d14-40e4-4cae-bd0a-ce9e51e34c46" providerId="ADAL" clId="{E5A03375-E83D-4F99-81D0-C4D19F3F5752}" dt="2023-10-09T11:29:57" v="11755" actId="947"/>
          <ac:spMkLst>
            <pc:docMk/>
            <pc:sldMk cId="246600686" sldId="415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96" v="11753" actId="947"/>
          <ac:spMkLst>
            <pc:docMk/>
            <pc:sldMk cId="246600686" sldId="415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41:34.650" v="12922" actId="255"/>
        <pc:sldMkLst>
          <pc:docMk/>
          <pc:sldMk cId="2607864171" sldId="416"/>
        </pc:sldMkLst>
        <pc:spChg chg="mod">
          <ac:chgData name="Arnaldo Satoru Gunzi" userId="41a30d14-40e4-4cae-bd0a-ce9e51e34c46" providerId="ADAL" clId="{E5A03375-E83D-4F99-81D0-C4D19F3F5752}" dt="2023-10-09T11:41:34.650" v="12922" actId="255"/>
          <ac:spMkLst>
            <pc:docMk/>
            <pc:sldMk cId="2607864171" sldId="416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45" v="11699" actId="947"/>
          <ac:spMkLst>
            <pc:docMk/>
            <pc:sldMk cId="2607864171" sldId="416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41:04.969" v="12912" actId="255"/>
        <pc:sldMkLst>
          <pc:docMk/>
          <pc:sldMk cId="1319816402" sldId="417"/>
        </pc:sldMkLst>
        <pc:spChg chg="mod">
          <ac:chgData name="Arnaldo Satoru Gunzi" userId="41a30d14-40e4-4cae-bd0a-ce9e51e34c46" providerId="ADAL" clId="{E5A03375-E83D-4F99-81D0-C4D19F3F5752}" dt="2023-10-09T11:41:04.969" v="12912" actId="255"/>
          <ac:spMkLst>
            <pc:docMk/>
            <pc:sldMk cId="1319816402" sldId="417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62" v="11715" actId="947"/>
          <ac:spMkLst>
            <pc:docMk/>
            <pc:sldMk cId="1319816402" sldId="417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40:56.895" v="12910" actId="255"/>
        <pc:sldMkLst>
          <pc:docMk/>
          <pc:sldMk cId="1871515899" sldId="418"/>
        </pc:sldMkLst>
        <pc:spChg chg="mod">
          <ac:chgData name="Arnaldo Satoru Gunzi" userId="41a30d14-40e4-4cae-bd0a-ce9e51e34c46" providerId="ADAL" clId="{E5A03375-E83D-4F99-81D0-C4D19F3F5752}" dt="2023-10-09T11:40:56.895" v="12910" actId="255"/>
          <ac:spMkLst>
            <pc:docMk/>
            <pc:sldMk cId="1871515899" sldId="418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65" v="11719" actId="947"/>
          <ac:spMkLst>
            <pc:docMk/>
            <pc:sldMk cId="1871515899" sldId="418"/>
            <ac:spMk id="7" creationId="{00000000-0000-0000-0000-000000000000}"/>
          </ac:spMkLst>
        </pc:spChg>
      </pc:sldChg>
      <pc:sldChg chg="modSp add mod">
        <pc:chgData name="Arnaldo Satoru Gunzi" userId="41a30d14-40e4-4cae-bd0a-ce9e51e34c46" providerId="ADAL" clId="{E5A03375-E83D-4F99-81D0-C4D19F3F5752}" dt="2023-10-09T11:29:56.893" v="11633" actId="947"/>
        <pc:sldMkLst>
          <pc:docMk/>
          <pc:sldMk cId="3476278641" sldId="419"/>
        </pc:sldMkLst>
        <pc:spChg chg="mod">
          <ac:chgData name="Arnaldo Satoru Gunzi" userId="41a30d14-40e4-4cae-bd0a-ce9e51e34c46" providerId="ADAL" clId="{E5A03375-E83D-4F99-81D0-C4D19F3F5752}" dt="2023-10-09T11:29:56.893" v="11633" actId="947"/>
          <ac:spMkLst>
            <pc:docMk/>
            <pc:sldMk cId="3476278641" sldId="419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892" v="11631" actId="947"/>
          <ac:spMkLst>
            <pc:docMk/>
            <pc:sldMk cId="3476278641" sldId="419"/>
            <ac:spMk id="7" creationId="{00000000-0000-0000-0000-000000000000}"/>
          </ac:spMkLst>
        </pc:spChg>
        <pc:picChg chg="mod">
          <ac:chgData name="Arnaldo Satoru Gunzi" userId="41a30d14-40e4-4cae-bd0a-ce9e51e34c46" providerId="ADAL" clId="{E5A03375-E83D-4F99-81D0-C4D19F3F5752}" dt="2023-10-07T04:29:04.997" v="7400" actId="14100"/>
          <ac:picMkLst>
            <pc:docMk/>
            <pc:sldMk cId="3476278641" sldId="419"/>
            <ac:picMk id="6" creationId="{01730869-84A4-1BF0-ADD5-05B55420CD0F}"/>
          </ac:picMkLst>
        </pc:picChg>
      </pc:sldChg>
      <pc:sldChg chg="add del">
        <pc:chgData name="Arnaldo Satoru Gunzi" userId="41a30d14-40e4-4cae-bd0a-ce9e51e34c46" providerId="ADAL" clId="{E5A03375-E83D-4F99-81D0-C4D19F3F5752}" dt="2023-10-05T10:58:04.731" v="56"/>
        <pc:sldMkLst>
          <pc:docMk/>
          <pc:sldMk cId="354695744" sldId="420"/>
        </pc:sldMkLst>
      </pc:sldChg>
      <pc:sldChg chg="addSp delSp modSp add mod">
        <pc:chgData name="Arnaldo Satoru Gunzi" userId="41a30d14-40e4-4cae-bd0a-ce9e51e34c46" providerId="ADAL" clId="{E5A03375-E83D-4F99-81D0-C4D19F3F5752}" dt="2023-10-09T11:29:56.888" v="11625" actId="947"/>
        <pc:sldMkLst>
          <pc:docMk/>
          <pc:sldMk cId="3225772314" sldId="420"/>
        </pc:sldMkLst>
        <pc:spChg chg="mod">
          <ac:chgData name="Arnaldo Satoru Gunzi" userId="41a30d14-40e4-4cae-bd0a-ce9e51e34c46" providerId="ADAL" clId="{E5A03375-E83D-4F99-81D0-C4D19F3F5752}" dt="2023-10-09T11:29:56.868" v="11589" actId="947"/>
          <ac:spMkLst>
            <pc:docMk/>
            <pc:sldMk cId="3225772314" sldId="420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869" v="11591" actId="947"/>
          <ac:spMkLst>
            <pc:docMk/>
            <pc:sldMk cId="3225772314" sldId="420"/>
            <ac:spMk id="4" creationId="{19B788B3-23B6-BB71-6D39-7B1677F057D1}"/>
          </ac:spMkLst>
        </pc:spChg>
        <pc:spChg chg="mod">
          <ac:chgData name="Arnaldo Satoru Gunzi" userId="41a30d14-40e4-4cae-bd0a-ce9e51e34c46" providerId="ADAL" clId="{E5A03375-E83D-4F99-81D0-C4D19F3F5752}" dt="2023-10-09T11:29:56.870" v="11593" actId="947"/>
          <ac:spMkLst>
            <pc:docMk/>
            <pc:sldMk cId="3225772314" sldId="420"/>
            <ac:spMk id="5" creationId="{87CC9BE3-932D-F85E-69A0-8EDD6F105B2D}"/>
          </ac:spMkLst>
        </pc:spChg>
        <pc:spChg chg="add mod">
          <ac:chgData name="Arnaldo Satoru Gunzi" userId="41a30d14-40e4-4cae-bd0a-ce9e51e34c46" providerId="ADAL" clId="{E5A03375-E83D-4F99-81D0-C4D19F3F5752}" dt="2023-10-09T11:29:56.871" v="11595" actId="947"/>
          <ac:spMkLst>
            <pc:docMk/>
            <pc:sldMk cId="3225772314" sldId="420"/>
            <ac:spMk id="6" creationId="{7BE9C946-3A0C-1736-5404-E879CF78F884}"/>
          </ac:spMkLst>
        </pc:spChg>
        <pc:spChg chg="mod">
          <ac:chgData name="Arnaldo Satoru Gunzi" userId="41a30d14-40e4-4cae-bd0a-ce9e51e34c46" providerId="ADAL" clId="{E5A03375-E83D-4F99-81D0-C4D19F3F5752}" dt="2023-10-09T11:29:56.867" v="11587" actId="947"/>
          <ac:spMkLst>
            <pc:docMk/>
            <pc:sldMk cId="3225772314" sldId="420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E5A03375-E83D-4F99-81D0-C4D19F3F5752}" dt="2023-10-05T10:59:00.048" v="82" actId="478"/>
          <ac:spMkLst>
            <pc:docMk/>
            <pc:sldMk cId="3225772314" sldId="420"/>
            <ac:spMk id="8" creationId="{4B0C96D3-3EF9-C602-6D44-A92E86CEA9DD}"/>
          </ac:spMkLst>
        </pc:spChg>
        <pc:spChg chg="del">
          <ac:chgData name="Arnaldo Satoru Gunzi" userId="41a30d14-40e4-4cae-bd0a-ce9e51e34c46" providerId="ADAL" clId="{E5A03375-E83D-4F99-81D0-C4D19F3F5752}" dt="2023-10-05T10:59:00.048" v="82" actId="478"/>
          <ac:spMkLst>
            <pc:docMk/>
            <pc:sldMk cId="3225772314" sldId="420"/>
            <ac:spMk id="9" creationId="{05593E3D-B5EB-122C-2510-6B82D1CE741E}"/>
          </ac:spMkLst>
        </pc:spChg>
        <pc:spChg chg="del">
          <ac:chgData name="Arnaldo Satoru Gunzi" userId="41a30d14-40e4-4cae-bd0a-ce9e51e34c46" providerId="ADAL" clId="{E5A03375-E83D-4F99-81D0-C4D19F3F5752}" dt="2023-10-05T10:58:55.483" v="80" actId="478"/>
          <ac:spMkLst>
            <pc:docMk/>
            <pc:sldMk cId="3225772314" sldId="420"/>
            <ac:spMk id="10" creationId="{524E3761-6106-D3C9-456E-15AA9ECF058E}"/>
          </ac:spMkLst>
        </pc:spChg>
        <pc:spChg chg="add mod">
          <ac:chgData name="Arnaldo Satoru Gunzi" userId="41a30d14-40e4-4cae-bd0a-ce9e51e34c46" providerId="ADAL" clId="{E5A03375-E83D-4F99-81D0-C4D19F3F5752}" dt="2023-10-09T11:29:56.872" v="11597" actId="947"/>
          <ac:spMkLst>
            <pc:docMk/>
            <pc:sldMk cId="3225772314" sldId="420"/>
            <ac:spMk id="11" creationId="{50933D99-D4A2-5F84-E655-A9B06C4E82E7}"/>
          </ac:spMkLst>
        </pc:spChg>
        <pc:spChg chg="add mod">
          <ac:chgData name="Arnaldo Satoru Gunzi" userId="41a30d14-40e4-4cae-bd0a-ce9e51e34c46" providerId="ADAL" clId="{E5A03375-E83D-4F99-81D0-C4D19F3F5752}" dt="2023-10-09T11:29:56.874" v="11599" actId="947"/>
          <ac:spMkLst>
            <pc:docMk/>
            <pc:sldMk cId="3225772314" sldId="420"/>
            <ac:spMk id="12" creationId="{390B88E7-BA1A-B958-9EE3-EA87A385C2FA}"/>
          </ac:spMkLst>
        </pc:spChg>
        <pc:spChg chg="add mod">
          <ac:chgData name="Arnaldo Satoru Gunzi" userId="41a30d14-40e4-4cae-bd0a-ce9e51e34c46" providerId="ADAL" clId="{E5A03375-E83D-4F99-81D0-C4D19F3F5752}" dt="2023-10-09T11:29:56.875" v="11601" actId="947"/>
          <ac:spMkLst>
            <pc:docMk/>
            <pc:sldMk cId="3225772314" sldId="420"/>
            <ac:spMk id="13" creationId="{C3E525F9-417B-8F6E-966E-E871134445CA}"/>
          </ac:spMkLst>
        </pc:spChg>
        <pc:spChg chg="add mod">
          <ac:chgData name="Arnaldo Satoru Gunzi" userId="41a30d14-40e4-4cae-bd0a-ce9e51e34c46" providerId="ADAL" clId="{E5A03375-E83D-4F99-81D0-C4D19F3F5752}" dt="2023-10-09T11:29:56.876" v="11603" actId="947"/>
          <ac:spMkLst>
            <pc:docMk/>
            <pc:sldMk cId="3225772314" sldId="420"/>
            <ac:spMk id="14" creationId="{6EB2F33D-A5B9-B114-86C0-B2AF95F44549}"/>
          </ac:spMkLst>
        </pc:spChg>
        <pc:spChg chg="add mod">
          <ac:chgData name="Arnaldo Satoru Gunzi" userId="41a30d14-40e4-4cae-bd0a-ce9e51e34c46" providerId="ADAL" clId="{E5A03375-E83D-4F99-81D0-C4D19F3F5752}" dt="2023-10-09T11:29:56.877" v="11605" actId="947"/>
          <ac:spMkLst>
            <pc:docMk/>
            <pc:sldMk cId="3225772314" sldId="420"/>
            <ac:spMk id="15" creationId="{0BC4A7D1-AA9B-8AE0-02A2-3B8189E8BA61}"/>
          </ac:spMkLst>
        </pc:spChg>
        <pc:spChg chg="add mod">
          <ac:chgData name="Arnaldo Satoru Gunzi" userId="41a30d14-40e4-4cae-bd0a-ce9e51e34c46" providerId="ADAL" clId="{E5A03375-E83D-4F99-81D0-C4D19F3F5752}" dt="2023-10-09T11:29:56.878" v="11607" actId="947"/>
          <ac:spMkLst>
            <pc:docMk/>
            <pc:sldMk cId="3225772314" sldId="420"/>
            <ac:spMk id="16" creationId="{20E9FE1A-1268-9542-94AB-7F3B561EE24F}"/>
          </ac:spMkLst>
        </pc:spChg>
        <pc:spChg chg="add mod">
          <ac:chgData name="Arnaldo Satoru Gunzi" userId="41a30d14-40e4-4cae-bd0a-ce9e51e34c46" providerId="ADAL" clId="{E5A03375-E83D-4F99-81D0-C4D19F3F5752}" dt="2023-10-09T11:29:56.880" v="11609" actId="947"/>
          <ac:spMkLst>
            <pc:docMk/>
            <pc:sldMk cId="3225772314" sldId="420"/>
            <ac:spMk id="17" creationId="{33184032-66E1-DD83-5FEA-539FF0E61451}"/>
          </ac:spMkLst>
        </pc:spChg>
        <pc:spChg chg="add mod">
          <ac:chgData name="Arnaldo Satoru Gunzi" userId="41a30d14-40e4-4cae-bd0a-ce9e51e34c46" providerId="ADAL" clId="{E5A03375-E83D-4F99-81D0-C4D19F3F5752}" dt="2023-10-09T11:29:56.881" v="11611" actId="947"/>
          <ac:spMkLst>
            <pc:docMk/>
            <pc:sldMk cId="3225772314" sldId="420"/>
            <ac:spMk id="18" creationId="{55E7BAB6-F7D1-D4AD-EE55-5B437892647D}"/>
          </ac:spMkLst>
        </pc:spChg>
        <pc:spChg chg="add mod">
          <ac:chgData name="Arnaldo Satoru Gunzi" userId="41a30d14-40e4-4cae-bd0a-ce9e51e34c46" providerId="ADAL" clId="{E5A03375-E83D-4F99-81D0-C4D19F3F5752}" dt="2023-10-09T11:29:56.882" v="11613" actId="947"/>
          <ac:spMkLst>
            <pc:docMk/>
            <pc:sldMk cId="3225772314" sldId="420"/>
            <ac:spMk id="19" creationId="{75357EFA-3788-D6A0-1DCD-47E4CF792610}"/>
          </ac:spMkLst>
        </pc:spChg>
        <pc:spChg chg="add mod">
          <ac:chgData name="Arnaldo Satoru Gunzi" userId="41a30d14-40e4-4cae-bd0a-ce9e51e34c46" providerId="ADAL" clId="{E5A03375-E83D-4F99-81D0-C4D19F3F5752}" dt="2023-10-09T11:29:56.883" v="11615" actId="947"/>
          <ac:spMkLst>
            <pc:docMk/>
            <pc:sldMk cId="3225772314" sldId="420"/>
            <ac:spMk id="20" creationId="{FF534466-C450-3189-87E6-CFB0F877A759}"/>
          </ac:spMkLst>
        </pc:spChg>
        <pc:spChg chg="add mod">
          <ac:chgData name="Arnaldo Satoru Gunzi" userId="41a30d14-40e4-4cae-bd0a-ce9e51e34c46" providerId="ADAL" clId="{E5A03375-E83D-4F99-81D0-C4D19F3F5752}" dt="2023-10-09T11:29:56.884" v="11617" actId="947"/>
          <ac:spMkLst>
            <pc:docMk/>
            <pc:sldMk cId="3225772314" sldId="420"/>
            <ac:spMk id="21" creationId="{B1495B4C-FAAC-C1B2-9B62-3E0CE8E615CA}"/>
          </ac:spMkLst>
        </pc:spChg>
        <pc:spChg chg="add mod">
          <ac:chgData name="Arnaldo Satoru Gunzi" userId="41a30d14-40e4-4cae-bd0a-ce9e51e34c46" providerId="ADAL" clId="{E5A03375-E83D-4F99-81D0-C4D19F3F5752}" dt="2023-10-09T11:29:56.885" v="11619" actId="947"/>
          <ac:spMkLst>
            <pc:docMk/>
            <pc:sldMk cId="3225772314" sldId="420"/>
            <ac:spMk id="22" creationId="{9446DA10-3C26-FB5A-ADA2-71FD0BD4A5E8}"/>
          </ac:spMkLst>
        </pc:spChg>
        <pc:spChg chg="add mod">
          <ac:chgData name="Arnaldo Satoru Gunzi" userId="41a30d14-40e4-4cae-bd0a-ce9e51e34c46" providerId="ADAL" clId="{E5A03375-E83D-4F99-81D0-C4D19F3F5752}" dt="2023-10-09T11:29:56.886" v="11621" actId="947"/>
          <ac:spMkLst>
            <pc:docMk/>
            <pc:sldMk cId="3225772314" sldId="420"/>
            <ac:spMk id="23" creationId="{3846B919-5039-6E37-C849-70E6B2342841}"/>
          </ac:spMkLst>
        </pc:spChg>
        <pc:spChg chg="add mod">
          <ac:chgData name="Arnaldo Satoru Gunzi" userId="41a30d14-40e4-4cae-bd0a-ce9e51e34c46" providerId="ADAL" clId="{E5A03375-E83D-4F99-81D0-C4D19F3F5752}" dt="2023-10-09T11:29:56.887" v="11623" actId="947"/>
          <ac:spMkLst>
            <pc:docMk/>
            <pc:sldMk cId="3225772314" sldId="420"/>
            <ac:spMk id="24" creationId="{B3986154-1EC5-1A38-E2FC-7B4D04056DF3}"/>
          </ac:spMkLst>
        </pc:spChg>
        <pc:spChg chg="add mod">
          <ac:chgData name="Arnaldo Satoru Gunzi" userId="41a30d14-40e4-4cae-bd0a-ce9e51e34c46" providerId="ADAL" clId="{E5A03375-E83D-4F99-81D0-C4D19F3F5752}" dt="2023-10-09T11:29:56.888" v="11625" actId="947"/>
          <ac:spMkLst>
            <pc:docMk/>
            <pc:sldMk cId="3225772314" sldId="420"/>
            <ac:spMk id="25" creationId="{48304932-68E5-FC3F-B963-89620375CB3B}"/>
          </ac:spMkLst>
        </pc:spChg>
      </pc:sldChg>
      <pc:sldChg chg="addSp delSp modSp add mod">
        <pc:chgData name="Arnaldo Satoru Gunzi" userId="41a30d14-40e4-4cae-bd0a-ce9e51e34c46" providerId="ADAL" clId="{E5A03375-E83D-4F99-81D0-C4D19F3F5752}" dt="2023-10-09T11:29:56.891" v="11629" actId="947"/>
        <pc:sldMkLst>
          <pc:docMk/>
          <pc:sldMk cId="811556548" sldId="421"/>
        </pc:sldMkLst>
        <pc:spChg chg="mod">
          <ac:chgData name="Arnaldo Satoru Gunzi" userId="41a30d14-40e4-4cae-bd0a-ce9e51e34c46" providerId="ADAL" clId="{E5A03375-E83D-4F99-81D0-C4D19F3F5752}" dt="2023-10-09T11:29:56.891" v="11629" actId="947"/>
          <ac:spMkLst>
            <pc:docMk/>
            <pc:sldMk cId="811556548" sldId="421"/>
            <ac:spMk id="2" creationId="{4591C293-9D87-C39D-C9CF-0EA12A6A9510}"/>
          </ac:spMkLst>
        </pc:spChg>
        <pc:spChg chg="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" creationId="{19B788B3-23B6-BB71-6D39-7B1677F057D1}"/>
          </ac:spMkLst>
        </pc:spChg>
        <pc:spChg chg="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" creationId="{87CC9BE3-932D-F85E-69A0-8EDD6F105B2D}"/>
          </ac:spMkLst>
        </pc:spChg>
        <pc:spChg chg="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6" creationId="{7BE9C946-3A0C-1736-5404-E879CF78F884}"/>
          </ac:spMkLst>
        </pc:spChg>
        <pc:spChg chg="mod">
          <ac:chgData name="Arnaldo Satoru Gunzi" userId="41a30d14-40e4-4cae-bd0a-ce9e51e34c46" providerId="ADAL" clId="{E5A03375-E83D-4F99-81D0-C4D19F3F5752}" dt="2023-10-09T11:29:56.890" v="11627" actId="947"/>
          <ac:spMkLst>
            <pc:docMk/>
            <pc:sldMk cId="811556548" sldId="421"/>
            <ac:spMk id="7" creationId="{00000000-0000-0000-0000-000000000000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8" creationId="{A69F9BA6-67AF-C679-EAEA-A9B5FC8D8EC0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9" creationId="{E5AB638C-44A9-B610-7E48-5F1CCB249648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10" creationId="{76620838-5D74-0682-1609-B598BF927D80}"/>
          </ac:spMkLst>
        </pc:spChg>
        <pc:spChg chg="del">
          <ac:chgData name="Arnaldo Satoru Gunzi" userId="41a30d14-40e4-4cae-bd0a-ce9e51e34c46" providerId="ADAL" clId="{E5A03375-E83D-4F99-81D0-C4D19F3F5752}" dt="2023-10-05T11:03:00.622" v="149" actId="478"/>
          <ac:spMkLst>
            <pc:docMk/>
            <pc:sldMk cId="811556548" sldId="421"/>
            <ac:spMk id="11" creationId="{50933D99-D4A2-5F84-E655-A9B06C4E82E7}"/>
          </ac:spMkLst>
        </pc:spChg>
        <pc:spChg chg="del">
          <ac:chgData name="Arnaldo Satoru Gunzi" userId="41a30d14-40e4-4cae-bd0a-ce9e51e34c46" providerId="ADAL" clId="{E5A03375-E83D-4F99-81D0-C4D19F3F5752}" dt="2023-10-05T11:03:00.622" v="149" actId="478"/>
          <ac:spMkLst>
            <pc:docMk/>
            <pc:sldMk cId="811556548" sldId="421"/>
            <ac:spMk id="12" creationId="{390B88E7-BA1A-B958-9EE3-EA87A385C2FA}"/>
          </ac:spMkLst>
        </pc:spChg>
        <pc:spChg chg="del">
          <ac:chgData name="Arnaldo Satoru Gunzi" userId="41a30d14-40e4-4cae-bd0a-ce9e51e34c46" providerId="ADAL" clId="{E5A03375-E83D-4F99-81D0-C4D19F3F5752}" dt="2023-10-05T11:03:00.622" v="149" actId="478"/>
          <ac:spMkLst>
            <pc:docMk/>
            <pc:sldMk cId="811556548" sldId="421"/>
            <ac:spMk id="13" creationId="{C3E525F9-417B-8F6E-966E-E871134445CA}"/>
          </ac:spMkLst>
        </pc:spChg>
        <pc:spChg chg="del">
          <ac:chgData name="Arnaldo Satoru Gunzi" userId="41a30d14-40e4-4cae-bd0a-ce9e51e34c46" providerId="ADAL" clId="{E5A03375-E83D-4F99-81D0-C4D19F3F5752}" dt="2023-10-05T11:03:00.622" v="149" actId="478"/>
          <ac:spMkLst>
            <pc:docMk/>
            <pc:sldMk cId="811556548" sldId="421"/>
            <ac:spMk id="14" creationId="{6EB2F33D-A5B9-B114-86C0-B2AF95F44549}"/>
          </ac:spMkLst>
        </pc:spChg>
        <pc:spChg chg="del">
          <ac:chgData name="Arnaldo Satoru Gunzi" userId="41a30d14-40e4-4cae-bd0a-ce9e51e34c46" providerId="ADAL" clId="{E5A03375-E83D-4F99-81D0-C4D19F3F5752}" dt="2023-10-05T11:03:00.622" v="149" actId="478"/>
          <ac:spMkLst>
            <pc:docMk/>
            <pc:sldMk cId="811556548" sldId="421"/>
            <ac:spMk id="15" creationId="{0BC4A7D1-AA9B-8AE0-02A2-3B8189E8BA61}"/>
          </ac:spMkLst>
        </pc:spChg>
        <pc:spChg chg="del">
          <ac:chgData name="Arnaldo Satoru Gunzi" userId="41a30d14-40e4-4cae-bd0a-ce9e51e34c46" providerId="ADAL" clId="{E5A03375-E83D-4F99-81D0-C4D19F3F5752}" dt="2023-10-05T11:03:00.622" v="149" actId="478"/>
          <ac:spMkLst>
            <pc:docMk/>
            <pc:sldMk cId="811556548" sldId="421"/>
            <ac:spMk id="16" creationId="{20E9FE1A-1268-9542-94AB-7F3B561EE24F}"/>
          </ac:spMkLst>
        </pc:spChg>
        <pc:spChg chg="del">
          <ac:chgData name="Arnaldo Satoru Gunzi" userId="41a30d14-40e4-4cae-bd0a-ce9e51e34c46" providerId="ADAL" clId="{E5A03375-E83D-4F99-81D0-C4D19F3F5752}" dt="2023-10-05T11:03:00.622" v="149" actId="478"/>
          <ac:spMkLst>
            <pc:docMk/>
            <pc:sldMk cId="811556548" sldId="421"/>
            <ac:spMk id="17" creationId="{33184032-66E1-DD83-5FEA-539FF0E61451}"/>
          </ac:spMkLst>
        </pc:spChg>
        <pc:spChg chg="del">
          <ac:chgData name="Arnaldo Satoru Gunzi" userId="41a30d14-40e4-4cae-bd0a-ce9e51e34c46" providerId="ADAL" clId="{E5A03375-E83D-4F99-81D0-C4D19F3F5752}" dt="2023-10-05T11:03:00.622" v="149" actId="478"/>
          <ac:spMkLst>
            <pc:docMk/>
            <pc:sldMk cId="811556548" sldId="421"/>
            <ac:spMk id="18" creationId="{55E7BAB6-F7D1-D4AD-EE55-5B437892647D}"/>
          </ac:spMkLst>
        </pc:spChg>
        <pc:spChg chg="del">
          <ac:chgData name="Arnaldo Satoru Gunzi" userId="41a30d14-40e4-4cae-bd0a-ce9e51e34c46" providerId="ADAL" clId="{E5A03375-E83D-4F99-81D0-C4D19F3F5752}" dt="2023-10-05T11:03:00.622" v="149" actId="478"/>
          <ac:spMkLst>
            <pc:docMk/>
            <pc:sldMk cId="811556548" sldId="421"/>
            <ac:spMk id="19" creationId="{75357EFA-3788-D6A0-1DCD-47E4CF792610}"/>
          </ac:spMkLst>
        </pc:spChg>
        <pc:spChg chg="del">
          <ac:chgData name="Arnaldo Satoru Gunzi" userId="41a30d14-40e4-4cae-bd0a-ce9e51e34c46" providerId="ADAL" clId="{E5A03375-E83D-4F99-81D0-C4D19F3F5752}" dt="2023-10-05T11:08:41.819" v="150" actId="478"/>
          <ac:spMkLst>
            <pc:docMk/>
            <pc:sldMk cId="811556548" sldId="421"/>
            <ac:spMk id="20" creationId="{FF534466-C450-3189-87E6-CFB0F877A759}"/>
          </ac:spMkLst>
        </pc:spChg>
        <pc:spChg chg="del">
          <ac:chgData name="Arnaldo Satoru Gunzi" userId="41a30d14-40e4-4cae-bd0a-ce9e51e34c46" providerId="ADAL" clId="{E5A03375-E83D-4F99-81D0-C4D19F3F5752}" dt="2023-10-05T11:08:41.819" v="150" actId="478"/>
          <ac:spMkLst>
            <pc:docMk/>
            <pc:sldMk cId="811556548" sldId="421"/>
            <ac:spMk id="21" creationId="{B1495B4C-FAAC-C1B2-9B62-3E0CE8E615CA}"/>
          </ac:spMkLst>
        </pc:spChg>
        <pc:spChg chg="del">
          <ac:chgData name="Arnaldo Satoru Gunzi" userId="41a30d14-40e4-4cae-bd0a-ce9e51e34c46" providerId="ADAL" clId="{E5A03375-E83D-4F99-81D0-C4D19F3F5752}" dt="2023-10-05T11:08:41.819" v="150" actId="478"/>
          <ac:spMkLst>
            <pc:docMk/>
            <pc:sldMk cId="811556548" sldId="421"/>
            <ac:spMk id="22" creationId="{9446DA10-3C26-FB5A-ADA2-71FD0BD4A5E8}"/>
          </ac:spMkLst>
        </pc:spChg>
        <pc:spChg chg="del">
          <ac:chgData name="Arnaldo Satoru Gunzi" userId="41a30d14-40e4-4cae-bd0a-ce9e51e34c46" providerId="ADAL" clId="{E5A03375-E83D-4F99-81D0-C4D19F3F5752}" dt="2023-10-05T11:03:00.622" v="149" actId="478"/>
          <ac:spMkLst>
            <pc:docMk/>
            <pc:sldMk cId="811556548" sldId="421"/>
            <ac:spMk id="23" creationId="{3846B919-5039-6E37-C849-70E6B2342841}"/>
          </ac:spMkLst>
        </pc:spChg>
        <pc:spChg chg="del">
          <ac:chgData name="Arnaldo Satoru Gunzi" userId="41a30d14-40e4-4cae-bd0a-ce9e51e34c46" providerId="ADAL" clId="{E5A03375-E83D-4F99-81D0-C4D19F3F5752}" dt="2023-10-05T11:08:41.819" v="150" actId="478"/>
          <ac:spMkLst>
            <pc:docMk/>
            <pc:sldMk cId="811556548" sldId="421"/>
            <ac:spMk id="24" creationId="{B3986154-1EC5-1A38-E2FC-7B4D04056DF3}"/>
          </ac:spMkLst>
        </pc:spChg>
        <pc:spChg chg="del">
          <ac:chgData name="Arnaldo Satoru Gunzi" userId="41a30d14-40e4-4cae-bd0a-ce9e51e34c46" providerId="ADAL" clId="{E5A03375-E83D-4F99-81D0-C4D19F3F5752}" dt="2023-10-05T11:08:41.819" v="150" actId="478"/>
          <ac:spMkLst>
            <pc:docMk/>
            <pc:sldMk cId="811556548" sldId="421"/>
            <ac:spMk id="25" creationId="{48304932-68E5-FC3F-B963-89620375CB3B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26" creationId="{8616DCD4-6C08-3943-D5E1-F0FA8E371451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27" creationId="{01D42460-2EE1-A96A-CD52-E073D9FBF96D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28" creationId="{3B8C9579-E79B-4514-7E37-8544A826B365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29" creationId="{7E91716E-8F24-12EB-0B09-7774288A5AB3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30" creationId="{87A175AC-532C-1A1F-3114-E8193D29C8A3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31" creationId="{AD398BB7-F5E6-CAEB-6A39-F345E9CA6BC3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32" creationId="{8C4C6218-E174-6A26-959E-7AD8B80CDD5B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33" creationId="{1B27DEB9-1CE7-25E8-8393-691EA01A7C07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34" creationId="{36ED3998-9870-162E-7168-68F39B4180EA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35" creationId="{11E53848-B1CF-D6DD-0DEE-A08CA9143B54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36" creationId="{39F25824-7D3A-D8A1-E1D5-F3DE6C7C9EBE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37" creationId="{5BCFEF90-8E0D-A946-8A37-9CB0C09058BF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38" creationId="{F2F1A80B-7365-190C-375A-9E458164737E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39" creationId="{4DC2340E-562F-5967-544C-9539080F2D24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0" creationId="{6C41669A-C83C-8E12-C975-C9EC899470F4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1" creationId="{EB9A7347-EEA2-ADA5-64A9-0DB4CD2CB0AF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2" creationId="{4096F94D-8964-8C93-2153-A6B28BD978B3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3" creationId="{D8FCCC51-A3AE-05D4-6854-DA19ED06AA82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4" creationId="{CC3ACA17-C90A-0B05-EE20-4FADE9D95FB1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5" creationId="{70A51AA9-CB59-08AC-D39E-541C14A36900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6" creationId="{9FF98170-3DCE-DB04-3F7B-8B35942F538D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7" creationId="{0DBCBE25-E7F4-53B2-5811-394DBABEE171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8" creationId="{88C9CB61-7596-7A91-11AD-7944A6A8491D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49" creationId="{AA917E7E-3C80-E157-FEA4-C5E75515D049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0" creationId="{717129D8-0E81-56ED-020C-2C53BA7FEB73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1" creationId="{C5563B3B-7322-A3BD-8E3C-846C2D59EFA0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2" creationId="{BE1D5ACE-5132-79DE-83B2-363A64B0F837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3" creationId="{DA207FA6-7460-F783-5866-7838B4FEC414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4" creationId="{EF706AFE-117C-DD03-37F9-34C1BC752811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5" creationId="{234090E9-7F32-1E65-E17C-2CE01F9FFAEA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6" creationId="{F9F57598-34A9-CE3A-24E6-F68964AECB74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7" creationId="{BA822C09-08A8-4B62-6EF7-634B60E7063D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8" creationId="{300DA69A-3A4C-226B-7875-B646301BC3E5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59" creationId="{B5DABCB8-A02F-693A-3CC4-EFF304BEDE4B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60" creationId="{1D918B4F-046D-B3F9-78CC-407E890EA2C4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61" creationId="{E86DFE98-6A39-5443-42E9-04E116510D28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62" creationId="{3959145F-0E66-D2D2-F619-79CAEA344543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63" creationId="{667E8D30-490B-0F88-11A7-05E0A0CFE186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64" creationId="{7955BBE8-C5DA-983D-28D6-27C50A561709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65" creationId="{5D8D59FB-4C10-285C-B78F-4D471F7F560B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66" creationId="{4B4EDDF5-93A0-5D7D-5245-16A44F61B23B}"/>
          </ac:spMkLst>
        </pc:spChg>
        <pc:spChg chg="add del mod">
          <ac:chgData name="Arnaldo Satoru Gunzi" userId="41a30d14-40e4-4cae-bd0a-ce9e51e34c46" providerId="ADAL" clId="{E5A03375-E83D-4F99-81D0-C4D19F3F5752}" dt="2023-10-05T11:10:41.003" v="210" actId="478"/>
          <ac:spMkLst>
            <pc:docMk/>
            <pc:sldMk cId="811556548" sldId="421"/>
            <ac:spMk id="67" creationId="{113C7D45-6E00-AB65-EA36-18C12AF211A1}"/>
          </ac:spMkLst>
        </pc:spChg>
        <pc:picChg chg="add del mod">
          <ac:chgData name="Arnaldo Satoru Gunzi" userId="41a30d14-40e4-4cae-bd0a-ce9e51e34c46" providerId="ADAL" clId="{E5A03375-E83D-4F99-81D0-C4D19F3F5752}" dt="2023-10-05T11:13:19.063" v="214" actId="478"/>
          <ac:picMkLst>
            <pc:docMk/>
            <pc:sldMk cId="811556548" sldId="421"/>
            <ac:picMk id="69" creationId="{FAA08690-FB1D-74E7-452F-D0C6089FDF41}"/>
          </ac:picMkLst>
        </pc:picChg>
        <pc:picChg chg="add mod">
          <ac:chgData name="Arnaldo Satoru Gunzi" userId="41a30d14-40e4-4cae-bd0a-ce9e51e34c46" providerId="ADAL" clId="{E5A03375-E83D-4F99-81D0-C4D19F3F5752}" dt="2023-10-05T11:13:37.378" v="216" actId="14100"/>
          <ac:picMkLst>
            <pc:docMk/>
            <pc:sldMk cId="811556548" sldId="421"/>
            <ac:picMk id="71" creationId="{D68A13D7-4214-CDB0-9A37-C570ECD194CC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40:50.761" v="12908" actId="255"/>
        <pc:sldMkLst>
          <pc:docMk/>
          <pc:sldMk cId="2691054040" sldId="422"/>
        </pc:sldMkLst>
        <pc:spChg chg="mod">
          <ac:chgData name="Arnaldo Satoru Gunzi" userId="41a30d14-40e4-4cae-bd0a-ce9e51e34c46" providerId="ADAL" clId="{E5A03375-E83D-4F99-81D0-C4D19F3F5752}" dt="2023-10-09T11:40:50.761" v="12908" actId="255"/>
          <ac:spMkLst>
            <pc:docMk/>
            <pc:sldMk cId="2691054040" sldId="422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68" v="11723" actId="947"/>
          <ac:spMkLst>
            <pc:docMk/>
            <pc:sldMk cId="2691054040" sldId="422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5T11:18:51.163" v="319" actId="478"/>
          <ac:picMkLst>
            <pc:docMk/>
            <pc:sldMk cId="2691054040" sldId="422"/>
            <ac:picMk id="5" creationId="{F68107CD-EA34-2FC2-84E2-BB8342BEDB32}"/>
          </ac:picMkLst>
        </pc:picChg>
        <pc:picChg chg="add mod">
          <ac:chgData name="Arnaldo Satoru Gunzi" userId="41a30d14-40e4-4cae-bd0a-ce9e51e34c46" providerId="ADAL" clId="{E5A03375-E83D-4F99-81D0-C4D19F3F5752}" dt="2023-10-05T11:19:06.019" v="323" actId="14100"/>
          <ac:picMkLst>
            <pc:docMk/>
            <pc:sldMk cId="2691054040" sldId="422"/>
            <ac:picMk id="6" creationId="{8CA1E927-A691-87B9-DA67-0A06AD11F9E9}"/>
          </ac:picMkLst>
        </pc:picChg>
      </pc:sldChg>
      <pc:sldChg chg="add del">
        <pc:chgData name="Arnaldo Satoru Gunzi" userId="41a30d14-40e4-4cae-bd0a-ce9e51e34c46" providerId="ADAL" clId="{E5A03375-E83D-4F99-81D0-C4D19F3F5752}" dt="2023-10-05T11:17:42.422" v="260"/>
        <pc:sldMkLst>
          <pc:docMk/>
          <pc:sldMk cId="2491156424" sldId="423"/>
        </pc:sldMkLst>
      </pc:sldChg>
      <pc:sldChg chg="addSp delSp modSp add mod">
        <pc:chgData name="Arnaldo Satoru Gunzi" userId="41a30d14-40e4-4cae-bd0a-ce9e51e34c46" providerId="ADAL" clId="{E5A03375-E83D-4F99-81D0-C4D19F3F5752}" dt="2023-10-09T11:40:30.379" v="12903" actId="255"/>
        <pc:sldMkLst>
          <pc:docMk/>
          <pc:sldMk cId="3423936033" sldId="423"/>
        </pc:sldMkLst>
        <pc:spChg chg="mod">
          <ac:chgData name="Arnaldo Satoru Gunzi" userId="41a30d14-40e4-4cae-bd0a-ce9e51e34c46" providerId="ADAL" clId="{E5A03375-E83D-4F99-81D0-C4D19F3F5752}" dt="2023-10-09T11:40:30.379" v="12903" actId="255"/>
          <ac:spMkLst>
            <pc:docMk/>
            <pc:sldMk cId="3423936033" sldId="423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74" v="11731" actId="947"/>
          <ac:spMkLst>
            <pc:docMk/>
            <pc:sldMk cId="3423936033" sldId="423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5T11:19:52.351" v="393" actId="1076"/>
          <ac:picMkLst>
            <pc:docMk/>
            <pc:sldMk cId="3423936033" sldId="423"/>
            <ac:picMk id="5" creationId="{A89C1B72-2220-2B6A-4565-60DBC09EC882}"/>
          </ac:picMkLst>
        </pc:picChg>
        <pc:picChg chg="del">
          <ac:chgData name="Arnaldo Satoru Gunzi" userId="41a30d14-40e4-4cae-bd0a-ce9e51e34c46" providerId="ADAL" clId="{E5A03375-E83D-4F99-81D0-C4D19F3F5752}" dt="2023-10-05T11:19:39.849" v="382" actId="478"/>
          <ac:picMkLst>
            <pc:docMk/>
            <pc:sldMk cId="3423936033" sldId="423"/>
            <ac:picMk id="6" creationId="{8CA1E927-A691-87B9-DA67-0A06AD11F9E9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41:40.680" v="12924" actId="255"/>
        <pc:sldMkLst>
          <pc:docMk/>
          <pc:sldMk cId="3564646488" sldId="424"/>
        </pc:sldMkLst>
        <pc:spChg chg="mod">
          <ac:chgData name="Arnaldo Satoru Gunzi" userId="41a30d14-40e4-4cae-bd0a-ce9e51e34c46" providerId="ADAL" clId="{E5A03375-E83D-4F99-81D0-C4D19F3F5752}" dt="2023-10-09T11:41:40.680" v="12924" actId="255"/>
          <ac:spMkLst>
            <pc:docMk/>
            <pc:sldMk cId="3564646488" sldId="424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42" v="11695" actId="947"/>
          <ac:spMkLst>
            <pc:docMk/>
            <pc:sldMk cId="3564646488" sldId="424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5T11:51:11.882" v="431" actId="478"/>
          <ac:picMkLst>
            <pc:docMk/>
            <pc:sldMk cId="3564646488" sldId="424"/>
            <ac:picMk id="5" creationId="{A6413727-44C5-0DAD-0AC8-48DAE795378B}"/>
          </ac:picMkLst>
        </pc:picChg>
        <pc:picChg chg="add mod">
          <ac:chgData name="Arnaldo Satoru Gunzi" userId="41a30d14-40e4-4cae-bd0a-ce9e51e34c46" providerId="ADAL" clId="{E5A03375-E83D-4F99-81D0-C4D19F3F5752}" dt="2023-10-05T11:51:15.704" v="435" actId="1076"/>
          <ac:picMkLst>
            <pc:docMk/>
            <pc:sldMk cId="3564646488" sldId="424"/>
            <ac:picMk id="6" creationId="{BC12909F-33DE-6AD2-1B28-8686C49002BF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668" v="12191" actId="947"/>
        <pc:sldMkLst>
          <pc:docMk/>
          <pc:sldMk cId="3890870151" sldId="425"/>
        </pc:sldMkLst>
        <pc:spChg chg="mod">
          <ac:chgData name="Arnaldo Satoru Gunzi" userId="41a30d14-40e4-4cae-bd0a-ce9e51e34c46" providerId="ADAL" clId="{E5A03375-E83D-4F99-81D0-C4D19F3F5752}" dt="2023-10-09T11:29:57.668" v="12191" actId="947"/>
          <ac:spMkLst>
            <pc:docMk/>
            <pc:sldMk cId="3890870151" sldId="42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65" v="12189" actId="947"/>
          <ac:spMkLst>
            <pc:docMk/>
            <pc:sldMk cId="3890870151" sldId="425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5T12:32:33.196" v="519" actId="478"/>
          <ac:picMkLst>
            <pc:docMk/>
            <pc:sldMk cId="3890870151" sldId="425"/>
            <ac:picMk id="5" creationId="{6F85422A-8D5C-A839-8B52-0A46F791F6D3}"/>
          </ac:picMkLst>
        </pc:picChg>
        <pc:picChg chg="add mod">
          <ac:chgData name="Arnaldo Satoru Gunzi" userId="41a30d14-40e4-4cae-bd0a-ce9e51e34c46" providerId="ADAL" clId="{E5A03375-E83D-4F99-81D0-C4D19F3F5752}" dt="2023-10-05T12:32:45.979" v="521" actId="1076"/>
          <ac:picMkLst>
            <pc:docMk/>
            <pc:sldMk cId="3890870151" sldId="425"/>
            <ac:picMk id="1026" creationId="{1DFB0178-C817-F6FC-4B2D-34E56A33C502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671" v="12195" actId="947"/>
        <pc:sldMkLst>
          <pc:docMk/>
          <pc:sldMk cId="1277270774" sldId="426"/>
        </pc:sldMkLst>
        <pc:spChg chg="mod">
          <ac:chgData name="Arnaldo Satoru Gunzi" userId="41a30d14-40e4-4cae-bd0a-ce9e51e34c46" providerId="ADAL" clId="{E5A03375-E83D-4F99-81D0-C4D19F3F5752}" dt="2023-10-09T11:29:57.671" v="12195" actId="947"/>
          <ac:spMkLst>
            <pc:docMk/>
            <pc:sldMk cId="1277270774" sldId="426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70" v="12193" actId="947"/>
          <ac:spMkLst>
            <pc:docMk/>
            <pc:sldMk cId="1277270774" sldId="426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5T12:33:07.072" v="525" actId="478"/>
          <ac:picMkLst>
            <pc:docMk/>
            <pc:sldMk cId="1277270774" sldId="426"/>
            <ac:picMk id="1026" creationId="{1DFB0178-C817-F6FC-4B2D-34E56A33C502}"/>
          </ac:picMkLst>
        </pc:picChg>
        <pc:picChg chg="add mod">
          <ac:chgData name="Arnaldo Satoru Gunzi" userId="41a30d14-40e4-4cae-bd0a-ce9e51e34c46" providerId="ADAL" clId="{E5A03375-E83D-4F99-81D0-C4D19F3F5752}" dt="2023-10-05T12:34:21.379" v="550" actId="1076"/>
          <ac:picMkLst>
            <pc:docMk/>
            <pc:sldMk cId="1277270774" sldId="426"/>
            <ac:picMk id="2050" creationId="{60797B43-E0A7-71E5-D134-C4BFF413D1F0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675" v="12199" actId="947"/>
        <pc:sldMkLst>
          <pc:docMk/>
          <pc:sldMk cId="494628932" sldId="427"/>
        </pc:sldMkLst>
        <pc:spChg chg="mod">
          <ac:chgData name="Arnaldo Satoru Gunzi" userId="41a30d14-40e4-4cae-bd0a-ce9e51e34c46" providerId="ADAL" clId="{E5A03375-E83D-4F99-81D0-C4D19F3F5752}" dt="2023-10-09T11:29:57.675" v="12199" actId="947"/>
          <ac:spMkLst>
            <pc:docMk/>
            <pc:sldMk cId="494628932" sldId="427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72" v="12197" actId="947"/>
          <ac:spMkLst>
            <pc:docMk/>
            <pc:sldMk cId="494628932" sldId="427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5T12:33:35.342" v="533" actId="478"/>
          <ac:picMkLst>
            <pc:docMk/>
            <pc:sldMk cId="494628932" sldId="427"/>
            <ac:picMk id="2050" creationId="{60797B43-E0A7-71E5-D134-C4BFF413D1F0}"/>
          </ac:picMkLst>
        </pc:picChg>
        <pc:picChg chg="add mod">
          <ac:chgData name="Arnaldo Satoru Gunzi" userId="41a30d14-40e4-4cae-bd0a-ce9e51e34c46" providerId="ADAL" clId="{E5A03375-E83D-4F99-81D0-C4D19F3F5752}" dt="2023-10-05T12:34:28.579" v="554" actId="14100"/>
          <ac:picMkLst>
            <pc:docMk/>
            <pc:sldMk cId="494628932" sldId="427"/>
            <ac:picMk id="3074" creationId="{38B262F6-9D4E-680B-F2A3-744856D04DD8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677" v="12203" actId="947"/>
        <pc:sldMkLst>
          <pc:docMk/>
          <pc:sldMk cId="2617546358" sldId="428"/>
        </pc:sldMkLst>
        <pc:spChg chg="mod">
          <ac:chgData name="Arnaldo Satoru Gunzi" userId="41a30d14-40e4-4cae-bd0a-ce9e51e34c46" providerId="ADAL" clId="{E5A03375-E83D-4F99-81D0-C4D19F3F5752}" dt="2023-10-09T11:29:57.677" v="12203" actId="947"/>
          <ac:spMkLst>
            <pc:docMk/>
            <pc:sldMk cId="2617546358" sldId="428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76" v="12201" actId="947"/>
          <ac:spMkLst>
            <pc:docMk/>
            <pc:sldMk cId="2617546358" sldId="428"/>
            <ac:spMk id="7" creationId="{00000000-0000-0000-0000-000000000000}"/>
          </ac:spMkLst>
        </pc:spChg>
        <pc:picChg chg="del mod">
          <ac:chgData name="Arnaldo Satoru Gunzi" userId="41a30d14-40e4-4cae-bd0a-ce9e51e34c46" providerId="ADAL" clId="{E5A03375-E83D-4F99-81D0-C4D19F3F5752}" dt="2023-10-05T12:34:39.377" v="558" actId="478"/>
          <ac:picMkLst>
            <pc:docMk/>
            <pc:sldMk cId="2617546358" sldId="428"/>
            <ac:picMk id="3074" creationId="{38B262F6-9D4E-680B-F2A3-744856D04DD8}"/>
          </ac:picMkLst>
        </pc:picChg>
        <pc:picChg chg="add mod">
          <ac:chgData name="Arnaldo Satoru Gunzi" userId="41a30d14-40e4-4cae-bd0a-ce9e51e34c46" providerId="ADAL" clId="{E5A03375-E83D-4F99-81D0-C4D19F3F5752}" dt="2023-10-05T12:34:47.543" v="561" actId="14100"/>
          <ac:picMkLst>
            <pc:docMk/>
            <pc:sldMk cId="2617546358" sldId="428"/>
            <ac:picMk id="4098" creationId="{DCBE5D0F-C645-5D7D-92BE-728414D24D11}"/>
          </ac:picMkLst>
        </pc:picChg>
      </pc:sldChg>
      <pc:sldChg chg="modSp add mod">
        <pc:chgData name="Arnaldo Satoru Gunzi" userId="41a30d14-40e4-4cae-bd0a-ce9e51e34c46" providerId="ADAL" clId="{E5A03375-E83D-4F99-81D0-C4D19F3F5752}" dt="2023-10-09T11:29:57.680" v="12207" actId="947"/>
        <pc:sldMkLst>
          <pc:docMk/>
          <pc:sldMk cId="1250524363" sldId="429"/>
        </pc:sldMkLst>
        <pc:spChg chg="mod">
          <ac:chgData name="Arnaldo Satoru Gunzi" userId="41a30d14-40e4-4cae-bd0a-ce9e51e34c46" providerId="ADAL" clId="{E5A03375-E83D-4F99-81D0-C4D19F3F5752}" dt="2023-10-09T11:29:57.680" v="12207" actId="947"/>
          <ac:spMkLst>
            <pc:docMk/>
            <pc:sldMk cId="1250524363" sldId="429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78" v="12205" actId="947"/>
          <ac:spMkLst>
            <pc:docMk/>
            <pc:sldMk cId="1250524363" sldId="429"/>
            <ac:spMk id="7" creationId="{00000000-0000-0000-0000-000000000000}"/>
          </ac:spMkLst>
        </pc:spChg>
      </pc:sldChg>
      <pc:sldChg chg="addSp delSp modSp add mod">
        <pc:chgData name="Arnaldo Satoru Gunzi" userId="41a30d14-40e4-4cae-bd0a-ce9e51e34c46" providerId="ADAL" clId="{E5A03375-E83D-4F99-81D0-C4D19F3F5752}" dt="2023-10-09T11:29:57.689" v="12217" actId="947"/>
        <pc:sldMkLst>
          <pc:docMk/>
          <pc:sldMk cId="2385063223" sldId="430"/>
        </pc:sldMkLst>
        <pc:spChg chg="mod">
          <ac:chgData name="Arnaldo Satoru Gunzi" userId="41a30d14-40e4-4cae-bd0a-ce9e51e34c46" providerId="ADAL" clId="{E5A03375-E83D-4F99-81D0-C4D19F3F5752}" dt="2023-10-09T11:29:57.689" v="12217" actId="947"/>
          <ac:spMkLst>
            <pc:docMk/>
            <pc:sldMk cId="2385063223" sldId="43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87" v="12215" actId="947"/>
          <ac:spMkLst>
            <pc:docMk/>
            <pc:sldMk cId="2385063223" sldId="430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5T12:35:34.158" v="676" actId="478"/>
          <ac:picMkLst>
            <pc:docMk/>
            <pc:sldMk cId="2385063223" sldId="430"/>
            <ac:picMk id="4098" creationId="{DCBE5D0F-C645-5D7D-92BE-728414D24D11}"/>
          </ac:picMkLst>
        </pc:picChg>
        <pc:picChg chg="add mod">
          <ac:chgData name="Arnaldo Satoru Gunzi" userId="41a30d14-40e4-4cae-bd0a-ce9e51e34c46" providerId="ADAL" clId="{E5A03375-E83D-4F99-81D0-C4D19F3F5752}" dt="2023-10-05T12:35:59.146" v="710" actId="1076"/>
          <ac:picMkLst>
            <pc:docMk/>
            <pc:sldMk cId="2385063223" sldId="430"/>
            <ac:picMk id="5122" creationId="{D92442E9-49AA-958A-F463-C38C21483E2D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692" v="12221" actId="947"/>
        <pc:sldMkLst>
          <pc:docMk/>
          <pc:sldMk cId="1864158819" sldId="431"/>
        </pc:sldMkLst>
        <pc:spChg chg="mod">
          <ac:chgData name="Arnaldo Satoru Gunzi" userId="41a30d14-40e4-4cae-bd0a-ce9e51e34c46" providerId="ADAL" clId="{E5A03375-E83D-4F99-81D0-C4D19F3F5752}" dt="2023-10-09T11:29:57.692" v="12221" actId="947"/>
          <ac:spMkLst>
            <pc:docMk/>
            <pc:sldMk cId="1864158819" sldId="43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90" v="12219" actId="947"/>
          <ac:spMkLst>
            <pc:docMk/>
            <pc:sldMk cId="1864158819" sldId="431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5T12:37:00.123" v="712" actId="478"/>
          <ac:picMkLst>
            <pc:docMk/>
            <pc:sldMk cId="1864158819" sldId="431"/>
            <ac:picMk id="5122" creationId="{D92442E9-49AA-958A-F463-C38C21483E2D}"/>
          </ac:picMkLst>
        </pc:picChg>
        <pc:picChg chg="add mod">
          <ac:chgData name="Arnaldo Satoru Gunzi" userId="41a30d14-40e4-4cae-bd0a-ce9e51e34c46" providerId="ADAL" clId="{E5A03375-E83D-4F99-81D0-C4D19F3F5752}" dt="2023-10-05T12:37:39.643" v="728" actId="1076"/>
          <ac:picMkLst>
            <pc:docMk/>
            <pc:sldMk cId="1864158819" sldId="431"/>
            <ac:picMk id="7170" creationId="{4B43EF51-2EE6-52A7-006E-7401DEB0D81D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695" v="12225" actId="947"/>
        <pc:sldMkLst>
          <pc:docMk/>
          <pc:sldMk cId="4293846529" sldId="432"/>
        </pc:sldMkLst>
        <pc:spChg chg="mod">
          <ac:chgData name="Arnaldo Satoru Gunzi" userId="41a30d14-40e4-4cae-bd0a-ce9e51e34c46" providerId="ADAL" clId="{E5A03375-E83D-4F99-81D0-C4D19F3F5752}" dt="2023-10-09T11:29:57.695" v="12225" actId="947"/>
          <ac:spMkLst>
            <pc:docMk/>
            <pc:sldMk cId="4293846529" sldId="43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93" v="12223" actId="947"/>
          <ac:spMkLst>
            <pc:docMk/>
            <pc:sldMk cId="4293846529" sldId="432"/>
            <ac:spMk id="7" creationId="{00000000-0000-0000-0000-000000000000}"/>
          </ac:spMkLst>
        </pc:spChg>
        <pc:picChg chg="del mod">
          <ac:chgData name="Arnaldo Satoru Gunzi" userId="41a30d14-40e4-4cae-bd0a-ce9e51e34c46" providerId="ADAL" clId="{E5A03375-E83D-4F99-81D0-C4D19F3F5752}" dt="2023-10-05T12:38:24.839" v="780" actId="478"/>
          <ac:picMkLst>
            <pc:docMk/>
            <pc:sldMk cId="4293846529" sldId="432"/>
            <ac:picMk id="7170" creationId="{4B43EF51-2EE6-52A7-006E-7401DEB0D81D}"/>
          </ac:picMkLst>
        </pc:picChg>
        <pc:picChg chg="add mod">
          <ac:chgData name="Arnaldo Satoru Gunzi" userId="41a30d14-40e4-4cae-bd0a-ce9e51e34c46" providerId="ADAL" clId="{E5A03375-E83D-4F99-81D0-C4D19F3F5752}" dt="2023-10-05T12:38:37.087" v="784" actId="1076"/>
          <ac:picMkLst>
            <pc:docMk/>
            <pc:sldMk cId="4293846529" sldId="432"/>
            <ac:picMk id="8194" creationId="{E1540E47-6B9E-EEB3-3D3B-1016EF065199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698" v="12229" actId="947"/>
        <pc:sldMkLst>
          <pc:docMk/>
          <pc:sldMk cId="3323645696" sldId="433"/>
        </pc:sldMkLst>
        <pc:spChg chg="mod">
          <ac:chgData name="Arnaldo Satoru Gunzi" userId="41a30d14-40e4-4cae-bd0a-ce9e51e34c46" providerId="ADAL" clId="{E5A03375-E83D-4F99-81D0-C4D19F3F5752}" dt="2023-10-09T11:29:57.698" v="12229" actId="947"/>
          <ac:spMkLst>
            <pc:docMk/>
            <pc:sldMk cId="3323645696" sldId="433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96" v="12227" actId="947"/>
          <ac:spMkLst>
            <pc:docMk/>
            <pc:sldMk cId="3323645696" sldId="433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5T12:39:02.197" v="793" actId="478"/>
          <ac:picMkLst>
            <pc:docMk/>
            <pc:sldMk cId="3323645696" sldId="433"/>
            <ac:picMk id="8194" creationId="{E1540E47-6B9E-EEB3-3D3B-1016EF065199}"/>
          </ac:picMkLst>
        </pc:picChg>
        <pc:picChg chg="add mod">
          <ac:chgData name="Arnaldo Satoru Gunzi" userId="41a30d14-40e4-4cae-bd0a-ce9e51e34c46" providerId="ADAL" clId="{E5A03375-E83D-4F99-81D0-C4D19F3F5752}" dt="2023-10-05T12:39:08.214" v="796" actId="14100"/>
          <ac:picMkLst>
            <pc:docMk/>
            <pc:sldMk cId="3323645696" sldId="433"/>
            <ac:picMk id="9218" creationId="{12FAE77D-40F1-05C4-6C31-F4E8CFF07212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700" v="12233" actId="947"/>
        <pc:sldMkLst>
          <pc:docMk/>
          <pc:sldMk cId="1798100447" sldId="434"/>
        </pc:sldMkLst>
        <pc:spChg chg="mod">
          <ac:chgData name="Arnaldo Satoru Gunzi" userId="41a30d14-40e4-4cae-bd0a-ce9e51e34c46" providerId="ADAL" clId="{E5A03375-E83D-4F99-81D0-C4D19F3F5752}" dt="2023-10-09T11:29:57.700" v="12233" actId="947"/>
          <ac:spMkLst>
            <pc:docMk/>
            <pc:sldMk cId="1798100447" sldId="434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99" v="12231" actId="947"/>
          <ac:spMkLst>
            <pc:docMk/>
            <pc:sldMk cId="1798100447" sldId="434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5T12:39:26.666" v="800" actId="478"/>
          <ac:picMkLst>
            <pc:docMk/>
            <pc:sldMk cId="1798100447" sldId="434"/>
            <ac:picMk id="9218" creationId="{12FAE77D-40F1-05C4-6C31-F4E8CFF07212}"/>
          </ac:picMkLst>
        </pc:picChg>
        <pc:picChg chg="add mod">
          <ac:chgData name="Arnaldo Satoru Gunzi" userId="41a30d14-40e4-4cae-bd0a-ce9e51e34c46" providerId="ADAL" clId="{E5A03375-E83D-4F99-81D0-C4D19F3F5752}" dt="2023-10-05T12:39:28.734" v="802" actId="1076"/>
          <ac:picMkLst>
            <pc:docMk/>
            <pc:sldMk cId="1798100447" sldId="434"/>
            <ac:picMk id="10242" creationId="{05237D2D-59A6-985A-DEA8-F0FEEFC6FA8F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704" v="12237" actId="947"/>
        <pc:sldMkLst>
          <pc:docMk/>
          <pc:sldMk cId="3804874663" sldId="435"/>
        </pc:sldMkLst>
        <pc:spChg chg="mod">
          <ac:chgData name="Arnaldo Satoru Gunzi" userId="41a30d14-40e4-4cae-bd0a-ce9e51e34c46" providerId="ADAL" clId="{E5A03375-E83D-4F99-81D0-C4D19F3F5752}" dt="2023-10-09T11:29:57.704" v="12237" actId="947"/>
          <ac:spMkLst>
            <pc:docMk/>
            <pc:sldMk cId="3804874663" sldId="43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701" v="12235" actId="947"/>
          <ac:spMkLst>
            <pc:docMk/>
            <pc:sldMk cId="3804874663" sldId="435"/>
            <ac:spMk id="7" creationId="{00000000-0000-0000-0000-000000000000}"/>
          </ac:spMkLst>
        </pc:spChg>
        <pc:picChg chg="del mod">
          <ac:chgData name="Arnaldo Satoru Gunzi" userId="41a30d14-40e4-4cae-bd0a-ce9e51e34c46" providerId="ADAL" clId="{E5A03375-E83D-4F99-81D0-C4D19F3F5752}" dt="2023-10-05T12:39:53.443" v="816" actId="478"/>
          <ac:picMkLst>
            <pc:docMk/>
            <pc:sldMk cId="3804874663" sldId="435"/>
            <ac:picMk id="10242" creationId="{05237D2D-59A6-985A-DEA8-F0FEEFC6FA8F}"/>
          </ac:picMkLst>
        </pc:picChg>
        <pc:picChg chg="add mod">
          <ac:chgData name="Arnaldo Satoru Gunzi" userId="41a30d14-40e4-4cae-bd0a-ce9e51e34c46" providerId="ADAL" clId="{E5A03375-E83D-4F99-81D0-C4D19F3F5752}" dt="2023-10-05T12:40:06.134" v="818" actId="14100"/>
          <ac:picMkLst>
            <pc:docMk/>
            <pc:sldMk cId="3804874663" sldId="435"/>
            <ac:picMk id="11266" creationId="{C1DE10F0-2088-BD49-F825-D68384208711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708" v="12241" actId="947"/>
        <pc:sldMkLst>
          <pc:docMk/>
          <pc:sldMk cId="1216460420" sldId="436"/>
        </pc:sldMkLst>
        <pc:spChg chg="del">
          <ac:chgData name="Arnaldo Satoru Gunzi" userId="41a30d14-40e4-4cae-bd0a-ce9e51e34c46" providerId="ADAL" clId="{E5A03375-E83D-4F99-81D0-C4D19F3F5752}" dt="2023-10-05T12:40:14.562" v="820" actId="478"/>
          <ac:spMkLst>
            <pc:docMk/>
            <pc:sldMk cId="1216460420" sldId="436"/>
            <ac:spMk id="3" creationId="{8C68C3B6-CC65-5D26-F7B0-1462F1C2894D}"/>
          </ac:spMkLst>
        </pc:spChg>
        <pc:spChg chg="add del mod">
          <ac:chgData name="Arnaldo Satoru Gunzi" userId="41a30d14-40e4-4cae-bd0a-ce9e51e34c46" providerId="ADAL" clId="{E5A03375-E83D-4F99-81D0-C4D19F3F5752}" dt="2023-10-05T12:40:16.515" v="821" actId="478"/>
          <ac:spMkLst>
            <pc:docMk/>
            <pc:sldMk cId="1216460420" sldId="436"/>
            <ac:spMk id="5" creationId="{A23B6761-05C8-AE99-4B0D-1EBBB3EF0636}"/>
          </ac:spMkLst>
        </pc:spChg>
        <pc:spChg chg="mod">
          <ac:chgData name="Arnaldo Satoru Gunzi" userId="41a30d14-40e4-4cae-bd0a-ce9e51e34c46" providerId="ADAL" clId="{E5A03375-E83D-4F99-81D0-C4D19F3F5752}" dt="2023-10-09T11:29:57.705" v="12239" actId="947"/>
          <ac:spMkLst>
            <pc:docMk/>
            <pc:sldMk cId="1216460420" sldId="436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E5A03375-E83D-4F99-81D0-C4D19F3F5752}" dt="2023-10-09T11:29:57.708" v="12241" actId="947"/>
          <ac:spMkLst>
            <pc:docMk/>
            <pc:sldMk cId="1216460420" sldId="436"/>
            <ac:spMk id="8" creationId="{059BDBBF-F83D-9716-6315-2A9596008DF4}"/>
          </ac:spMkLst>
        </pc:spChg>
        <pc:picChg chg="mod">
          <ac:chgData name="Arnaldo Satoru Gunzi" userId="41a30d14-40e4-4cae-bd0a-ce9e51e34c46" providerId="ADAL" clId="{E5A03375-E83D-4F99-81D0-C4D19F3F5752}" dt="2023-10-05T12:40:24.607" v="825" actId="1076"/>
          <ac:picMkLst>
            <pc:docMk/>
            <pc:sldMk cId="1216460420" sldId="436"/>
            <ac:picMk id="11266" creationId="{C1DE10F0-2088-BD49-F825-D68384208711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712" v="12245" actId="947"/>
        <pc:sldMkLst>
          <pc:docMk/>
          <pc:sldMk cId="2807814334" sldId="437"/>
        </pc:sldMkLst>
        <pc:spChg chg="add del">
          <ac:chgData name="Arnaldo Satoru Gunzi" userId="41a30d14-40e4-4cae-bd0a-ce9e51e34c46" providerId="ADAL" clId="{E5A03375-E83D-4F99-81D0-C4D19F3F5752}" dt="2023-10-05T12:40:55.086" v="835" actId="478"/>
          <ac:spMkLst>
            <pc:docMk/>
            <pc:sldMk cId="2807814334" sldId="437"/>
            <ac:spMk id="3" creationId="{46F54E7C-97F0-14A8-CD74-4B4900E75AD4}"/>
          </ac:spMkLst>
        </pc:spChg>
        <pc:spChg chg="mod">
          <ac:chgData name="Arnaldo Satoru Gunzi" userId="41a30d14-40e4-4cae-bd0a-ce9e51e34c46" providerId="ADAL" clId="{E5A03375-E83D-4F99-81D0-C4D19F3F5752}" dt="2023-10-09T11:29:57.709" v="12243" actId="947"/>
          <ac:spMkLst>
            <pc:docMk/>
            <pc:sldMk cId="2807814334" sldId="437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7.712" v="12245" actId="947"/>
          <ac:spMkLst>
            <pc:docMk/>
            <pc:sldMk cId="2807814334" sldId="437"/>
            <ac:spMk id="8" creationId="{059BDBBF-F83D-9716-6315-2A9596008DF4}"/>
          </ac:spMkLst>
        </pc:spChg>
      </pc:sldChg>
      <pc:sldChg chg="addSp delSp modSp add mod">
        <pc:chgData name="Arnaldo Satoru Gunzi" userId="41a30d14-40e4-4cae-bd0a-ce9e51e34c46" providerId="ADAL" clId="{E5A03375-E83D-4F99-81D0-C4D19F3F5752}" dt="2023-10-09T11:29:57.715" v="12249" actId="947"/>
        <pc:sldMkLst>
          <pc:docMk/>
          <pc:sldMk cId="326237385" sldId="438"/>
        </pc:sldMkLst>
        <pc:spChg chg="add mod">
          <ac:chgData name="Arnaldo Satoru Gunzi" userId="41a30d14-40e4-4cae-bd0a-ce9e51e34c46" providerId="ADAL" clId="{E5A03375-E83D-4F99-81D0-C4D19F3F5752}" dt="2023-10-09T11:29:57.715" v="12249" actId="947"/>
          <ac:spMkLst>
            <pc:docMk/>
            <pc:sldMk cId="326237385" sldId="438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E5A03375-E83D-4F99-81D0-C4D19F3F5752}" dt="2023-10-09T11:29:57.714" v="12247" actId="947"/>
          <ac:spMkLst>
            <pc:docMk/>
            <pc:sldMk cId="326237385" sldId="438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E5A03375-E83D-4F99-81D0-C4D19F3F5752}" dt="2023-10-05T12:41:26.334" v="848" actId="478"/>
          <ac:spMkLst>
            <pc:docMk/>
            <pc:sldMk cId="326237385" sldId="438"/>
            <ac:spMk id="8" creationId="{059BDBBF-F83D-9716-6315-2A9596008DF4}"/>
          </ac:spMkLst>
        </pc:spChg>
        <pc:picChg chg="del">
          <ac:chgData name="Arnaldo Satoru Gunzi" userId="41a30d14-40e4-4cae-bd0a-ce9e51e34c46" providerId="ADAL" clId="{E5A03375-E83D-4F99-81D0-C4D19F3F5752}" dt="2023-10-05T12:41:24.452" v="846" actId="478"/>
          <ac:picMkLst>
            <pc:docMk/>
            <pc:sldMk cId="326237385" sldId="438"/>
            <ac:picMk id="11266" creationId="{C1DE10F0-2088-BD49-F825-D68384208711}"/>
          </ac:picMkLst>
        </pc:picChg>
        <pc:picChg chg="add mod">
          <ac:chgData name="Arnaldo Satoru Gunzi" userId="41a30d14-40e4-4cae-bd0a-ce9e51e34c46" providerId="ADAL" clId="{E5A03375-E83D-4F99-81D0-C4D19F3F5752}" dt="2023-10-05T12:41:53.856" v="861" actId="14100"/>
          <ac:picMkLst>
            <pc:docMk/>
            <pc:sldMk cId="326237385" sldId="438"/>
            <ac:picMk id="12290" creationId="{CC7E3198-639B-3134-977E-D7FA91A6FC9F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718" v="12253" actId="947"/>
        <pc:sldMkLst>
          <pc:docMk/>
          <pc:sldMk cId="1950709454" sldId="439"/>
        </pc:sldMkLst>
        <pc:spChg chg="add del">
          <ac:chgData name="Arnaldo Satoru Gunzi" userId="41a30d14-40e4-4cae-bd0a-ce9e51e34c46" providerId="ADAL" clId="{E5A03375-E83D-4F99-81D0-C4D19F3F5752}" dt="2023-10-05T12:42:20.494" v="864"/>
          <ac:spMkLst>
            <pc:docMk/>
            <pc:sldMk cId="1950709454" sldId="439"/>
            <ac:spMk id="2" creationId="{35BD74FB-2644-C9C5-E3D1-A56BC5BE40D6}"/>
          </ac:spMkLst>
        </pc:spChg>
        <pc:spChg chg="mod">
          <ac:chgData name="Arnaldo Satoru Gunzi" userId="41a30d14-40e4-4cae-bd0a-ce9e51e34c46" providerId="ADAL" clId="{E5A03375-E83D-4F99-81D0-C4D19F3F5752}" dt="2023-10-09T11:29:57.718" v="12253" actId="947"/>
          <ac:spMkLst>
            <pc:docMk/>
            <pc:sldMk cId="1950709454" sldId="439"/>
            <ac:spMk id="3" creationId="{8435EA95-261F-EA47-137E-EB7B7F7147B7}"/>
          </ac:spMkLst>
        </pc:spChg>
        <pc:spChg chg="add del">
          <ac:chgData name="Arnaldo Satoru Gunzi" userId="41a30d14-40e4-4cae-bd0a-ce9e51e34c46" providerId="ADAL" clId="{E5A03375-E83D-4F99-81D0-C4D19F3F5752}" dt="2023-10-05T12:42:26.909" v="866"/>
          <ac:spMkLst>
            <pc:docMk/>
            <pc:sldMk cId="1950709454" sldId="439"/>
            <ac:spMk id="5" creationId="{3B5C8BCF-25BC-0E01-3644-63C781D0E6E8}"/>
          </ac:spMkLst>
        </pc:spChg>
        <pc:spChg chg="add del">
          <ac:chgData name="Arnaldo Satoru Gunzi" userId="41a30d14-40e4-4cae-bd0a-ce9e51e34c46" providerId="ADAL" clId="{E5A03375-E83D-4F99-81D0-C4D19F3F5752}" dt="2023-10-05T12:42:33.069" v="868"/>
          <ac:spMkLst>
            <pc:docMk/>
            <pc:sldMk cId="1950709454" sldId="439"/>
            <ac:spMk id="6" creationId="{CB38E35D-5DB1-64A0-9766-DD196B57600C}"/>
          </ac:spMkLst>
        </pc:spChg>
        <pc:spChg chg="mod">
          <ac:chgData name="Arnaldo Satoru Gunzi" userId="41a30d14-40e4-4cae-bd0a-ce9e51e34c46" providerId="ADAL" clId="{E5A03375-E83D-4F99-81D0-C4D19F3F5752}" dt="2023-10-09T11:29:57.717" v="12251" actId="947"/>
          <ac:spMkLst>
            <pc:docMk/>
            <pc:sldMk cId="1950709454" sldId="439"/>
            <ac:spMk id="7" creationId="{00000000-0000-0000-0000-000000000000}"/>
          </ac:spMkLst>
        </pc:spChg>
        <pc:spChg chg="add del">
          <ac:chgData name="Arnaldo Satoru Gunzi" userId="41a30d14-40e4-4cae-bd0a-ce9e51e34c46" providerId="ADAL" clId="{E5A03375-E83D-4F99-81D0-C4D19F3F5752}" dt="2023-10-05T12:42:40.090" v="870"/>
          <ac:spMkLst>
            <pc:docMk/>
            <pc:sldMk cId="1950709454" sldId="439"/>
            <ac:spMk id="8" creationId="{1AA2C678-05E5-C6F8-2703-C297218EB051}"/>
          </ac:spMkLst>
        </pc:spChg>
        <pc:spChg chg="add del">
          <ac:chgData name="Arnaldo Satoru Gunzi" userId="41a30d14-40e4-4cae-bd0a-ce9e51e34c46" providerId="ADAL" clId="{E5A03375-E83D-4F99-81D0-C4D19F3F5752}" dt="2023-10-05T12:43:11.608" v="872"/>
          <ac:spMkLst>
            <pc:docMk/>
            <pc:sldMk cId="1950709454" sldId="439"/>
            <ac:spMk id="9" creationId="{B13538A6-EA62-0A2C-CA06-BFE6D14AD6C0}"/>
          </ac:spMkLst>
        </pc:spChg>
        <pc:picChg chg="del">
          <ac:chgData name="Arnaldo Satoru Gunzi" userId="41a30d14-40e4-4cae-bd0a-ce9e51e34c46" providerId="ADAL" clId="{E5A03375-E83D-4F99-81D0-C4D19F3F5752}" dt="2023-10-05T12:44:28.875" v="886" actId="478"/>
          <ac:picMkLst>
            <pc:docMk/>
            <pc:sldMk cId="1950709454" sldId="439"/>
            <ac:picMk id="12290" creationId="{CC7E3198-639B-3134-977E-D7FA91A6FC9F}"/>
          </ac:picMkLst>
        </pc:picChg>
        <pc:picChg chg="add del">
          <ac:chgData name="Arnaldo Satoru Gunzi" userId="41a30d14-40e4-4cae-bd0a-ce9e51e34c46" providerId="ADAL" clId="{E5A03375-E83D-4F99-81D0-C4D19F3F5752}" dt="2023-10-05T12:42:20.494" v="864"/>
          <ac:picMkLst>
            <pc:docMk/>
            <pc:sldMk cId="1950709454" sldId="439"/>
            <ac:picMk id="15362" creationId="{FB440316-0289-A401-4F81-9F16D6498F2C}"/>
          </ac:picMkLst>
        </pc:picChg>
        <pc:picChg chg="add del">
          <ac:chgData name="Arnaldo Satoru Gunzi" userId="41a30d14-40e4-4cae-bd0a-ce9e51e34c46" providerId="ADAL" clId="{E5A03375-E83D-4F99-81D0-C4D19F3F5752}" dt="2023-10-05T12:42:20.494" v="864"/>
          <ac:picMkLst>
            <pc:docMk/>
            <pc:sldMk cId="1950709454" sldId="439"/>
            <ac:picMk id="15363" creationId="{CC30746E-7FD6-BAA2-C08E-81A39A455CC4}"/>
          </ac:picMkLst>
        </pc:picChg>
        <pc:picChg chg="add del">
          <ac:chgData name="Arnaldo Satoru Gunzi" userId="41a30d14-40e4-4cae-bd0a-ce9e51e34c46" providerId="ADAL" clId="{E5A03375-E83D-4F99-81D0-C4D19F3F5752}" dt="2023-10-05T12:42:26.909" v="866"/>
          <ac:picMkLst>
            <pc:docMk/>
            <pc:sldMk cId="1950709454" sldId="439"/>
            <ac:picMk id="15365" creationId="{F3EA9F72-B605-3E7A-68E5-0C2B698B1D43}"/>
          </ac:picMkLst>
        </pc:picChg>
        <pc:picChg chg="add del">
          <ac:chgData name="Arnaldo Satoru Gunzi" userId="41a30d14-40e4-4cae-bd0a-ce9e51e34c46" providerId="ADAL" clId="{E5A03375-E83D-4F99-81D0-C4D19F3F5752}" dt="2023-10-05T12:42:26.909" v="866"/>
          <ac:picMkLst>
            <pc:docMk/>
            <pc:sldMk cId="1950709454" sldId="439"/>
            <ac:picMk id="15366" creationId="{E593F823-2F9E-2DF0-DF20-FC5015675654}"/>
          </ac:picMkLst>
        </pc:picChg>
        <pc:picChg chg="add del">
          <ac:chgData name="Arnaldo Satoru Gunzi" userId="41a30d14-40e4-4cae-bd0a-ce9e51e34c46" providerId="ADAL" clId="{E5A03375-E83D-4F99-81D0-C4D19F3F5752}" dt="2023-10-05T12:42:33.069" v="868"/>
          <ac:picMkLst>
            <pc:docMk/>
            <pc:sldMk cId="1950709454" sldId="439"/>
            <ac:picMk id="15368" creationId="{477B1830-8760-B565-2D41-3F73866D7EB0}"/>
          </ac:picMkLst>
        </pc:picChg>
        <pc:picChg chg="add del">
          <ac:chgData name="Arnaldo Satoru Gunzi" userId="41a30d14-40e4-4cae-bd0a-ce9e51e34c46" providerId="ADAL" clId="{E5A03375-E83D-4F99-81D0-C4D19F3F5752}" dt="2023-10-05T12:42:33.069" v="868"/>
          <ac:picMkLst>
            <pc:docMk/>
            <pc:sldMk cId="1950709454" sldId="439"/>
            <ac:picMk id="15369" creationId="{BE9AD0CB-D118-5C9B-CA52-2F9843D036C3}"/>
          </ac:picMkLst>
        </pc:picChg>
        <pc:picChg chg="add del">
          <ac:chgData name="Arnaldo Satoru Gunzi" userId="41a30d14-40e4-4cae-bd0a-ce9e51e34c46" providerId="ADAL" clId="{E5A03375-E83D-4F99-81D0-C4D19F3F5752}" dt="2023-10-05T12:42:40.090" v="870"/>
          <ac:picMkLst>
            <pc:docMk/>
            <pc:sldMk cId="1950709454" sldId="439"/>
            <ac:picMk id="15371" creationId="{42955F12-A9E2-05F3-712F-C023EDDBF859}"/>
          </ac:picMkLst>
        </pc:picChg>
        <pc:picChg chg="add del">
          <ac:chgData name="Arnaldo Satoru Gunzi" userId="41a30d14-40e4-4cae-bd0a-ce9e51e34c46" providerId="ADAL" clId="{E5A03375-E83D-4F99-81D0-C4D19F3F5752}" dt="2023-10-05T12:42:40.090" v="870"/>
          <ac:picMkLst>
            <pc:docMk/>
            <pc:sldMk cId="1950709454" sldId="439"/>
            <ac:picMk id="15372" creationId="{06A2FDDD-5C9D-EECA-905E-9C65CE683F64}"/>
          </ac:picMkLst>
        </pc:picChg>
        <pc:picChg chg="add del">
          <ac:chgData name="Arnaldo Satoru Gunzi" userId="41a30d14-40e4-4cae-bd0a-ce9e51e34c46" providerId="ADAL" clId="{E5A03375-E83D-4F99-81D0-C4D19F3F5752}" dt="2023-10-05T12:43:11.608" v="872"/>
          <ac:picMkLst>
            <pc:docMk/>
            <pc:sldMk cId="1950709454" sldId="439"/>
            <ac:picMk id="15374" creationId="{8CCD2CF4-B6C2-1EDD-8413-BAE89B96C4E5}"/>
          </ac:picMkLst>
        </pc:picChg>
        <pc:picChg chg="add del">
          <ac:chgData name="Arnaldo Satoru Gunzi" userId="41a30d14-40e4-4cae-bd0a-ce9e51e34c46" providerId="ADAL" clId="{E5A03375-E83D-4F99-81D0-C4D19F3F5752}" dt="2023-10-05T12:43:11.608" v="872"/>
          <ac:picMkLst>
            <pc:docMk/>
            <pc:sldMk cId="1950709454" sldId="439"/>
            <ac:picMk id="15375" creationId="{BD2EEC4B-3C95-B397-88DF-7D488C6F01A3}"/>
          </ac:picMkLst>
        </pc:picChg>
        <pc:picChg chg="add mod">
          <ac:chgData name="Arnaldo Satoru Gunzi" userId="41a30d14-40e4-4cae-bd0a-ce9e51e34c46" providerId="ADAL" clId="{E5A03375-E83D-4F99-81D0-C4D19F3F5752}" dt="2023-10-05T12:46:46.826" v="895" actId="1076"/>
          <ac:picMkLst>
            <pc:docMk/>
            <pc:sldMk cId="1950709454" sldId="439"/>
            <ac:picMk id="15377" creationId="{2C400797-3C54-4A1A-5C5F-7C4FB343CF81}"/>
          </ac:picMkLst>
        </pc:picChg>
        <pc:picChg chg="add del">
          <ac:chgData name="Arnaldo Satoru Gunzi" userId="41a30d14-40e4-4cae-bd0a-ce9e51e34c46" providerId="ADAL" clId="{E5A03375-E83D-4F99-81D0-C4D19F3F5752}" dt="2023-10-05T12:47:18.700" v="905" actId="478"/>
          <ac:picMkLst>
            <pc:docMk/>
            <pc:sldMk cId="1950709454" sldId="439"/>
            <ac:picMk id="15379" creationId="{2FD968B1-D91A-B3C9-69F5-64A1ECD97638}"/>
          </ac:picMkLst>
        </pc:picChg>
      </pc:sldChg>
      <pc:sldChg chg="delSp modSp add mod">
        <pc:chgData name="Arnaldo Satoru Gunzi" userId="41a30d14-40e4-4cae-bd0a-ce9e51e34c46" providerId="ADAL" clId="{E5A03375-E83D-4F99-81D0-C4D19F3F5752}" dt="2023-10-09T11:29:57.721" v="12257" actId="947"/>
        <pc:sldMkLst>
          <pc:docMk/>
          <pc:sldMk cId="842369565" sldId="440"/>
        </pc:sldMkLst>
        <pc:spChg chg="mod">
          <ac:chgData name="Arnaldo Satoru Gunzi" userId="41a30d14-40e4-4cae-bd0a-ce9e51e34c46" providerId="ADAL" clId="{E5A03375-E83D-4F99-81D0-C4D19F3F5752}" dt="2023-10-09T11:29:57.721" v="12257" actId="947"/>
          <ac:spMkLst>
            <pc:docMk/>
            <pc:sldMk cId="842369565" sldId="440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E5A03375-E83D-4F99-81D0-C4D19F3F5752}" dt="2023-10-09T11:29:57.720" v="12255" actId="947"/>
          <ac:spMkLst>
            <pc:docMk/>
            <pc:sldMk cId="842369565" sldId="440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5T12:47:08.602" v="898" actId="478"/>
          <ac:picMkLst>
            <pc:docMk/>
            <pc:sldMk cId="842369565" sldId="440"/>
            <ac:picMk id="15377" creationId="{2C400797-3C54-4A1A-5C5F-7C4FB343CF81}"/>
          </ac:picMkLst>
        </pc:picChg>
        <pc:picChg chg="mod">
          <ac:chgData name="Arnaldo Satoru Gunzi" userId="41a30d14-40e4-4cae-bd0a-ce9e51e34c46" providerId="ADAL" clId="{E5A03375-E83D-4F99-81D0-C4D19F3F5752}" dt="2023-10-05T12:47:16.474" v="904" actId="1076"/>
          <ac:picMkLst>
            <pc:docMk/>
            <pc:sldMk cId="842369565" sldId="440"/>
            <ac:picMk id="15379" creationId="{2FD968B1-D91A-B3C9-69F5-64A1ECD97638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5T12:50:10.085" v="1051" actId="1076"/>
        <pc:sldMkLst>
          <pc:docMk/>
          <pc:sldMk cId="2537401407" sldId="441"/>
        </pc:sldMkLst>
        <pc:spChg chg="mod">
          <ac:chgData name="Arnaldo Satoru Gunzi" userId="41a30d14-40e4-4cae-bd0a-ce9e51e34c46" providerId="ADAL" clId="{E5A03375-E83D-4F99-81D0-C4D19F3F5752}" dt="2023-10-05T12:48:32.861" v="1038" actId="20577"/>
          <ac:spMkLst>
            <pc:docMk/>
            <pc:sldMk cId="2537401407" sldId="441"/>
            <ac:spMk id="3" creationId="{8435EA95-261F-EA47-137E-EB7B7F7147B7}"/>
          </ac:spMkLst>
        </pc:spChg>
        <pc:picChg chg="add mod">
          <ac:chgData name="Arnaldo Satoru Gunzi" userId="41a30d14-40e4-4cae-bd0a-ce9e51e34c46" providerId="ADAL" clId="{E5A03375-E83D-4F99-81D0-C4D19F3F5752}" dt="2023-10-05T12:48:44.647" v="1040" actId="1076"/>
          <ac:picMkLst>
            <pc:docMk/>
            <pc:sldMk cId="2537401407" sldId="441"/>
            <ac:picMk id="2" creationId="{4A7BE2A1-4604-5517-75E8-58C5FA1DAC2C}"/>
          </ac:picMkLst>
        </pc:picChg>
        <pc:picChg chg="add mod">
          <ac:chgData name="Arnaldo Satoru Gunzi" userId="41a30d14-40e4-4cae-bd0a-ce9e51e34c46" providerId="ADAL" clId="{E5A03375-E83D-4F99-81D0-C4D19F3F5752}" dt="2023-10-05T12:50:03.957" v="1046" actId="1076"/>
          <ac:picMkLst>
            <pc:docMk/>
            <pc:sldMk cId="2537401407" sldId="441"/>
            <ac:picMk id="5" creationId="{B0704A49-C74B-CC80-17F3-224B030E7192}"/>
          </ac:picMkLst>
        </pc:picChg>
        <pc:picChg chg="add mod">
          <ac:chgData name="Arnaldo Satoru Gunzi" userId="41a30d14-40e4-4cae-bd0a-ce9e51e34c46" providerId="ADAL" clId="{E5A03375-E83D-4F99-81D0-C4D19F3F5752}" dt="2023-10-05T12:50:10.085" v="1051" actId="1076"/>
          <ac:picMkLst>
            <pc:docMk/>
            <pc:sldMk cId="2537401407" sldId="441"/>
            <ac:picMk id="6" creationId="{F65A1BF3-7326-5246-F3DD-B363F76EE3C0}"/>
          </ac:picMkLst>
        </pc:picChg>
        <pc:picChg chg="add mod">
          <ac:chgData name="Arnaldo Satoru Gunzi" userId="41a30d14-40e4-4cae-bd0a-ce9e51e34c46" providerId="ADAL" clId="{E5A03375-E83D-4F99-81D0-C4D19F3F5752}" dt="2023-10-05T12:50:08.244" v="1050" actId="1076"/>
          <ac:picMkLst>
            <pc:docMk/>
            <pc:sldMk cId="2537401407" sldId="441"/>
            <ac:picMk id="9" creationId="{CCD42255-960A-17E4-465B-7871339D67B9}"/>
          </ac:picMkLst>
        </pc:picChg>
        <pc:picChg chg="add mod">
          <ac:chgData name="Arnaldo Satoru Gunzi" userId="41a30d14-40e4-4cae-bd0a-ce9e51e34c46" providerId="ADAL" clId="{E5A03375-E83D-4F99-81D0-C4D19F3F5752}" dt="2023-10-05T12:50:07.349" v="1049" actId="1076"/>
          <ac:picMkLst>
            <pc:docMk/>
            <pc:sldMk cId="2537401407" sldId="441"/>
            <ac:picMk id="10" creationId="{DE0BBA4E-AE24-E1A7-9294-F7065334BF45}"/>
          </ac:picMkLst>
        </pc:picChg>
        <pc:picChg chg="add mod">
          <ac:chgData name="Arnaldo Satoru Gunzi" userId="41a30d14-40e4-4cae-bd0a-ce9e51e34c46" providerId="ADAL" clId="{E5A03375-E83D-4F99-81D0-C4D19F3F5752}" dt="2023-10-05T12:50:06.528" v="1048" actId="1076"/>
          <ac:picMkLst>
            <pc:docMk/>
            <pc:sldMk cId="2537401407" sldId="441"/>
            <ac:picMk id="11" creationId="{4520FA45-2058-90C9-23F2-7BA37CDABB66}"/>
          </ac:picMkLst>
        </pc:picChg>
        <pc:picChg chg="del">
          <ac:chgData name="Arnaldo Satoru Gunzi" userId="41a30d14-40e4-4cae-bd0a-ce9e51e34c46" providerId="ADAL" clId="{E5A03375-E83D-4F99-81D0-C4D19F3F5752}" dt="2023-10-05T12:48:04.799" v="912" actId="478"/>
          <ac:picMkLst>
            <pc:docMk/>
            <pc:sldMk cId="2537401407" sldId="441"/>
            <ac:picMk id="15379" creationId="{2FD968B1-D91A-B3C9-69F5-64A1ECD97638}"/>
          </ac:picMkLst>
        </pc:picChg>
      </pc:sldChg>
      <pc:sldChg chg="addSp modSp mod">
        <pc:chgData name="Arnaldo Satoru Gunzi" userId="41a30d14-40e4-4cae-bd0a-ce9e51e34c46" providerId="ADAL" clId="{E5A03375-E83D-4F99-81D0-C4D19F3F5752}" dt="2023-10-09T11:31:34.385" v="12771" actId="1035"/>
        <pc:sldMkLst>
          <pc:docMk/>
          <pc:sldMk cId="4125488981" sldId="441"/>
        </pc:sldMkLst>
        <pc:spChg chg="mod">
          <ac:chgData name="Arnaldo Satoru Gunzi" userId="41a30d14-40e4-4cae-bd0a-ce9e51e34c46" providerId="ADAL" clId="{E5A03375-E83D-4F99-81D0-C4D19F3F5752}" dt="2023-10-09T11:29:58.300" v="12715" actId="947"/>
          <ac:spMkLst>
            <pc:docMk/>
            <pc:sldMk cId="4125488981" sldId="441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E5A03375-E83D-4F99-81D0-C4D19F3F5752}" dt="2023-10-09T11:29:58.296" v="12713" actId="947"/>
          <ac:spMkLst>
            <pc:docMk/>
            <pc:sldMk cId="4125488981" sldId="441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31:34.385" v="12771" actId="1035"/>
          <ac:spMkLst>
            <pc:docMk/>
            <pc:sldMk cId="4125488981" sldId="441"/>
            <ac:spMk id="8" creationId="{0E99DCDE-0C4E-7175-2869-076AD6DF3166}"/>
          </ac:spMkLst>
        </pc:spChg>
        <pc:picChg chg="mod">
          <ac:chgData name="Arnaldo Satoru Gunzi" userId="41a30d14-40e4-4cae-bd0a-ce9e51e34c46" providerId="ADAL" clId="{E5A03375-E83D-4F99-81D0-C4D19F3F5752}" dt="2023-10-09T11:31:23.012" v="12748" actId="1036"/>
          <ac:picMkLst>
            <pc:docMk/>
            <pc:sldMk cId="4125488981" sldId="441"/>
            <ac:picMk id="5" creationId="{B0704A49-C74B-CC80-17F3-224B030E7192}"/>
          </ac:picMkLst>
        </pc:picChg>
        <pc:picChg chg="mod">
          <ac:chgData name="Arnaldo Satoru Gunzi" userId="41a30d14-40e4-4cae-bd0a-ce9e51e34c46" providerId="ADAL" clId="{E5A03375-E83D-4F99-81D0-C4D19F3F5752}" dt="2023-10-09T11:31:23.012" v="12748" actId="1036"/>
          <ac:picMkLst>
            <pc:docMk/>
            <pc:sldMk cId="4125488981" sldId="441"/>
            <ac:picMk id="6" creationId="{F65A1BF3-7326-5246-F3DD-B363F76EE3C0}"/>
          </ac:picMkLst>
        </pc:picChg>
        <pc:picChg chg="mod">
          <ac:chgData name="Arnaldo Satoru Gunzi" userId="41a30d14-40e4-4cae-bd0a-ce9e51e34c46" providerId="ADAL" clId="{E5A03375-E83D-4F99-81D0-C4D19F3F5752}" dt="2023-10-07T04:26:53.745" v="7397" actId="1076"/>
          <ac:picMkLst>
            <pc:docMk/>
            <pc:sldMk cId="4125488981" sldId="441"/>
            <ac:picMk id="9" creationId="{CCD42255-960A-17E4-465B-7871339D67B9}"/>
          </ac:picMkLst>
        </pc:picChg>
        <pc:picChg chg="mod">
          <ac:chgData name="Arnaldo Satoru Gunzi" userId="41a30d14-40e4-4cae-bd0a-ce9e51e34c46" providerId="ADAL" clId="{E5A03375-E83D-4F99-81D0-C4D19F3F5752}" dt="2023-10-07T04:27:00.073" v="7399" actId="1076"/>
          <ac:picMkLst>
            <pc:docMk/>
            <pc:sldMk cId="4125488981" sldId="441"/>
            <ac:picMk id="11" creationId="{4520FA45-2058-90C9-23F2-7BA37CDABB66}"/>
          </ac:picMkLst>
        </pc:picChg>
        <pc:picChg chg="mod">
          <ac:chgData name="Arnaldo Satoru Gunzi" userId="41a30d14-40e4-4cae-bd0a-ce9e51e34c46" providerId="ADAL" clId="{E5A03375-E83D-4F99-81D0-C4D19F3F5752}" dt="2023-10-07T04:26:57.240" v="7398" actId="1076"/>
          <ac:picMkLst>
            <pc:docMk/>
            <pc:sldMk cId="4125488981" sldId="441"/>
            <ac:picMk id="12" creationId="{7FEC8E3C-7661-DF50-5B93-92FF52DBF764}"/>
          </ac:picMkLst>
        </pc:picChg>
        <pc:picChg chg="add mod">
          <ac:chgData name="Arnaldo Satoru Gunzi" userId="41a30d14-40e4-4cae-bd0a-ce9e51e34c46" providerId="ADAL" clId="{E5A03375-E83D-4F99-81D0-C4D19F3F5752}" dt="2023-10-07T04:26:51.006" v="7395" actId="14100"/>
          <ac:picMkLst>
            <pc:docMk/>
            <pc:sldMk cId="4125488981" sldId="441"/>
            <ac:picMk id="15" creationId="{BFFF114F-8A1B-A9BB-07B7-23189729781C}"/>
          </ac:picMkLst>
        </pc:picChg>
        <pc:picChg chg="mod">
          <ac:chgData name="Arnaldo Satoru Gunzi" userId="41a30d14-40e4-4cae-bd0a-ce9e51e34c46" providerId="ADAL" clId="{E5A03375-E83D-4F99-81D0-C4D19F3F5752}" dt="2023-10-09T11:31:23.012" v="12748" actId="1036"/>
          <ac:picMkLst>
            <pc:docMk/>
            <pc:sldMk cId="4125488981" sldId="441"/>
            <ac:picMk id="1026" creationId="{E325B005-4207-BF29-CFDD-C515864CCC72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36:30.899" v="12855" actId="1076"/>
        <pc:sldMkLst>
          <pc:docMk/>
          <pc:sldMk cId="3592155639" sldId="442"/>
        </pc:sldMkLst>
        <pc:spChg chg="mod">
          <ac:chgData name="Arnaldo Satoru Gunzi" userId="41a30d14-40e4-4cae-bd0a-ce9e51e34c46" providerId="ADAL" clId="{E5A03375-E83D-4F99-81D0-C4D19F3F5752}" dt="2023-10-09T11:36:15.400" v="12849" actId="1076"/>
          <ac:spMkLst>
            <pc:docMk/>
            <pc:sldMk cId="3592155639" sldId="442"/>
            <ac:spMk id="2" creationId="{58723E6B-1387-77C9-ED34-B5D5775ED995}"/>
          </ac:spMkLst>
        </pc:spChg>
        <pc:spChg chg="add del">
          <ac:chgData name="Arnaldo Satoru Gunzi" userId="41a30d14-40e4-4cae-bd0a-ce9e51e34c46" providerId="ADAL" clId="{E5A03375-E83D-4F99-81D0-C4D19F3F5752}" dt="2023-10-05T16:35:23.492" v="1099"/>
          <ac:spMkLst>
            <pc:docMk/>
            <pc:sldMk cId="3592155639" sldId="442"/>
            <ac:spMk id="5" creationId="{09F81FC5-DD4A-A4C2-7ADE-D7B01C7C4F4E}"/>
          </ac:spMkLst>
        </pc:spChg>
        <pc:spChg chg="mod">
          <ac:chgData name="Arnaldo Satoru Gunzi" userId="41a30d14-40e4-4cae-bd0a-ce9e51e34c46" providerId="ADAL" clId="{E5A03375-E83D-4F99-81D0-C4D19F3F5752}" dt="2023-10-09T11:29:57.867" v="12341" actId="947"/>
          <ac:spMkLst>
            <pc:docMk/>
            <pc:sldMk cId="3592155639" sldId="442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E5A03375-E83D-4F99-81D0-C4D19F3F5752}" dt="2023-10-09T11:36:27.187" v="12854" actId="14100"/>
          <ac:spMkLst>
            <pc:docMk/>
            <pc:sldMk cId="3592155639" sldId="442"/>
            <ac:spMk id="8" creationId="{28E6E55C-0EF5-E8E0-4CC1-394A29B8F269}"/>
          </ac:spMkLst>
        </pc:spChg>
        <pc:spChg chg="del">
          <ac:chgData name="Arnaldo Satoru Gunzi" userId="41a30d14-40e4-4cae-bd0a-ce9e51e34c46" providerId="ADAL" clId="{E5A03375-E83D-4F99-81D0-C4D19F3F5752}" dt="2023-10-05T14:36:03.914" v="1058" actId="478"/>
          <ac:spMkLst>
            <pc:docMk/>
            <pc:sldMk cId="3592155639" sldId="442"/>
            <ac:spMk id="80" creationId="{DFBE8674-8246-0314-9CAA-BE2EE4C6C363}"/>
          </ac:spMkLst>
        </pc:spChg>
        <pc:grpChg chg="del">
          <ac:chgData name="Arnaldo Satoru Gunzi" userId="41a30d14-40e4-4cae-bd0a-ce9e51e34c46" providerId="ADAL" clId="{E5A03375-E83D-4F99-81D0-C4D19F3F5752}" dt="2023-10-05T14:36:02.540" v="1057" actId="478"/>
          <ac:grpSpMkLst>
            <pc:docMk/>
            <pc:sldMk cId="3592155639" sldId="442"/>
            <ac:grpSpMk id="15" creationId="{2317E5D1-0F27-7772-1C7A-D49024BAC131}"/>
          </ac:grpSpMkLst>
        </pc:grpChg>
        <pc:picChg chg="add mod">
          <ac:chgData name="Arnaldo Satoru Gunzi" userId="41a30d14-40e4-4cae-bd0a-ce9e51e34c46" providerId="ADAL" clId="{E5A03375-E83D-4F99-81D0-C4D19F3F5752}" dt="2023-10-09T11:36:30.899" v="12855" actId="1076"/>
          <ac:picMkLst>
            <pc:docMk/>
            <pc:sldMk cId="3592155639" sldId="442"/>
            <ac:picMk id="4" creationId="{978CDF8B-5CBE-86D7-BD2E-F7487E3B1ABC}"/>
          </ac:picMkLst>
        </pc:picChg>
        <pc:picChg chg="add del mod">
          <ac:chgData name="Arnaldo Satoru Gunzi" userId="41a30d14-40e4-4cae-bd0a-ce9e51e34c46" providerId="ADAL" clId="{E5A03375-E83D-4F99-81D0-C4D19F3F5752}" dt="2023-10-05T16:34:41.549" v="1093" actId="478"/>
          <ac:picMkLst>
            <pc:docMk/>
            <pc:sldMk cId="3592155639" sldId="442"/>
            <ac:picMk id="1026" creationId="{83E7B2A1-AB01-CBAD-8EDA-21DC0DDF3CB6}"/>
          </ac:picMkLst>
        </pc:picChg>
        <pc:picChg chg="add del">
          <ac:chgData name="Arnaldo Satoru Gunzi" userId="41a30d14-40e4-4cae-bd0a-ce9e51e34c46" providerId="ADAL" clId="{E5A03375-E83D-4F99-81D0-C4D19F3F5752}" dt="2023-10-05T16:35:23.492" v="1099"/>
          <ac:picMkLst>
            <pc:docMk/>
            <pc:sldMk cId="3592155639" sldId="442"/>
            <ac:picMk id="1028" creationId="{16ED1707-77CD-F1DC-9225-05A03081B487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36:06.281" v="12847" actId="1076"/>
        <pc:sldMkLst>
          <pc:docMk/>
          <pc:sldMk cId="2932390896" sldId="443"/>
        </pc:sldMkLst>
        <pc:spChg chg="mod">
          <ac:chgData name="Arnaldo Satoru Gunzi" userId="41a30d14-40e4-4cae-bd0a-ce9e51e34c46" providerId="ADAL" clId="{E5A03375-E83D-4F99-81D0-C4D19F3F5752}" dt="2023-10-09T11:29:57.890" v="12363" actId="947"/>
          <ac:spMkLst>
            <pc:docMk/>
            <pc:sldMk cId="2932390896" sldId="443"/>
            <ac:spMk id="2" creationId="{58723E6B-1387-77C9-ED34-B5D5775ED995}"/>
          </ac:spMkLst>
        </pc:spChg>
        <pc:spChg chg="add del">
          <ac:chgData name="Arnaldo Satoru Gunzi" userId="41a30d14-40e4-4cae-bd0a-ce9e51e34c46" providerId="ADAL" clId="{E5A03375-E83D-4F99-81D0-C4D19F3F5752}" dt="2023-10-05T16:55:39.160" v="1145" actId="478"/>
          <ac:spMkLst>
            <pc:docMk/>
            <pc:sldMk cId="2932390896" sldId="443"/>
            <ac:spMk id="5" creationId="{38650389-0651-A5BE-BEEB-737AFA64C495}"/>
          </ac:spMkLst>
        </pc:spChg>
        <pc:spChg chg="mod">
          <ac:chgData name="Arnaldo Satoru Gunzi" userId="41a30d14-40e4-4cae-bd0a-ce9e51e34c46" providerId="ADAL" clId="{E5A03375-E83D-4F99-81D0-C4D19F3F5752}" dt="2023-10-09T11:29:57.887" v="12361" actId="947"/>
          <ac:spMkLst>
            <pc:docMk/>
            <pc:sldMk cId="2932390896" sldId="443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E5A03375-E83D-4F99-81D0-C4D19F3F5752}" dt="2023-10-09T11:29:57.891" v="12365" actId="947"/>
          <ac:spMkLst>
            <pc:docMk/>
            <pc:sldMk cId="2932390896" sldId="443"/>
            <ac:spMk id="10" creationId="{20744FF7-A0DC-D645-5C58-29F33298AC37}"/>
          </ac:spMkLst>
        </pc:spChg>
        <pc:spChg chg="add mod">
          <ac:chgData name="Arnaldo Satoru Gunzi" userId="41a30d14-40e4-4cae-bd0a-ce9e51e34c46" providerId="ADAL" clId="{E5A03375-E83D-4F99-81D0-C4D19F3F5752}" dt="2023-10-09T11:36:06.281" v="12847" actId="1076"/>
          <ac:spMkLst>
            <pc:docMk/>
            <pc:sldMk cId="2932390896" sldId="443"/>
            <ac:spMk id="11" creationId="{75870D60-8E54-F577-EA92-67CF79BFC91C}"/>
          </ac:spMkLst>
        </pc:spChg>
        <pc:spChg chg="add mod">
          <ac:chgData name="Arnaldo Satoru Gunzi" userId="41a30d14-40e4-4cae-bd0a-ce9e51e34c46" providerId="ADAL" clId="{E5A03375-E83D-4F99-81D0-C4D19F3F5752}" dt="2023-10-09T11:29:57.894" v="12369" actId="947"/>
          <ac:spMkLst>
            <pc:docMk/>
            <pc:sldMk cId="2932390896" sldId="443"/>
            <ac:spMk id="13" creationId="{FA684FE5-4963-9C24-DA6B-1B4455E80925}"/>
          </ac:spMkLst>
        </pc:spChg>
        <pc:picChg chg="add mod">
          <ac:chgData name="Arnaldo Satoru Gunzi" userId="41a30d14-40e4-4cae-bd0a-ce9e51e34c46" providerId="ADAL" clId="{E5A03375-E83D-4F99-81D0-C4D19F3F5752}" dt="2023-10-08T09:51:28.862" v="11358" actId="1076"/>
          <ac:picMkLst>
            <pc:docMk/>
            <pc:sldMk cId="2932390896" sldId="443"/>
            <ac:picMk id="5" creationId="{FFD3D37D-CE89-FE81-2F07-1A6568656CC7}"/>
          </ac:picMkLst>
        </pc:picChg>
        <pc:picChg chg="add mod">
          <ac:chgData name="Arnaldo Satoru Gunzi" userId="41a30d14-40e4-4cae-bd0a-ce9e51e34c46" providerId="ADAL" clId="{E5A03375-E83D-4F99-81D0-C4D19F3F5752}" dt="2023-10-08T09:51:30.768" v="11359" actId="14100"/>
          <ac:picMkLst>
            <pc:docMk/>
            <pc:sldMk cId="2932390896" sldId="443"/>
            <ac:picMk id="8" creationId="{9A7513C3-D62E-2960-3351-9653C3DA38A6}"/>
          </ac:picMkLst>
        </pc:picChg>
        <pc:picChg chg="del">
          <ac:chgData name="Arnaldo Satoru Gunzi" userId="41a30d14-40e4-4cae-bd0a-ce9e51e34c46" providerId="ADAL" clId="{E5A03375-E83D-4F99-81D0-C4D19F3F5752}" dt="2023-10-05T16:54:39.071" v="1131" actId="478"/>
          <ac:picMkLst>
            <pc:docMk/>
            <pc:sldMk cId="2932390896" sldId="443"/>
            <ac:picMk id="8" creationId="{FFD3F20A-76FC-DDA5-8F85-6E7D5C7ADA8E}"/>
          </ac:picMkLst>
        </pc:picChg>
        <pc:picChg chg="add mod">
          <ac:chgData name="Arnaldo Satoru Gunzi" userId="41a30d14-40e4-4cae-bd0a-ce9e51e34c46" providerId="ADAL" clId="{E5A03375-E83D-4F99-81D0-C4D19F3F5752}" dt="2023-10-05T17:02:55.499" v="1528" actId="1076"/>
          <ac:picMkLst>
            <pc:docMk/>
            <pc:sldMk cId="2932390896" sldId="443"/>
            <ac:picMk id="9" creationId="{58F30796-77D6-28BA-7845-7D220C4BC3EA}"/>
          </ac:picMkLst>
        </pc:picChg>
      </pc:sldChg>
      <pc:sldChg chg="delSp modSp add mod">
        <pc:chgData name="Arnaldo Satoru Gunzi" userId="41a30d14-40e4-4cae-bd0a-ce9e51e34c46" providerId="ADAL" clId="{E5A03375-E83D-4F99-81D0-C4D19F3F5752}" dt="2023-10-09T11:36:00.111" v="12846" actId="20577"/>
        <pc:sldMkLst>
          <pc:docMk/>
          <pc:sldMk cId="3024761595" sldId="444"/>
        </pc:sldMkLst>
        <pc:spChg chg="mod">
          <ac:chgData name="Arnaldo Satoru Gunzi" userId="41a30d14-40e4-4cae-bd0a-ce9e51e34c46" providerId="ADAL" clId="{E5A03375-E83D-4F99-81D0-C4D19F3F5752}" dt="2023-10-09T11:36:00.111" v="12846" actId="20577"/>
          <ac:spMkLst>
            <pc:docMk/>
            <pc:sldMk cId="3024761595" sldId="444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E5A03375-E83D-4F99-81D0-C4D19F3F5752}" dt="2023-10-09T11:29:57.895" v="12371" actId="947"/>
          <ac:spMkLst>
            <pc:docMk/>
            <pc:sldMk cId="3024761595" sldId="444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E5A03375-E83D-4F99-81D0-C4D19F3F5752}" dt="2023-10-05T17:04:04.221" v="1568" actId="478"/>
          <ac:spMkLst>
            <pc:docMk/>
            <pc:sldMk cId="3024761595" sldId="444"/>
            <ac:spMk id="10" creationId="{20744FF7-A0DC-D645-5C58-29F33298AC37}"/>
          </ac:spMkLst>
        </pc:spChg>
        <pc:spChg chg="del">
          <ac:chgData name="Arnaldo Satoru Gunzi" userId="41a30d14-40e4-4cae-bd0a-ce9e51e34c46" providerId="ADAL" clId="{E5A03375-E83D-4F99-81D0-C4D19F3F5752}" dt="2023-10-05T17:04:04.221" v="1568" actId="478"/>
          <ac:spMkLst>
            <pc:docMk/>
            <pc:sldMk cId="3024761595" sldId="444"/>
            <ac:spMk id="11" creationId="{75870D60-8E54-F577-EA92-67CF79BFC91C}"/>
          </ac:spMkLst>
        </pc:spChg>
        <pc:spChg chg="del">
          <ac:chgData name="Arnaldo Satoru Gunzi" userId="41a30d14-40e4-4cae-bd0a-ce9e51e34c46" providerId="ADAL" clId="{E5A03375-E83D-4F99-81D0-C4D19F3F5752}" dt="2023-10-05T17:04:06.806" v="1570" actId="478"/>
          <ac:spMkLst>
            <pc:docMk/>
            <pc:sldMk cId="3024761595" sldId="444"/>
            <ac:spMk id="13" creationId="{FA684FE5-4963-9C24-DA6B-1B4455E80925}"/>
          </ac:spMkLst>
        </pc:spChg>
        <pc:picChg chg="del">
          <ac:chgData name="Arnaldo Satoru Gunzi" userId="41a30d14-40e4-4cae-bd0a-ce9e51e34c46" providerId="ADAL" clId="{E5A03375-E83D-4F99-81D0-C4D19F3F5752}" dt="2023-10-05T17:04:05.474" v="1569" actId="478"/>
          <ac:picMkLst>
            <pc:docMk/>
            <pc:sldMk cId="3024761595" sldId="444"/>
            <ac:picMk id="9" creationId="{58F30796-77D6-28BA-7845-7D220C4BC3EA}"/>
          </ac:picMkLst>
        </pc:picChg>
      </pc:sldChg>
      <pc:sldChg chg="addSp modSp add mod">
        <pc:chgData name="Arnaldo Satoru Gunzi" userId="41a30d14-40e4-4cae-bd0a-ce9e51e34c46" providerId="ADAL" clId="{E5A03375-E83D-4F99-81D0-C4D19F3F5752}" dt="2023-10-09T11:35:32.893" v="12838" actId="1076"/>
        <pc:sldMkLst>
          <pc:docMk/>
          <pc:sldMk cId="2925936008" sldId="445"/>
        </pc:sldMkLst>
        <pc:spChg chg="mod">
          <ac:chgData name="Arnaldo Satoru Gunzi" userId="41a30d14-40e4-4cae-bd0a-ce9e51e34c46" providerId="ADAL" clId="{E5A03375-E83D-4F99-81D0-C4D19F3F5752}" dt="2023-10-09T11:29:57.970" v="12377"/>
          <ac:spMkLst>
            <pc:docMk/>
            <pc:sldMk cId="2925936008" sldId="445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E5A03375-E83D-4F99-81D0-C4D19F3F5752}" dt="2023-10-09T11:29:57.927" v="12375" actId="947"/>
          <ac:spMkLst>
            <pc:docMk/>
            <pc:sldMk cId="2925936008" sldId="445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9T11:35:32.893" v="12838" actId="1076"/>
          <ac:picMkLst>
            <pc:docMk/>
            <pc:sldMk cId="2925936008" sldId="445"/>
            <ac:picMk id="4" creationId="{C027EE77-371A-604F-6FCD-D12B03D17A71}"/>
          </ac:picMkLst>
        </pc:picChg>
        <pc:picChg chg="add mod">
          <ac:chgData name="Arnaldo Satoru Gunzi" userId="41a30d14-40e4-4cae-bd0a-ce9e51e34c46" providerId="ADAL" clId="{E5A03375-E83D-4F99-81D0-C4D19F3F5752}" dt="2023-10-09T11:35:32.893" v="12838" actId="1076"/>
          <ac:picMkLst>
            <pc:docMk/>
            <pc:sldMk cId="2925936008" sldId="445"/>
            <ac:picMk id="5" creationId="{32698ABF-D929-27A3-99E0-FDBDF77E54C0}"/>
          </ac:picMkLst>
        </pc:picChg>
      </pc:sldChg>
      <pc:sldChg chg="addSp modSp add mod">
        <pc:chgData name="Arnaldo Satoru Gunzi" userId="41a30d14-40e4-4cae-bd0a-ce9e51e34c46" providerId="ADAL" clId="{E5A03375-E83D-4F99-81D0-C4D19F3F5752}" dt="2023-10-09T11:29:57.978" v="12383" actId="947"/>
        <pc:sldMkLst>
          <pc:docMk/>
          <pc:sldMk cId="3092954916" sldId="446"/>
        </pc:sldMkLst>
        <pc:spChg chg="mod">
          <ac:chgData name="Arnaldo Satoru Gunzi" userId="41a30d14-40e4-4cae-bd0a-ce9e51e34c46" providerId="ADAL" clId="{E5A03375-E83D-4F99-81D0-C4D19F3F5752}" dt="2023-10-09T11:29:57.975" v="12381" actId="947"/>
          <ac:spMkLst>
            <pc:docMk/>
            <pc:sldMk cId="3092954916" sldId="446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E5A03375-E83D-4F99-81D0-C4D19F3F5752}" dt="2023-10-09T11:29:57.978" v="12383" actId="947"/>
          <ac:spMkLst>
            <pc:docMk/>
            <pc:sldMk cId="3092954916" sldId="446"/>
            <ac:spMk id="5" creationId="{F78E6D9B-6579-6EF1-4A9D-164A829FF904}"/>
          </ac:spMkLst>
        </pc:spChg>
        <pc:spChg chg="mod">
          <ac:chgData name="Arnaldo Satoru Gunzi" userId="41a30d14-40e4-4cae-bd0a-ce9e51e34c46" providerId="ADAL" clId="{E5A03375-E83D-4F99-81D0-C4D19F3F5752}" dt="2023-10-09T11:29:57.972" v="12379" actId="947"/>
          <ac:spMkLst>
            <pc:docMk/>
            <pc:sldMk cId="3092954916" sldId="446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8T09:53:26.556" v="11371" actId="1076"/>
          <ac:picMkLst>
            <pc:docMk/>
            <pc:sldMk cId="3092954916" sldId="446"/>
            <ac:picMk id="4" creationId="{B5677BC0-A381-7B66-B26E-362376C80F43}"/>
          </ac:picMkLst>
        </pc:picChg>
        <pc:picChg chg="add mod">
          <ac:chgData name="Arnaldo Satoru Gunzi" userId="41a30d14-40e4-4cae-bd0a-ce9e51e34c46" providerId="ADAL" clId="{E5A03375-E83D-4F99-81D0-C4D19F3F5752}" dt="2023-10-08T09:53:29.418" v="11372" actId="1076"/>
          <ac:picMkLst>
            <pc:docMk/>
            <pc:sldMk cId="3092954916" sldId="446"/>
            <ac:picMk id="6" creationId="{4993FAC9-8ADD-FD38-6615-3CFA0EC53232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34:07.951" v="12821" actId="20577"/>
        <pc:sldMkLst>
          <pc:docMk/>
          <pc:sldMk cId="1762372356" sldId="447"/>
        </pc:sldMkLst>
        <pc:spChg chg="del mod">
          <ac:chgData name="Arnaldo Satoru Gunzi" userId="41a30d14-40e4-4cae-bd0a-ce9e51e34c46" providerId="ADAL" clId="{E5A03375-E83D-4F99-81D0-C4D19F3F5752}" dt="2023-10-08T09:56:24.028" v="11425" actId="478"/>
          <ac:spMkLst>
            <pc:docMk/>
            <pc:sldMk cId="1762372356" sldId="447"/>
            <ac:spMk id="2" creationId="{58723E6B-1387-77C9-ED34-B5D5775ED995}"/>
          </ac:spMkLst>
        </pc:spChg>
        <pc:spChg chg="add mod">
          <ac:chgData name="Arnaldo Satoru Gunzi" userId="41a30d14-40e4-4cae-bd0a-ce9e51e34c46" providerId="ADAL" clId="{E5A03375-E83D-4F99-81D0-C4D19F3F5752}" dt="2023-10-09T11:29:57.999" v="12409" actId="947"/>
          <ac:spMkLst>
            <pc:docMk/>
            <pc:sldMk cId="1762372356" sldId="447"/>
            <ac:spMk id="6" creationId="{48519951-4FB6-CCCD-ABDD-7580EE385A97}"/>
          </ac:spMkLst>
        </pc:spChg>
        <pc:spChg chg="mod">
          <ac:chgData name="Arnaldo Satoru Gunzi" userId="41a30d14-40e4-4cae-bd0a-ce9e51e34c46" providerId="ADAL" clId="{E5A03375-E83D-4F99-81D0-C4D19F3F5752}" dt="2023-10-09T11:29:57.997" v="12405" actId="947"/>
          <ac:spMkLst>
            <pc:docMk/>
            <pc:sldMk cId="1762372356" sldId="447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E5A03375-E83D-4F99-81D0-C4D19F3F5752}" dt="2023-10-09T11:34:07.951" v="12821" actId="20577"/>
          <ac:spMkLst>
            <pc:docMk/>
            <pc:sldMk cId="1762372356" sldId="447"/>
            <ac:spMk id="8" creationId="{2F81A234-5BC5-55DE-A77B-470F0F80D159}"/>
          </ac:spMkLst>
        </pc:spChg>
        <pc:spChg chg="add mod">
          <ac:chgData name="Arnaldo Satoru Gunzi" userId="41a30d14-40e4-4cae-bd0a-ce9e51e34c46" providerId="ADAL" clId="{E5A03375-E83D-4F99-81D0-C4D19F3F5752}" dt="2023-10-09T11:33:53.238" v="12818" actId="1076"/>
          <ac:spMkLst>
            <pc:docMk/>
            <pc:sldMk cId="1762372356" sldId="447"/>
            <ac:spMk id="11" creationId="{BE8BBF9F-D634-0490-B0EF-AEBD5DF906AA}"/>
          </ac:spMkLst>
        </pc:spChg>
        <pc:spChg chg="add mod">
          <ac:chgData name="Arnaldo Satoru Gunzi" userId="41a30d14-40e4-4cae-bd0a-ce9e51e34c46" providerId="ADAL" clId="{E5A03375-E83D-4F99-81D0-C4D19F3F5752}" dt="2023-10-09T11:33:53.238" v="12818" actId="1076"/>
          <ac:spMkLst>
            <pc:docMk/>
            <pc:sldMk cId="1762372356" sldId="447"/>
            <ac:spMk id="12" creationId="{E9E3193D-440F-71B4-B899-8DD67EBC308B}"/>
          </ac:spMkLst>
        </pc:spChg>
        <pc:spChg chg="add mod">
          <ac:chgData name="Arnaldo Satoru Gunzi" userId="41a30d14-40e4-4cae-bd0a-ce9e51e34c46" providerId="ADAL" clId="{E5A03375-E83D-4F99-81D0-C4D19F3F5752}" dt="2023-10-09T11:33:53.238" v="12818" actId="1076"/>
          <ac:spMkLst>
            <pc:docMk/>
            <pc:sldMk cId="1762372356" sldId="447"/>
            <ac:spMk id="13" creationId="{209020BE-FA2F-4A82-7AC6-8A5713A27C1D}"/>
          </ac:spMkLst>
        </pc:spChg>
        <pc:picChg chg="add mod modCrop">
          <ac:chgData name="Arnaldo Satoru Gunzi" userId="41a30d14-40e4-4cae-bd0a-ce9e51e34c46" providerId="ADAL" clId="{E5A03375-E83D-4F99-81D0-C4D19F3F5752}" dt="2023-10-08T09:58:43.713" v="11488" actId="1076"/>
          <ac:picMkLst>
            <pc:docMk/>
            <pc:sldMk cId="1762372356" sldId="447"/>
            <ac:picMk id="5" creationId="{C34D1A23-419F-4064-0C95-B86AA53E5180}"/>
          </ac:picMkLst>
        </pc:picChg>
        <pc:picChg chg="add mod">
          <ac:chgData name="Arnaldo Satoru Gunzi" userId="41a30d14-40e4-4cae-bd0a-ce9e51e34c46" providerId="ADAL" clId="{E5A03375-E83D-4F99-81D0-C4D19F3F5752}" dt="2023-10-08T09:57:15.467" v="11439" actId="1076"/>
          <ac:picMkLst>
            <pc:docMk/>
            <pc:sldMk cId="1762372356" sldId="447"/>
            <ac:picMk id="10" creationId="{8D563BEC-72A6-B448-9E7F-5184969FE0F4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8.007" v="12419" actId="947"/>
        <pc:sldMkLst>
          <pc:docMk/>
          <pc:sldMk cId="874472059" sldId="448"/>
        </pc:sldMkLst>
        <pc:spChg chg="mod">
          <ac:chgData name="Arnaldo Satoru Gunzi" userId="41a30d14-40e4-4cae-bd0a-ce9e51e34c46" providerId="ADAL" clId="{E5A03375-E83D-4F99-81D0-C4D19F3F5752}" dt="2023-10-09T11:29:58.007" v="12419" actId="947"/>
          <ac:spMkLst>
            <pc:docMk/>
            <pc:sldMk cId="874472059" sldId="448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E5A03375-E83D-4F99-81D0-C4D19F3F5752}" dt="2023-10-09T11:29:58.004" v="12417" actId="947"/>
          <ac:spMkLst>
            <pc:docMk/>
            <pc:sldMk cId="874472059" sldId="448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E5A03375-E83D-4F99-81D0-C4D19F3F5752}" dt="2023-10-05T17:39:03.133" v="3077" actId="478"/>
          <ac:spMkLst>
            <pc:docMk/>
            <pc:sldMk cId="874472059" sldId="448"/>
            <ac:spMk id="8" creationId="{2F81A234-5BC5-55DE-A77B-470F0F80D159}"/>
          </ac:spMkLst>
        </pc:spChg>
        <pc:picChg chg="del">
          <ac:chgData name="Arnaldo Satoru Gunzi" userId="41a30d14-40e4-4cae-bd0a-ce9e51e34c46" providerId="ADAL" clId="{E5A03375-E83D-4F99-81D0-C4D19F3F5752}" dt="2023-10-05T17:38:46.663" v="3074" actId="478"/>
          <ac:picMkLst>
            <pc:docMk/>
            <pc:sldMk cId="874472059" sldId="448"/>
            <ac:picMk id="5" creationId="{C34D1A23-419F-4064-0C95-B86AA53E5180}"/>
          </ac:picMkLst>
        </pc:picChg>
        <pc:picChg chg="add mod">
          <ac:chgData name="Arnaldo Satoru Gunzi" userId="41a30d14-40e4-4cae-bd0a-ce9e51e34c46" providerId="ADAL" clId="{E5A03375-E83D-4F99-81D0-C4D19F3F5752}" dt="2023-10-05T17:39:01.549" v="3076" actId="14100"/>
          <ac:picMkLst>
            <pc:docMk/>
            <pc:sldMk cId="874472059" sldId="448"/>
            <ac:picMk id="6" creationId="{7748B84E-618E-F59C-64D6-A95858F84C13}"/>
          </ac:picMkLst>
        </pc:picChg>
      </pc:sldChg>
      <pc:sldChg chg="addSp delSp modSp add mod ord">
        <pc:chgData name="Arnaldo Satoru Gunzi" userId="41a30d14-40e4-4cae-bd0a-ce9e51e34c46" providerId="ADAL" clId="{E5A03375-E83D-4F99-81D0-C4D19F3F5752}" dt="2023-10-09T11:29:58.041" v="12439" actId="947"/>
        <pc:sldMkLst>
          <pc:docMk/>
          <pc:sldMk cId="432701808" sldId="449"/>
        </pc:sldMkLst>
        <pc:spChg chg="mod">
          <ac:chgData name="Arnaldo Satoru Gunzi" userId="41a30d14-40e4-4cae-bd0a-ce9e51e34c46" providerId="ADAL" clId="{E5A03375-E83D-4F99-81D0-C4D19F3F5752}" dt="2023-10-09T11:29:58.013" v="12429" actId="947"/>
          <ac:spMkLst>
            <pc:docMk/>
            <pc:sldMk cId="432701808" sldId="449"/>
            <ac:spMk id="2" creationId="{58723E6B-1387-77C9-ED34-B5D5775ED995}"/>
          </ac:spMkLst>
        </pc:spChg>
        <pc:spChg chg="add mod">
          <ac:chgData name="Arnaldo Satoru Gunzi" userId="41a30d14-40e4-4cae-bd0a-ce9e51e34c46" providerId="ADAL" clId="{E5A03375-E83D-4F99-81D0-C4D19F3F5752}" dt="2023-10-09T11:29:58.035" v="12431"/>
          <ac:spMkLst>
            <pc:docMk/>
            <pc:sldMk cId="432701808" sldId="449"/>
            <ac:spMk id="6" creationId="{CDF848EF-A685-65BA-05CB-673E65E7509F}"/>
          </ac:spMkLst>
        </pc:spChg>
        <pc:spChg chg="mod">
          <ac:chgData name="Arnaldo Satoru Gunzi" userId="41a30d14-40e4-4cae-bd0a-ce9e51e34c46" providerId="ADAL" clId="{E5A03375-E83D-4F99-81D0-C4D19F3F5752}" dt="2023-10-09T11:29:58.011" v="12427" actId="947"/>
          <ac:spMkLst>
            <pc:docMk/>
            <pc:sldMk cId="432701808" sldId="449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E5A03375-E83D-4F99-81D0-C4D19F3F5752}" dt="2023-10-05T18:58:03.931" v="3952" actId="478"/>
          <ac:spMkLst>
            <pc:docMk/>
            <pc:sldMk cId="432701808" sldId="449"/>
            <ac:spMk id="8" creationId="{2F81A234-5BC5-55DE-A77B-470F0F80D159}"/>
          </ac:spMkLst>
        </pc:spChg>
        <pc:spChg chg="add mod">
          <ac:chgData name="Arnaldo Satoru Gunzi" userId="41a30d14-40e4-4cae-bd0a-ce9e51e34c46" providerId="ADAL" clId="{E5A03375-E83D-4F99-81D0-C4D19F3F5752}" dt="2023-10-09T11:29:58.037" v="12433" actId="947"/>
          <ac:spMkLst>
            <pc:docMk/>
            <pc:sldMk cId="432701808" sldId="449"/>
            <ac:spMk id="9" creationId="{A37A90B7-9FB6-D04B-084D-0CC80FDB06B2}"/>
          </ac:spMkLst>
        </pc:spChg>
        <pc:spChg chg="add del mod">
          <ac:chgData name="Arnaldo Satoru Gunzi" userId="41a30d14-40e4-4cae-bd0a-ce9e51e34c46" providerId="ADAL" clId="{E5A03375-E83D-4F99-81D0-C4D19F3F5752}" dt="2023-10-05T18:58:37.794" v="3969" actId="478"/>
          <ac:spMkLst>
            <pc:docMk/>
            <pc:sldMk cId="432701808" sldId="449"/>
            <ac:spMk id="11" creationId="{02003A90-F273-8236-669B-4A9E313E97BB}"/>
          </ac:spMkLst>
        </pc:spChg>
        <pc:spChg chg="add del">
          <ac:chgData name="Arnaldo Satoru Gunzi" userId="41a30d14-40e4-4cae-bd0a-ce9e51e34c46" providerId="ADAL" clId="{E5A03375-E83D-4F99-81D0-C4D19F3F5752}" dt="2023-10-05T18:58:47.295" v="3971" actId="22"/>
          <ac:spMkLst>
            <pc:docMk/>
            <pc:sldMk cId="432701808" sldId="449"/>
            <ac:spMk id="13" creationId="{BD4FCA9E-CCC6-0CE0-31D5-205E4D97AE39}"/>
          </ac:spMkLst>
        </pc:spChg>
        <pc:spChg chg="add del mod">
          <ac:chgData name="Arnaldo Satoru Gunzi" userId="41a30d14-40e4-4cae-bd0a-ce9e51e34c46" providerId="ADAL" clId="{E5A03375-E83D-4F99-81D0-C4D19F3F5752}" dt="2023-10-05T18:58:58.959" v="3974" actId="478"/>
          <ac:spMkLst>
            <pc:docMk/>
            <pc:sldMk cId="432701808" sldId="449"/>
            <ac:spMk id="15" creationId="{F0481021-7D9D-CA6E-F882-79288F2B08AF}"/>
          </ac:spMkLst>
        </pc:spChg>
        <pc:spChg chg="add mod">
          <ac:chgData name="Arnaldo Satoru Gunzi" userId="41a30d14-40e4-4cae-bd0a-ce9e51e34c46" providerId="ADAL" clId="{E5A03375-E83D-4F99-81D0-C4D19F3F5752}" dt="2023-10-09T11:29:58.039" v="12435" actId="947"/>
          <ac:spMkLst>
            <pc:docMk/>
            <pc:sldMk cId="432701808" sldId="449"/>
            <ac:spMk id="18" creationId="{D15B10B2-5E23-DD66-507C-A07CA2C1343C}"/>
          </ac:spMkLst>
        </pc:spChg>
        <pc:spChg chg="add mod">
          <ac:chgData name="Arnaldo Satoru Gunzi" userId="41a30d14-40e4-4cae-bd0a-ce9e51e34c46" providerId="ADAL" clId="{E5A03375-E83D-4F99-81D0-C4D19F3F5752}" dt="2023-10-09T11:29:58.040" v="12437" actId="947"/>
          <ac:spMkLst>
            <pc:docMk/>
            <pc:sldMk cId="432701808" sldId="449"/>
            <ac:spMk id="21" creationId="{4C740BB2-B4D8-A7B4-BE26-65D1534AAA72}"/>
          </ac:spMkLst>
        </pc:spChg>
        <pc:spChg chg="add mod">
          <ac:chgData name="Arnaldo Satoru Gunzi" userId="41a30d14-40e4-4cae-bd0a-ce9e51e34c46" providerId="ADAL" clId="{E5A03375-E83D-4F99-81D0-C4D19F3F5752}" dt="2023-10-09T11:29:58.041" v="12439" actId="947"/>
          <ac:spMkLst>
            <pc:docMk/>
            <pc:sldMk cId="432701808" sldId="449"/>
            <ac:spMk id="24" creationId="{1D6D09B0-F48C-1E41-3FBB-1C29D914D52C}"/>
          </ac:spMkLst>
        </pc:spChg>
        <pc:picChg chg="del">
          <ac:chgData name="Arnaldo Satoru Gunzi" userId="41a30d14-40e4-4cae-bd0a-ce9e51e34c46" providerId="ADAL" clId="{E5A03375-E83D-4F99-81D0-C4D19F3F5752}" dt="2023-10-05T18:58:03.931" v="3952" actId="478"/>
          <ac:picMkLst>
            <pc:docMk/>
            <pc:sldMk cId="432701808" sldId="449"/>
            <ac:picMk id="5" creationId="{C34D1A23-419F-4064-0C95-B86AA53E5180}"/>
          </ac:picMkLst>
        </pc:picChg>
        <pc:picChg chg="add mod">
          <ac:chgData name="Arnaldo Satoru Gunzi" userId="41a30d14-40e4-4cae-bd0a-ce9e51e34c46" providerId="ADAL" clId="{E5A03375-E83D-4F99-81D0-C4D19F3F5752}" dt="2023-10-05T19:00:31.811" v="4031" actId="1076"/>
          <ac:picMkLst>
            <pc:docMk/>
            <pc:sldMk cId="432701808" sldId="449"/>
            <ac:picMk id="17" creationId="{6FF180A5-5DCE-C40F-F449-776A0E15C2F7}"/>
          </ac:picMkLst>
        </pc:picChg>
        <pc:picChg chg="add mod">
          <ac:chgData name="Arnaldo Satoru Gunzi" userId="41a30d14-40e4-4cae-bd0a-ce9e51e34c46" providerId="ADAL" clId="{E5A03375-E83D-4F99-81D0-C4D19F3F5752}" dt="2023-10-05T19:00:25.651" v="4029" actId="1076"/>
          <ac:picMkLst>
            <pc:docMk/>
            <pc:sldMk cId="432701808" sldId="449"/>
            <ac:picMk id="20" creationId="{9102C864-B094-664D-EA0E-545905E0E414}"/>
          </ac:picMkLst>
        </pc:picChg>
        <pc:picChg chg="add mod">
          <ac:chgData name="Arnaldo Satoru Gunzi" userId="41a30d14-40e4-4cae-bd0a-ce9e51e34c46" providerId="ADAL" clId="{E5A03375-E83D-4F99-81D0-C4D19F3F5752}" dt="2023-10-05T19:00:53.387" v="4036" actId="1076"/>
          <ac:picMkLst>
            <pc:docMk/>
            <pc:sldMk cId="432701808" sldId="449"/>
            <ac:picMk id="23" creationId="{CD660606-3279-719F-A67B-7EB8F25E67A1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8.089" v="12447" actId="947"/>
        <pc:sldMkLst>
          <pc:docMk/>
          <pc:sldMk cId="2922803419" sldId="450"/>
        </pc:sldMkLst>
        <pc:spChg chg="mod">
          <ac:chgData name="Arnaldo Satoru Gunzi" userId="41a30d14-40e4-4cae-bd0a-ce9e51e34c46" providerId="ADAL" clId="{E5A03375-E83D-4F99-81D0-C4D19F3F5752}" dt="2023-10-09T11:29:58.046" v="12443" actId="947"/>
          <ac:spMkLst>
            <pc:docMk/>
            <pc:sldMk cId="2922803419" sldId="450"/>
            <ac:spMk id="2" creationId="{58723E6B-1387-77C9-ED34-B5D5775ED995}"/>
          </ac:spMkLst>
        </pc:spChg>
        <pc:spChg chg="add mod">
          <ac:chgData name="Arnaldo Satoru Gunzi" userId="41a30d14-40e4-4cae-bd0a-ce9e51e34c46" providerId="ADAL" clId="{E5A03375-E83D-4F99-81D0-C4D19F3F5752}" dt="2023-10-09T11:29:58.087" v="12445"/>
          <ac:spMkLst>
            <pc:docMk/>
            <pc:sldMk cId="2922803419" sldId="450"/>
            <ac:spMk id="5" creationId="{D27DCB98-11E1-7744-1354-386F49A6BE90}"/>
          </ac:spMkLst>
        </pc:spChg>
        <pc:spChg chg="del">
          <ac:chgData name="Arnaldo Satoru Gunzi" userId="41a30d14-40e4-4cae-bd0a-ce9e51e34c46" providerId="ADAL" clId="{E5A03375-E83D-4F99-81D0-C4D19F3F5752}" dt="2023-10-05T19:01:20.998" v="4092" actId="478"/>
          <ac:spMkLst>
            <pc:docMk/>
            <pc:sldMk cId="2922803419" sldId="450"/>
            <ac:spMk id="6" creationId="{CDF848EF-A685-65BA-05CB-673E65E7509F}"/>
          </ac:spMkLst>
        </pc:spChg>
        <pc:spChg chg="mod">
          <ac:chgData name="Arnaldo Satoru Gunzi" userId="41a30d14-40e4-4cae-bd0a-ce9e51e34c46" providerId="ADAL" clId="{E5A03375-E83D-4F99-81D0-C4D19F3F5752}" dt="2023-10-09T11:29:58.043" v="12441" actId="947"/>
          <ac:spMkLst>
            <pc:docMk/>
            <pc:sldMk cId="2922803419" sldId="450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E5A03375-E83D-4F99-81D0-C4D19F3F5752}" dt="2023-10-09T11:29:58.089" v="12447" actId="947"/>
          <ac:spMkLst>
            <pc:docMk/>
            <pc:sldMk cId="2922803419" sldId="450"/>
            <ac:spMk id="8" creationId="{33685EE1-149C-E5F0-063E-9324C037EBC0}"/>
          </ac:spMkLst>
        </pc:spChg>
        <pc:spChg chg="del">
          <ac:chgData name="Arnaldo Satoru Gunzi" userId="41a30d14-40e4-4cae-bd0a-ce9e51e34c46" providerId="ADAL" clId="{E5A03375-E83D-4F99-81D0-C4D19F3F5752}" dt="2023-10-05T19:01:20.998" v="4092" actId="478"/>
          <ac:spMkLst>
            <pc:docMk/>
            <pc:sldMk cId="2922803419" sldId="450"/>
            <ac:spMk id="9" creationId="{A37A90B7-9FB6-D04B-084D-0CC80FDB06B2}"/>
          </ac:spMkLst>
        </pc:spChg>
        <pc:spChg chg="del">
          <ac:chgData name="Arnaldo Satoru Gunzi" userId="41a30d14-40e4-4cae-bd0a-ce9e51e34c46" providerId="ADAL" clId="{E5A03375-E83D-4F99-81D0-C4D19F3F5752}" dt="2023-10-05T19:01:20.998" v="4092" actId="478"/>
          <ac:spMkLst>
            <pc:docMk/>
            <pc:sldMk cId="2922803419" sldId="450"/>
            <ac:spMk id="18" creationId="{D15B10B2-5E23-DD66-507C-A07CA2C1343C}"/>
          </ac:spMkLst>
        </pc:spChg>
        <pc:spChg chg="del">
          <ac:chgData name="Arnaldo Satoru Gunzi" userId="41a30d14-40e4-4cae-bd0a-ce9e51e34c46" providerId="ADAL" clId="{E5A03375-E83D-4F99-81D0-C4D19F3F5752}" dt="2023-10-05T19:01:20.998" v="4092" actId="478"/>
          <ac:spMkLst>
            <pc:docMk/>
            <pc:sldMk cId="2922803419" sldId="450"/>
            <ac:spMk id="21" creationId="{4C740BB2-B4D8-A7B4-BE26-65D1534AAA72}"/>
          </ac:spMkLst>
        </pc:spChg>
        <pc:spChg chg="del">
          <ac:chgData name="Arnaldo Satoru Gunzi" userId="41a30d14-40e4-4cae-bd0a-ce9e51e34c46" providerId="ADAL" clId="{E5A03375-E83D-4F99-81D0-C4D19F3F5752}" dt="2023-10-05T19:01:23.214" v="4093" actId="478"/>
          <ac:spMkLst>
            <pc:docMk/>
            <pc:sldMk cId="2922803419" sldId="450"/>
            <ac:spMk id="24" creationId="{1D6D09B0-F48C-1E41-3FBB-1C29D914D52C}"/>
          </ac:spMkLst>
        </pc:spChg>
        <pc:picChg chg="del">
          <ac:chgData name="Arnaldo Satoru Gunzi" userId="41a30d14-40e4-4cae-bd0a-ce9e51e34c46" providerId="ADAL" clId="{E5A03375-E83D-4F99-81D0-C4D19F3F5752}" dt="2023-10-05T19:01:20.998" v="4092" actId="478"/>
          <ac:picMkLst>
            <pc:docMk/>
            <pc:sldMk cId="2922803419" sldId="450"/>
            <ac:picMk id="17" creationId="{6FF180A5-5DCE-C40F-F449-776A0E15C2F7}"/>
          </ac:picMkLst>
        </pc:picChg>
        <pc:picChg chg="del">
          <ac:chgData name="Arnaldo Satoru Gunzi" userId="41a30d14-40e4-4cae-bd0a-ce9e51e34c46" providerId="ADAL" clId="{E5A03375-E83D-4F99-81D0-C4D19F3F5752}" dt="2023-10-05T19:01:20.998" v="4092" actId="478"/>
          <ac:picMkLst>
            <pc:docMk/>
            <pc:sldMk cId="2922803419" sldId="450"/>
            <ac:picMk id="20" creationId="{9102C864-B094-664D-EA0E-545905E0E414}"/>
          </ac:picMkLst>
        </pc:picChg>
        <pc:picChg chg="del">
          <ac:chgData name="Arnaldo Satoru Gunzi" userId="41a30d14-40e4-4cae-bd0a-ce9e51e34c46" providerId="ADAL" clId="{E5A03375-E83D-4F99-81D0-C4D19F3F5752}" dt="2023-10-05T19:01:23.214" v="4093" actId="478"/>
          <ac:picMkLst>
            <pc:docMk/>
            <pc:sldMk cId="2922803419" sldId="450"/>
            <ac:picMk id="23" creationId="{CD660606-3279-719F-A67B-7EB8F25E67A1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685" v="12213" actId="947"/>
        <pc:sldMkLst>
          <pc:docMk/>
          <pc:sldMk cId="3984020109" sldId="451"/>
        </pc:sldMkLst>
        <pc:spChg chg="add mod">
          <ac:chgData name="Arnaldo Satoru Gunzi" userId="41a30d14-40e4-4cae-bd0a-ce9e51e34c46" providerId="ADAL" clId="{E5A03375-E83D-4F99-81D0-C4D19F3F5752}" dt="2023-10-09T11:29:57.685" v="12213" actId="947"/>
          <ac:spMkLst>
            <pc:docMk/>
            <pc:sldMk cId="3984020109" sldId="451"/>
            <ac:spMk id="2" creationId="{77C10DCE-8587-0C68-2B05-7DB0A1DF196F}"/>
          </ac:spMkLst>
        </pc:spChg>
        <pc:spChg chg="mod">
          <ac:chgData name="Arnaldo Satoru Gunzi" userId="41a30d14-40e4-4cae-bd0a-ce9e51e34c46" providerId="ADAL" clId="{E5A03375-E83D-4F99-81D0-C4D19F3F5752}" dt="2023-10-09T11:29:57.684" v="12211" actId="947"/>
          <ac:spMkLst>
            <pc:docMk/>
            <pc:sldMk cId="3984020109" sldId="45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E5A03375-E83D-4F99-81D0-C4D19F3F5752}" dt="2023-10-09T11:29:57.681" v="12209" actId="947"/>
          <ac:spMkLst>
            <pc:docMk/>
            <pc:sldMk cId="3984020109" sldId="451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6T09:00:21.598" v="4848" actId="1076"/>
          <ac:picMkLst>
            <pc:docMk/>
            <pc:sldMk cId="3984020109" sldId="451"/>
            <ac:picMk id="1026" creationId="{6ECBDFA9-C466-81CD-D0CC-9EB537B3864B}"/>
          </ac:picMkLst>
        </pc:picChg>
        <pc:picChg chg="del">
          <ac:chgData name="Arnaldo Satoru Gunzi" userId="41a30d14-40e4-4cae-bd0a-ce9e51e34c46" providerId="ADAL" clId="{E5A03375-E83D-4F99-81D0-C4D19F3F5752}" dt="2023-10-06T08:57:26.719" v="4601" actId="478"/>
          <ac:picMkLst>
            <pc:docMk/>
            <pc:sldMk cId="3984020109" sldId="451"/>
            <ac:picMk id="5122" creationId="{D92442E9-49AA-958A-F463-C38C21483E2D}"/>
          </ac:picMkLst>
        </pc:picChg>
      </pc:sldChg>
      <pc:sldChg chg="modSp add mod">
        <pc:chgData name="Arnaldo Satoru Gunzi" userId="41a30d14-40e4-4cae-bd0a-ce9e51e34c46" providerId="ADAL" clId="{E5A03375-E83D-4F99-81D0-C4D19F3F5752}" dt="2023-10-09T11:29:58.290" v="12705" actId="947"/>
        <pc:sldMkLst>
          <pc:docMk/>
          <pc:sldMk cId="3987660748" sldId="452"/>
        </pc:sldMkLst>
        <pc:spChg chg="mod">
          <ac:chgData name="Arnaldo Satoru Gunzi" userId="41a30d14-40e4-4cae-bd0a-ce9e51e34c46" providerId="ADAL" clId="{E5A03375-E83D-4F99-81D0-C4D19F3F5752}" dt="2023-10-06T09:02:28.964" v="4943" actId="20577"/>
          <ac:spMkLst>
            <pc:docMk/>
            <pc:sldMk cId="3987660748" sldId="452"/>
            <ac:spMk id="8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290" v="12705" actId="947"/>
          <ac:spMkLst>
            <pc:docMk/>
            <pc:sldMk cId="3987660748" sldId="452"/>
            <ac:spMk id="11" creationId="{00000000-0000-0000-0000-000000000000}"/>
          </ac:spMkLst>
        </pc:spChg>
      </pc:sldChg>
      <pc:sldChg chg="modSp add mod">
        <pc:chgData name="Arnaldo Satoru Gunzi" userId="41a30d14-40e4-4cae-bd0a-ce9e51e34c46" providerId="ADAL" clId="{E5A03375-E83D-4F99-81D0-C4D19F3F5752}" dt="2023-10-09T11:29:58.098" v="12455" actId="947"/>
        <pc:sldMkLst>
          <pc:docMk/>
          <pc:sldMk cId="20586497" sldId="453"/>
        </pc:sldMkLst>
        <pc:spChg chg="mod">
          <ac:chgData name="Arnaldo Satoru Gunzi" userId="41a30d14-40e4-4cae-bd0a-ce9e51e34c46" providerId="ADAL" clId="{E5A03375-E83D-4F99-81D0-C4D19F3F5752}" dt="2023-10-09T11:29:58.097" v="12453" actId="947"/>
          <ac:spMkLst>
            <pc:docMk/>
            <pc:sldMk cId="20586497" sldId="453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E5A03375-E83D-4F99-81D0-C4D19F3F5752}" dt="2023-10-07T14:08:57.031" v="8117" actId="20577"/>
          <ac:spMkLst>
            <pc:docMk/>
            <pc:sldMk cId="20586497" sldId="453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E5A03375-E83D-4F99-81D0-C4D19F3F5752}" dt="2023-10-09T11:29:58.098" v="12455" actId="947"/>
          <ac:spMkLst>
            <pc:docMk/>
            <pc:sldMk cId="20586497" sldId="453"/>
            <ac:spMk id="6" creationId="{C30994CC-7720-A2C1-9D1F-BB8146502FE0}"/>
          </ac:spMkLst>
        </pc:spChg>
        <pc:spChg chg="mod">
          <ac:chgData name="Arnaldo Satoru Gunzi" userId="41a30d14-40e4-4cae-bd0a-ce9e51e34c46" providerId="ADAL" clId="{E5A03375-E83D-4F99-81D0-C4D19F3F5752}" dt="2023-10-09T11:29:58.093" v="12451" actId="947"/>
          <ac:spMkLst>
            <pc:docMk/>
            <pc:sldMk cId="20586497" sldId="453"/>
            <ac:spMk id="7" creationId="{00000000-0000-0000-0000-000000000000}"/>
          </ac:spMkLst>
        </pc:spChg>
      </pc:sldChg>
      <pc:sldChg chg="addSp modSp mod">
        <pc:chgData name="Arnaldo Satoru Gunzi" userId="41a30d14-40e4-4cae-bd0a-ce9e51e34c46" providerId="ADAL" clId="{E5A03375-E83D-4F99-81D0-C4D19F3F5752}" dt="2023-10-09T17:25:21.628" v="12964" actId="403"/>
        <pc:sldMkLst>
          <pc:docMk/>
          <pc:sldMk cId="1825055183" sldId="454"/>
        </pc:sldMkLst>
        <pc:spChg chg="mod">
          <ac:chgData name="Arnaldo Satoru Gunzi" userId="41a30d14-40e4-4cae-bd0a-ce9e51e34c46" providerId="ADAL" clId="{E5A03375-E83D-4F99-81D0-C4D19F3F5752}" dt="2023-10-09T11:29:57.983" v="12387" actId="947"/>
          <ac:spMkLst>
            <pc:docMk/>
            <pc:sldMk cId="1825055183" sldId="454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E5A03375-E83D-4F99-81D0-C4D19F3F5752}" dt="2023-10-09T11:34:48.675" v="12824" actId="403"/>
          <ac:spMkLst>
            <pc:docMk/>
            <pc:sldMk cId="1825055183" sldId="454"/>
            <ac:spMk id="6" creationId="{5750B807-0586-D118-C789-88288E12E173}"/>
          </ac:spMkLst>
        </pc:spChg>
        <pc:spChg chg="mod">
          <ac:chgData name="Arnaldo Satoru Gunzi" userId="41a30d14-40e4-4cae-bd0a-ce9e51e34c46" providerId="ADAL" clId="{E5A03375-E83D-4F99-81D0-C4D19F3F5752}" dt="2023-10-09T11:29:57.980" v="12385" actId="947"/>
          <ac:spMkLst>
            <pc:docMk/>
            <pc:sldMk cId="1825055183" sldId="45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34:54.211" v="12827" actId="404"/>
          <ac:spMkLst>
            <pc:docMk/>
            <pc:sldMk cId="1825055183" sldId="454"/>
            <ac:spMk id="8" creationId="{9386C3DB-F989-C072-F7AE-7997D5E45EDC}"/>
          </ac:spMkLst>
        </pc:spChg>
        <pc:spChg chg="mod">
          <ac:chgData name="Arnaldo Satoru Gunzi" userId="41a30d14-40e4-4cae-bd0a-ce9e51e34c46" providerId="ADAL" clId="{E5A03375-E83D-4F99-81D0-C4D19F3F5752}" dt="2023-10-09T17:25:21.628" v="12964" actId="403"/>
          <ac:spMkLst>
            <pc:docMk/>
            <pc:sldMk cId="1825055183" sldId="454"/>
            <ac:spMk id="9" creationId="{40DEF1E1-1AD1-6615-A1ED-3EBCF3B3F7CA}"/>
          </ac:spMkLst>
        </pc:spChg>
        <pc:spChg chg="add mod">
          <ac:chgData name="Arnaldo Satoru Gunzi" userId="41a30d14-40e4-4cae-bd0a-ce9e51e34c46" providerId="ADAL" clId="{E5A03375-E83D-4F99-81D0-C4D19F3F5752}" dt="2023-10-09T11:34:58.072" v="12828" actId="404"/>
          <ac:spMkLst>
            <pc:docMk/>
            <pc:sldMk cId="1825055183" sldId="454"/>
            <ac:spMk id="12" creationId="{E2A265CF-76E1-C19E-7012-85CA2CDA0A36}"/>
          </ac:spMkLst>
        </pc:spChg>
        <pc:spChg chg="add mod">
          <ac:chgData name="Arnaldo Satoru Gunzi" userId="41a30d14-40e4-4cae-bd0a-ce9e51e34c46" providerId="ADAL" clId="{E5A03375-E83D-4F99-81D0-C4D19F3F5752}" dt="2023-10-09T17:25:21.628" v="12964" actId="403"/>
          <ac:spMkLst>
            <pc:docMk/>
            <pc:sldMk cId="1825055183" sldId="454"/>
            <ac:spMk id="13" creationId="{D063F16A-AA53-C7E7-BE20-83D9F6F43EBC}"/>
          </ac:spMkLst>
        </pc:spChg>
        <pc:spChg chg="add mod">
          <ac:chgData name="Arnaldo Satoru Gunzi" userId="41a30d14-40e4-4cae-bd0a-ce9e51e34c46" providerId="ADAL" clId="{E5A03375-E83D-4F99-81D0-C4D19F3F5752}" dt="2023-10-09T11:35:20.022" v="12836" actId="1076"/>
          <ac:spMkLst>
            <pc:docMk/>
            <pc:sldMk cId="1825055183" sldId="454"/>
            <ac:spMk id="16" creationId="{50F9A485-2E3E-48EC-94D8-05690EA50C8B}"/>
          </ac:spMkLst>
        </pc:spChg>
        <pc:picChg chg="mod">
          <ac:chgData name="Arnaldo Satoru Gunzi" userId="41a30d14-40e4-4cae-bd0a-ce9e51e34c46" providerId="ADAL" clId="{E5A03375-E83D-4F99-81D0-C4D19F3F5752}" dt="2023-10-09T11:34:40.946" v="12822" actId="1076"/>
          <ac:picMkLst>
            <pc:docMk/>
            <pc:sldMk cId="1825055183" sldId="454"/>
            <ac:picMk id="4" creationId="{BD77EA3E-74E0-37ED-F7CC-EB4F2AC737D3}"/>
          </ac:picMkLst>
        </pc:picChg>
        <pc:picChg chg="add mod">
          <ac:chgData name="Arnaldo Satoru Gunzi" userId="41a30d14-40e4-4cae-bd0a-ce9e51e34c46" providerId="ADAL" clId="{E5A03375-E83D-4F99-81D0-C4D19F3F5752}" dt="2023-10-08T09:54:12.198" v="11385" actId="1076"/>
          <ac:picMkLst>
            <pc:docMk/>
            <pc:sldMk cId="1825055183" sldId="454"/>
            <ac:picMk id="5" creationId="{4482864B-71EE-26F5-0E77-33DD774D1F0B}"/>
          </ac:picMkLst>
        </pc:picChg>
        <pc:picChg chg="add mod">
          <ac:chgData name="Arnaldo Satoru Gunzi" userId="41a30d14-40e4-4cae-bd0a-ce9e51e34c46" providerId="ADAL" clId="{E5A03375-E83D-4F99-81D0-C4D19F3F5752}" dt="2023-10-08T09:54:12.198" v="11385" actId="1076"/>
          <ac:picMkLst>
            <pc:docMk/>
            <pc:sldMk cId="1825055183" sldId="454"/>
            <ac:picMk id="10" creationId="{F48CBCC9-0D89-E11E-0FC5-CB305DA4676B}"/>
          </ac:picMkLst>
        </pc:picChg>
        <pc:picChg chg="add mod">
          <ac:chgData name="Arnaldo Satoru Gunzi" userId="41a30d14-40e4-4cae-bd0a-ce9e51e34c46" providerId="ADAL" clId="{E5A03375-E83D-4F99-81D0-C4D19F3F5752}" dt="2023-10-08T09:54:48.185" v="11402" actId="1076"/>
          <ac:picMkLst>
            <pc:docMk/>
            <pc:sldMk cId="1825055183" sldId="454"/>
            <ac:picMk id="11" creationId="{74412BE3-5042-44A7-777A-660F3F2C34A9}"/>
          </ac:picMkLst>
        </pc:picChg>
        <pc:picChg chg="add mod">
          <ac:chgData name="Arnaldo Satoru Gunzi" userId="41a30d14-40e4-4cae-bd0a-ce9e51e34c46" providerId="ADAL" clId="{E5A03375-E83D-4F99-81D0-C4D19F3F5752}" dt="2023-10-08T09:54:48.185" v="11402" actId="1076"/>
          <ac:picMkLst>
            <pc:docMk/>
            <pc:sldMk cId="1825055183" sldId="454"/>
            <ac:picMk id="14" creationId="{34C2D67A-DFC2-AC32-3ED3-A41A9B0A78A2}"/>
          </ac:picMkLst>
        </pc:picChg>
        <pc:picChg chg="add mod">
          <ac:chgData name="Arnaldo Satoru Gunzi" userId="41a30d14-40e4-4cae-bd0a-ce9e51e34c46" providerId="ADAL" clId="{E5A03375-E83D-4F99-81D0-C4D19F3F5752}" dt="2023-10-09T11:35:15.072" v="12834" actId="1076"/>
          <ac:picMkLst>
            <pc:docMk/>
            <pc:sldMk cId="1825055183" sldId="454"/>
            <ac:picMk id="15" creationId="{39AC1F30-8DF8-6822-F6BF-685587CC3220}"/>
          </ac:picMkLst>
        </pc:picChg>
      </pc:sldChg>
      <pc:sldChg chg="modSp mod">
        <pc:chgData name="Arnaldo Satoru Gunzi" userId="41a30d14-40e4-4cae-bd0a-ce9e51e34c46" providerId="ADAL" clId="{E5A03375-E83D-4F99-81D0-C4D19F3F5752}" dt="2023-10-09T11:29:58.011" v="12425" actId="947"/>
        <pc:sldMkLst>
          <pc:docMk/>
          <pc:sldMk cId="200776739" sldId="455"/>
        </pc:sldMkLst>
        <pc:spChg chg="mod">
          <ac:chgData name="Arnaldo Satoru Gunzi" userId="41a30d14-40e4-4cae-bd0a-ce9e51e34c46" providerId="ADAL" clId="{E5A03375-E83D-4F99-81D0-C4D19F3F5752}" dt="2023-10-09T11:29:58.009" v="12423" actId="947"/>
          <ac:spMkLst>
            <pc:docMk/>
            <pc:sldMk cId="200776739" sldId="455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E5A03375-E83D-4F99-81D0-C4D19F3F5752}" dt="2023-10-09T11:29:58.011" v="12425" actId="947"/>
          <ac:spMkLst>
            <pc:docMk/>
            <pc:sldMk cId="200776739" sldId="455"/>
            <ac:spMk id="6" creationId="{A4DEF53E-FDB6-563C-77E1-482558ED0593}"/>
          </ac:spMkLst>
        </pc:spChg>
        <pc:spChg chg="mod">
          <ac:chgData name="Arnaldo Satoru Gunzi" userId="41a30d14-40e4-4cae-bd0a-ce9e51e34c46" providerId="ADAL" clId="{E5A03375-E83D-4F99-81D0-C4D19F3F5752}" dt="2023-10-09T11:29:58.008" v="12421" actId="947"/>
          <ac:spMkLst>
            <pc:docMk/>
            <pc:sldMk cId="200776739" sldId="455"/>
            <ac:spMk id="7" creationId="{00000000-0000-0000-0000-000000000000}"/>
          </ac:spMkLst>
        </pc:spChg>
      </pc:sldChg>
      <pc:sldChg chg="addSp delSp modSp mod">
        <pc:chgData name="Arnaldo Satoru Gunzi" userId="41a30d14-40e4-4cae-bd0a-ce9e51e34c46" providerId="ADAL" clId="{E5A03375-E83D-4F99-81D0-C4D19F3F5752}" dt="2023-10-09T11:29:58.310" v="12723" actId="947"/>
        <pc:sldMkLst>
          <pc:docMk/>
          <pc:sldMk cId="3141311297" sldId="457"/>
        </pc:sldMkLst>
        <pc:spChg chg="mod">
          <ac:chgData name="Arnaldo Satoru Gunzi" userId="41a30d14-40e4-4cae-bd0a-ce9e51e34c46" providerId="ADAL" clId="{E5A03375-E83D-4F99-81D0-C4D19F3F5752}" dt="2023-10-09T11:29:58.307" v="12721" actId="947"/>
          <ac:spMkLst>
            <pc:docMk/>
            <pc:sldMk cId="3141311297" sldId="457"/>
            <ac:spMk id="2" creationId="{52E2F736-C205-54CD-3535-5E4941A9229D}"/>
          </ac:spMkLst>
        </pc:spChg>
        <pc:spChg chg="add mod">
          <ac:chgData name="Arnaldo Satoru Gunzi" userId="41a30d14-40e4-4cae-bd0a-ce9e51e34c46" providerId="ADAL" clId="{E5A03375-E83D-4F99-81D0-C4D19F3F5752}" dt="2023-10-09T11:29:58.310" v="12723" actId="947"/>
          <ac:spMkLst>
            <pc:docMk/>
            <pc:sldMk cId="3141311297" sldId="457"/>
            <ac:spMk id="4" creationId="{BEFDD611-5C58-9706-8954-6269AE428FB2}"/>
          </ac:spMkLst>
        </pc:spChg>
        <pc:spChg chg="del">
          <ac:chgData name="Arnaldo Satoru Gunzi" userId="41a30d14-40e4-4cae-bd0a-ce9e51e34c46" providerId="ADAL" clId="{E5A03375-E83D-4F99-81D0-C4D19F3F5752}" dt="2023-10-08T09:38:41.985" v="10966" actId="478"/>
          <ac:spMkLst>
            <pc:docMk/>
            <pc:sldMk cId="3141311297" sldId="457"/>
            <ac:spMk id="5" creationId="{B044345E-ADB1-7BBB-4823-28C5D7D7067E}"/>
          </ac:spMkLst>
        </pc:spChg>
        <pc:spChg chg="mod">
          <ac:chgData name="Arnaldo Satoru Gunzi" userId="41a30d14-40e4-4cae-bd0a-ce9e51e34c46" providerId="ADAL" clId="{E5A03375-E83D-4F99-81D0-C4D19F3F5752}" dt="2023-10-09T11:29:58.305" v="12719" actId="947"/>
          <ac:spMkLst>
            <pc:docMk/>
            <pc:sldMk cId="3141311297" sldId="457"/>
            <ac:spMk id="7" creationId="{00000000-0000-0000-0000-000000000000}"/>
          </ac:spMkLst>
        </pc:spChg>
        <pc:grpChg chg="mod">
          <ac:chgData name="Arnaldo Satoru Gunzi" userId="41a30d14-40e4-4cae-bd0a-ce9e51e34c46" providerId="ADAL" clId="{E5A03375-E83D-4F99-81D0-C4D19F3F5752}" dt="2023-10-08T09:38:51.415" v="10968" actId="14100"/>
          <ac:grpSpMkLst>
            <pc:docMk/>
            <pc:sldMk cId="3141311297" sldId="457"/>
            <ac:grpSpMk id="6" creationId="{DBCAF0A1-321B-2B86-5422-6074D9322991}"/>
          </ac:grpSpMkLst>
        </pc:grpChg>
      </pc:sldChg>
      <pc:sldChg chg="modSp mod">
        <pc:chgData name="Arnaldo Satoru Gunzi" userId="41a30d14-40e4-4cae-bd0a-ce9e51e34c46" providerId="ADAL" clId="{E5A03375-E83D-4F99-81D0-C4D19F3F5752}" dt="2023-10-09T11:29:58.295" v="12711" actId="947"/>
        <pc:sldMkLst>
          <pc:docMk/>
          <pc:sldMk cId="2226593243" sldId="458"/>
        </pc:sldMkLst>
        <pc:spChg chg="mod">
          <ac:chgData name="Arnaldo Satoru Gunzi" userId="41a30d14-40e4-4cae-bd0a-ce9e51e34c46" providerId="ADAL" clId="{E5A03375-E83D-4F99-81D0-C4D19F3F5752}" dt="2023-10-09T11:29:58.293" v="12709" actId="947"/>
          <ac:spMkLst>
            <pc:docMk/>
            <pc:sldMk cId="2226593243" sldId="458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E5A03375-E83D-4F99-81D0-C4D19F3F5752}" dt="2023-10-09T11:29:58.291" v="12707" actId="947"/>
          <ac:spMkLst>
            <pc:docMk/>
            <pc:sldMk cId="2226593243" sldId="458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295" v="12711" actId="947"/>
          <ac:spMkLst>
            <pc:docMk/>
            <pc:sldMk cId="2226593243" sldId="458"/>
            <ac:spMk id="15" creationId="{60E9BF24-29CE-185D-597C-0FEE0CF43286}"/>
          </ac:spMkLst>
        </pc:spChg>
      </pc:sldChg>
      <pc:sldChg chg="addSp delSp modSp mod">
        <pc:chgData name="Arnaldo Satoru Gunzi" userId="41a30d14-40e4-4cae-bd0a-ce9e51e34c46" providerId="ADAL" clId="{E5A03375-E83D-4F99-81D0-C4D19F3F5752}" dt="2023-10-09T11:29:58.158" v="12525" actId="947"/>
        <pc:sldMkLst>
          <pc:docMk/>
          <pc:sldMk cId="900569430" sldId="459"/>
        </pc:sldMkLst>
        <pc:spChg chg="mod">
          <ac:chgData name="Arnaldo Satoru Gunzi" userId="41a30d14-40e4-4cae-bd0a-ce9e51e34c46" providerId="ADAL" clId="{E5A03375-E83D-4F99-81D0-C4D19F3F5752}" dt="2023-10-09T11:29:58.155" v="12523" actId="947"/>
          <ac:spMkLst>
            <pc:docMk/>
            <pc:sldMk cId="900569430" sldId="459"/>
            <ac:spMk id="2" creationId="{147F71E8-D565-7723-4BBE-4FCFF403582A}"/>
          </ac:spMkLst>
        </pc:spChg>
        <pc:spChg chg="add mod">
          <ac:chgData name="Arnaldo Satoru Gunzi" userId="41a30d14-40e4-4cae-bd0a-ce9e51e34c46" providerId="ADAL" clId="{E5A03375-E83D-4F99-81D0-C4D19F3F5752}" dt="2023-10-09T11:29:58.158" v="12525" actId="947"/>
          <ac:spMkLst>
            <pc:docMk/>
            <pc:sldMk cId="900569430" sldId="459"/>
            <ac:spMk id="6" creationId="{612EAF9D-19FA-F21D-182B-C575499BA4D3}"/>
          </ac:spMkLst>
        </pc:spChg>
        <pc:spChg chg="mod">
          <ac:chgData name="Arnaldo Satoru Gunzi" userId="41a30d14-40e4-4cae-bd0a-ce9e51e34c46" providerId="ADAL" clId="{E5A03375-E83D-4F99-81D0-C4D19F3F5752}" dt="2023-10-09T11:29:58.154" v="12521" actId="947"/>
          <ac:spMkLst>
            <pc:docMk/>
            <pc:sldMk cId="900569430" sldId="459"/>
            <ac:spMk id="7" creationId="{00000000-0000-0000-0000-000000000000}"/>
          </ac:spMkLst>
        </pc:spChg>
        <pc:picChg chg="add del mod">
          <ac:chgData name="Arnaldo Satoru Gunzi" userId="41a30d14-40e4-4cae-bd0a-ce9e51e34c46" providerId="ADAL" clId="{E5A03375-E83D-4F99-81D0-C4D19F3F5752}" dt="2023-10-06T21:47:26.778" v="5000" actId="478"/>
          <ac:picMkLst>
            <pc:docMk/>
            <pc:sldMk cId="900569430" sldId="459"/>
            <ac:picMk id="5" creationId="{E8F85483-44E9-D2B3-B595-A66CC68066E3}"/>
          </ac:picMkLst>
        </pc:picChg>
        <pc:picChg chg="add del mod">
          <ac:chgData name="Arnaldo Satoru Gunzi" userId="41a30d14-40e4-4cae-bd0a-ce9e51e34c46" providerId="ADAL" clId="{E5A03375-E83D-4F99-81D0-C4D19F3F5752}" dt="2023-10-06T21:49:33.256" v="5085" actId="478"/>
          <ac:picMkLst>
            <pc:docMk/>
            <pc:sldMk cId="900569430" sldId="459"/>
            <ac:picMk id="9" creationId="{381707F5-8AA8-D524-16AD-D75A52D56F21}"/>
          </ac:picMkLst>
        </pc:picChg>
        <pc:picChg chg="add mod">
          <ac:chgData name="Arnaldo Satoru Gunzi" userId="41a30d14-40e4-4cae-bd0a-ce9e51e34c46" providerId="ADAL" clId="{E5A03375-E83D-4F99-81D0-C4D19F3F5752}" dt="2023-10-06T21:51:14.496" v="5360" actId="1076"/>
          <ac:picMkLst>
            <pc:docMk/>
            <pc:sldMk cId="900569430" sldId="459"/>
            <ac:picMk id="11" creationId="{B909E1C9-0B4C-5846-D30C-0816E9795D47}"/>
          </ac:picMkLst>
        </pc:picChg>
      </pc:sldChg>
      <pc:sldChg chg="addSp delSp modSp mod">
        <pc:chgData name="Arnaldo Satoru Gunzi" userId="41a30d14-40e4-4cae-bd0a-ce9e51e34c46" providerId="ADAL" clId="{E5A03375-E83D-4F99-81D0-C4D19F3F5752}" dt="2023-10-09T11:29:58.239" v="12639" actId="947"/>
        <pc:sldMkLst>
          <pc:docMk/>
          <pc:sldMk cId="3250060076" sldId="460"/>
        </pc:sldMkLst>
        <pc:spChg chg="add del mod">
          <ac:chgData name="Arnaldo Satoru Gunzi" userId="41a30d14-40e4-4cae-bd0a-ce9e51e34c46" providerId="ADAL" clId="{E5A03375-E83D-4F99-81D0-C4D19F3F5752}" dt="2023-10-06T21:57:37.065" v="5866" actId="478"/>
          <ac:spMkLst>
            <pc:docMk/>
            <pc:sldMk cId="3250060076" sldId="460"/>
            <ac:spMk id="5" creationId="{32F65F60-EDEA-D963-8214-35427D087105}"/>
          </ac:spMkLst>
        </pc:spChg>
        <pc:spChg chg="add del mod">
          <ac:chgData name="Arnaldo Satoru Gunzi" userId="41a30d14-40e4-4cae-bd0a-ce9e51e34c46" providerId="ADAL" clId="{E5A03375-E83D-4F99-81D0-C4D19F3F5752}" dt="2023-10-06T22:01:22.909" v="5900" actId="478"/>
          <ac:spMkLst>
            <pc:docMk/>
            <pc:sldMk cId="3250060076" sldId="460"/>
            <ac:spMk id="6" creationId="{0B402C09-5650-04D0-4277-97D0906556F1}"/>
          </ac:spMkLst>
        </pc:spChg>
        <pc:spChg chg="mod">
          <ac:chgData name="Arnaldo Satoru Gunzi" userId="41a30d14-40e4-4cae-bd0a-ce9e51e34c46" providerId="ADAL" clId="{E5A03375-E83D-4F99-81D0-C4D19F3F5752}" dt="2023-10-09T11:29:58.236" v="12637" actId="947"/>
          <ac:spMkLst>
            <pc:docMk/>
            <pc:sldMk cId="3250060076" sldId="460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E5A03375-E83D-4F99-81D0-C4D19F3F5752}" dt="2023-10-09T11:29:58.239" v="12639" actId="947"/>
          <ac:spMkLst>
            <pc:docMk/>
            <pc:sldMk cId="3250060076" sldId="460"/>
            <ac:spMk id="9" creationId="{1AAC4597-4513-09CF-36CF-F62085059362}"/>
          </ac:spMkLst>
        </pc:spChg>
        <pc:spChg chg="add del mod">
          <ac:chgData name="Arnaldo Satoru Gunzi" userId="41a30d14-40e4-4cae-bd0a-ce9e51e34c46" providerId="ADAL" clId="{E5A03375-E83D-4F99-81D0-C4D19F3F5752}" dt="2023-10-06T22:01:22.909" v="5900" actId="478"/>
          <ac:spMkLst>
            <pc:docMk/>
            <pc:sldMk cId="3250060076" sldId="460"/>
            <ac:spMk id="10" creationId="{D4EFB980-2F58-76D7-807F-7DE7DCD3F7AA}"/>
          </ac:spMkLst>
        </pc:spChg>
        <pc:spChg chg="add del mod">
          <ac:chgData name="Arnaldo Satoru Gunzi" userId="41a30d14-40e4-4cae-bd0a-ce9e51e34c46" providerId="ADAL" clId="{E5A03375-E83D-4F99-81D0-C4D19F3F5752}" dt="2023-10-06T22:01:22.909" v="5900" actId="478"/>
          <ac:spMkLst>
            <pc:docMk/>
            <pc:sldMk cId="3250060076" sldId="460"/>
            <ac:spMk id="11" creationId="{7F5D95FB-0D07-790C-3E55-D3D3F2E50B07}"/>
          </ac:spMkLst>
        </pc:spChg>
        <pc:spChg chg="add del mod">
          <ac:chgData name="Arnaldo Satoru Gunzi" userId="41a30d14-40e4-4cae-bd0a-ce9e51e34c46" providerId="ADAL" clId="{E5A03375-E83D-4F99-81D0-C4D19F3F5752}" dt="2023-10-06T22:01:22.909" v="5900" actId="478"/>
          <ac:spMkLst>
            <pc:docMk/>
            <pc:sldMk cId="3250060076" sldId="460"/>
            <ac:spMk id="12" creationId="{557EEDB9-F443-6E2D-053A-810445A13B64}"/>
          </ac:spMkLst>
        </pc:spChg>
        <pc:picChg chg="add del mod">
          <ac:chgData name="Arnaldo Satoru Gunzi" userId="41a30d14-40e4-4cae-bd0a-ce9e51e34c46" providerId="ADAL" clId="{E5A03375-E83D-4F99-81D0-C4D19F3F5752}" dt="2023-10-06T22:01:20.984" v="5899" actId="478"/>
          <ac:picMkLst>
            <pc:docMk/>
            <pc:sldMk cId="3250060076" sldId="460"/>
            <ac:picMk id="2" creationId="{A22C2E01-4099-8C4E-0E87-BE622E90D60C}"/>
          </ac:picMkLst>
        </pc:picChg>
        <pc:picChg chg="add mod">
          <ac:chgData name="Arnaldo Satoru Gunzi" userId="41a30d14-40e4-4cae-bd0a-ce9e51e34c46" providerId="ADAL" clId="{E5A03375-E83D-4F99-81D0-C4D19F3F5752}" dt="2023-10-06T22:01:25.732" v="5902" actId="1076"/>
          <ac:picMkLst>
            <pc:docMk/>
            <pc:sldMk cId="3250060076" sldId="460"/>
            <ac:picMk id="16" creationId="{B494E3BB-640F-B2D9-678F-D5402D1ECD37}"/>
          </ac:picMkLst>
        </pc:picChg>
        <pc:cxnChg chg="add del mod">
          <ac:chgData name="Arnaldo Satoru Gunzi" userId="41a30d14-40e4-4cae-bd0a-ce9e51e34c46" providerId="ADAL" clId="{E5A03375-E83D-4F99-81D0-C4D19F3F5752}" dt="2023-10-06T22:01:22.909" v="5900" actId="478"/>
          <ac:cxnSpMkLst>
            <pc:docMk/>
            <pc:sldMk cId="3250060076" sldId="460"/>
            <ac:cxnSpMk id="14" creationId="{CB3E2684-6AAB-9A49-BEB5-9314B8EA570A}"/>
          </ac:cxnSpMkLst>
        </pc:cxnChg>
      </pc:sldChg>
      <pc:sldChg chg="addSp modSp mod">
        <pc:chgData name="Arnaldo Satoru Gunzi" userId="41a30d14-40e4-4cae-bd0a-ce9e51e34c46" providerId="ADAL" clId="{E5A03375-E83D-4F99-81D0-C4D19F3F5752}" dt="2023-10-09T11:29:58.255" v="12655" actId="947"/>
        <pc:sldMkLst>
          <pc:docMk/>
          <pc:sldMk cId="2954036848" sldId="461"/>
        </pc:sldMkLst>
        <pc:spChg chg="add mod">
          <ac:chgData name="Arnaldo Satoru Gunzi" userId="41a30d14-40e4-4cae-bd0a-ce9e51e34c46" providerId="ADAL" clId="{E5A03375-E83D-4F99-81D0-C4D19F3F5752}" dt="2023-10-09T11:29:58.255" v="12655" actId="947"/>
          <ac:spMkLst>
            <pc:docMk/>
            <pc:sldMk cId="2954036848" sldId="461"/>
            <ac:spMk id="2" creationId="{B8304D8B-CBCB-F7BB-C3B6-1A4432DA5EEF}"/>
          </ac:spMkLst>
        </pc:spChg>
        <pc:spChg chg="mod">
          <ac:chgData name="Arnaldo Satoru Gunzi" userId="41a30d14-40e4-4cae-bd0a-ce9e51e34c46" providerId="ADAL" clId="{E5A03375-E83D-4F99-81D0-C4D19F3F5752}" dt="2023-10-09T11:29:58.250" v="12653" actId="947"/>
          <ac:spMkLst>
            <pc:docMk/>
            <pc:sldMk cId="2954036848" sldId="461"/>
            <ac:spMk id="7" creationId="{00000000-0000-0000-0000-000000000000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8.110" v="12471" actId="947"/>
        <pc:sldMkLst>
          <pc:docMk/>
          <pc:sldMk cId="3378525813" sldId="462"/>
        </pc:sldMkLst>
        <pc:spChg chg="mod">
          <ac:chgData name="Arnaldo Satoru Gunzi" userId="41a30d14-40e4-4cae-bd0a-ce9e51e34c46" providerId="ADAL" clId="{E5A03375-E83D-4F99-81D0-C4D19F3F5752}" dt="2023-10-09T11:29:58.101" v="12459" actId="947"/>
          <ac:spMkLst>
            <pc:docMk/>
            <pc:sldMk cId="3378525813" sldId="462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E5A03375-E83D-4F99-81D0-C4D19F3F5752}" dt="2023-10-07T14:09:00.468" v="8118" actId="20577"/>
          <ac:spMkLst>
            <pc:docMk/>
            <pc:sldMk cId="3378525813" sldId="462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E5A03375-E83D-4F99-81D0-C4D19F3F5752}" dt="2023-10-09T11:29:58.104" v="12463" actId="947"/>
          <ac:spMkLst>
            <pc:docMk/>
            <pc:sldMk cId="3378525813" sldId="462"/>
            <ac:spMk id="4" creationId="{179A3AA3-48B7-B108-EB3D-07255F0690BF}"/>
          </ac:spMkLst>
        </pc:spChg>
        <pc:spChg chg="mod">
          <ac:chgData name="Arnaldo Satoru Gunzi" userId="41a30d14-40e4-4cae-bd0a-ce9e51e34c46" providerId="ADAL" clId="{E5A03375-E83D-4F99-81D0-C4D19F3F5752}" dt="2023-10-09T11:29:58.103" v="12461" actId="947"/>
          <ac:spMkLst>
            <pc:docMk/>
            <pc:sldMk cId="3378525813" sldId="462"/>
            <ac:spMk id="6" creationId="{C30994CC-7720-A2C1-9D1F-BB8146502FE0}"/>
          </ac:spMkLst>
        </pc:spChg>
        <pc:spChg chg="mod">
          <ac:chgData name="Arnaldo Satoru Gunzi" userId="41a30d14-40e4-4cae-bd0a-ce9e51e34c46" providerId="ADAL" clId="{E5A03375-E83D-4F99-81D0-C4D19F3F5752}" dt="2023-10-09T11:29:58.100" v="12457" actId="947"/>
          <ac:spMkLst>
            <pc:docMk/>
            <pc:sldMk cId="3378525813" sldId="462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106" v="12465" actId="947"/>
          <ac:spMkLst>
            <pc:docMk/>
            <pc:sldMk cId="3378525813" sldId="462"/>
            <ac:spMk id="8" creationId="{DA225EDB-9790-2EB9-EFAB-B3E916238792}"/>
          </ac:spMkLst>
        </pc:spChg>
        <pc:spChg chg="mod">
          <ac:chgData name="Arnaldo Satoru Gunzi" userId="41a30d14-40e4-4cae-bd0a-ce9e51e34c46" providerId="ADAL" clId="{E5A03375-E83D-4F99-81D0-C4D19F3F5752}" dt="2023-10-09T11:29:58.107" v="12467" actId="947"/>
          <ac:spMkLst>
            <pc:docMk/>
            <pc:sldMk cId="3378525813" sldId="462"/>
            <ac:spMk id="11" creationId="{0C60271E-60B0-E94B-BC71-ECF633FBB161}"/>
          </ac:spMkLst>
        </pc:spChg>
        <pc:spChg chg="mod">
          <ac:chgData name="Arnaldo Satoru Gunzi" userId="41a30d14-40e4-4cae-bd0a-ce9e51e34c46" providerId="ADAL" clId="{E5A03375-E83D-4F99-81D0-C4D19F3F5752}" dt="2023-10-09T11:29:58.108" v="12469" actId="947"/>
          <ac:spMkLst>
            <pc:docMk/>
            <pc:sldMk cId="3378525813" sldId="462"/>
            <ac:spMk id="12" creationId="{531E9198-7F4D-7DC7-3227-D70415980ADE}"/>
          </ac:spMkLst>
        </pc:spChg>
        <pc:spChg chg="mod">
          <ac:chgData name="Arnaldo Satoru Gunzi" userId="41a30d14-40e4-4cae-bd0a-ce9e51e34c46" providerId="ADAL" clId="{E5A03375-E83D-4F99-81D0-C4D19F3F5752}" dt="2023-10-09T11:29:58.110" v="12471" actId="947"/>
          <ac:spMkLst>
            <pc:docMk/>
            <pc:sldMk cId="3378525813" sldId="462"/>
            <ac:spMk id="13" creationId="{7C60299C-1F6E-BEA3-F294-ADD80CD7FABA}"/>
          </ac:spMkLst>
        </pc:spChg>
      </pc:sldChg>
      <pc:sldChg chg="modSp mod">
        <pc:chgData name="Arnaldo Satoru Gunzi" userId="41a30d14-40e4-4cae-bd0a-ce9e51e34c46" providerId="ADAL" clId="{E5A03375-E83D-4F99-81D0-C4D19F3F5752}" dt="2023-10-09T11:29:58.117" v="12481" actId="947"/>
        <pc:sldMkLst>
          <pc:docMk/>
          <pc:sldMk cId="422595508" sldId="463"/>
        </pc:sldMkLst>
        <pc:spChg chg="mod">
          <ac:chgData name="Arnaldo Satoru Gunzi" userId="41a30d14-40e4-4cae-bd0a-ce9e51e34c46" providerId="ADAL" clId="{E5A03375-E83D-4F99-81D0-C4D19F3F5752}" dt="2023-10-09T11:29:58.112" v="12475" actId="947"/>
          <ac:spMkLst>
            <pc:docMk/>
            <pc:sldMk cId="422595508" sldId="463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E5A03375-E83D-4F99-81D0-C4D19F3F5752}" dt="2023-10-07T14:09:03.767" v="8119" actId="20577"/>
          <ac:spMkLst>
            <pc:docMk/>
            <pc:sldMk cId="422595508" sldId="463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E5A03375-E83D-4F99-81D0-C4D19F3F5752}" dt="2023-10-09T11:29:58.111" v="12473" actId="947"/>
          <ac:spMkLst>
            <pc:docMk/>
            <pc:sldMk cId="422595508" sldId="463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114" v="12477" actId="947"/>
          <ac:spMkLst>
            <pc:docMk/>
            <pc:sldMk cId="422595508" sldId="463"/>
            <ac:spMk id="8" creationId="{89D6F1FA-A911-5C5B-1F2A-E592962A5870}"/>
          </ac:spMkLst>
        </pc:spChg>
        <pc:spChg chg="mod">
          <ac:chgData name="Arnaldo Satoru Gunzi" userId="41a30d14-40e4-4cae-bd0a-ce9e51e34c46" providerId="ADAL" clId="{E5A03375-E83D-4F99-81D0-C4D19F3F5752}" dt="2023-10-09T11:29:58.116" v="12479" actId="947"/>
          <ac:spMkLst>
            <pc:docMk/>
            <pc:sldMk cId="422595508" sldId="463"/>
            <ac:spMk id="10" creationId="{92087741-6818-F686-FC02-4FB3BC9ED65D}"/>
          </ac:spMkLst>
        </pc:spChg>
        <pc:spChg chg="mod">
          <ac:chgData name="Arnaldo Satoru Gunzi" userId="41a30d14-40e4-4cae-bd0a-ce9e51e34c46" providerId="ADAL" clId="{E5A03375-E83D-4F99-81D0-C4D19F3F5752}" dt="2023-10-09T11:29:58.117" v="12481" actId="947"/>
          <ac:spMkLst>
            <pc:docMk/>
            <pc:sldMk cId="422595508" sldId="463"/>
            <ac:spMk id="11" creationId="{7FBE07E2-AD0D-D92F-D5E7-AFF16B65F848}"/>
          </ac:spMkLst>
        </pc:spChg>
      </pc:sldChg>
      <pc:sldChg chg="addSp modSp mod">
        <pc:chgData name="Arnaldo Satoru Gunzi" userId="41a30d14-40e4-4cae-bd0a-ce9e51e34c46" providerId="ADAL" clId="{E5A03375-E83D-4F99-81D0-C4D19F3F5752}" dt="2023-10-09T11:29:58.135" v="12497" actId="947"/>
        <pc:sldMkLst>
          <pc:docMk/>
          <pc:sldMk cId="4186042533" sldId="464"/>
        </pc:sldMkLst>
        <pc:spChg chg="mod">
          <ac:chgData name="Arnaldo Satoru Gunzi" userId="41a30d14-40e4-4cae-bd0a-ce9e51e34c46" providerId="ADAL" clId="{E5A03375-E83D-4F99-81D0-C4D19F3F5752}" dt="2023-10-09T11:29:58.129" v="12489" actId="947"/>
          <ac:spMkLst>
            <pc:docMk/>
            <pc:sldMk cId="4186042533" sldId="464"/>
            <ac:spMk id="2" creationId="{57E21633-A7D6-D567-FA20-99E6993F52B2}"/>
          </ac:spMkLst>
        </pc:spChg>
        <pc:spChg chg="add mod">
          <ac:chgData name="Arnaldo Satoru Gunzi" userId="41a30d14-40e4-4cae-bd0a-ce9e51e34c46" providerId="ADAL" clId="{E5A03375-E83D-4F99-81D0-C4D19F3F5752}" dt="2023-10-09T11:29:58.135" v="12497" actId="947"/>
          <ac:spMkLst>
            <pc:docMk/>
            <pc:sldMk cId="4186042533" sldId="464"/>
            <ac:spMk id="4" creationId="{B0C2C733-C8AE-CC8C-B32A-C1CBFBC2E928}"/>
          </ac:spMkLst>
        </pc:spChg>
        <pc:spChg chg="mod">
          <ac:chgData name="Arnaldo Satoru Gunzi" userId="41a30d14-40e4-4cae-bd0a-ce9e51e34c46" providerId="ADAL" clId="{E5A03375-E83D-4F99-81D0-C4D19F3F5752}" dt="2023-10-09T11:29:58.125" v="12487" actId="947"/>
          <ac:spMkLst>
            <pc:docMk/>
            <pc:sldMk cId="4186042533" sldId="46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131" v="12491" actId="947"/>
          <ac:spMkLst>
            <pc:docMk/>
            <pc:sldMk cId="4186042533" sldId="464"/>
            <ac:spMk id="12" creationId="{0613ADB8-43EC-E8E6-5DAF-21E88CDA09E6}"/>
          </ac:spMkLst>
        </pc:spChg>
        <pc:spChg chg="mod">
          <ac:chgData name="Arnaldo Satoru Gunzi" userId="41a30d14-40e4-4cae-bd0a-ce9e51e34c46" providerId="ADAL" clId="{E5A03375-E83D-4F99-81D0-C4D19F3F5752}" dt="2023-10-09T11:29:58.132" v="12493" actId="947"/>
          <ac:spMkLst>
            <pc:docMk/>
            <pc:sldMk cId="4186042533" sldId="464"/>
            <ac:spMk id="13" creationId="{A55DE08E-2E3A-1AC2-C69B-2B53098D7CAD}"/>
          </ac:spMkLst>
        </pc:spChg>
        <pc:spChg chg="mod">
          <ac:chgData name="Arnaldo Satoru Gunzi" userId="41a30d14-40e4-4cae-bd0a-ce9e51e34c46" providerId="ADAL" clId="{E5A03375-E83D-4F99-81D0-C4D19F3F5752}" dt="2023-10-09T11:29:58.134" v="12495" actId="947"/>
          <ac:spMkLst>
            <pc:docMk/>
            <pc:sldMk cId="4186042533" sldId="464"/>
            <ac:spMk id="14" creationId="{7DC6D9C8-5FAF-A52A-F49A-3CFAF1C00E12}"/>
          </ac:spMkLst>
        </pc:spChg>
      </pc:sldChg>
      <pc:sldChg chg="modSp mod">
        <pc:chgData name="Arnaldo Satoru Gunzi" userId="41a30d14-40e4-4cae-bd0a-ce9e51e34c46" providerId="ADAL" clId="{E5A03375-E83D-4F99-81D0-C4D19F3F5752}" dt="2023-10-09T11:33:34.570" v="12816" actId="113"/>
        <pc:sldMkLst>
          <pc:docMk/>
          <pc:sldMk cId="98816571" sldId="465"/>
        </pc:sldMkLst>
        <pc:spChg chg="mod">
          <ac:chgData name="Arnaldo Satoru Gunzi" userId="41a30d14-40e4-4cae-bd0a-ce9e51e34c46" providerId="ADAL" clId="{E5A03375-E83D-4F99-81D0-C4D19F3F5752}" dt="2023-10-09T11:33:34.570" v="12816" actId="113"/>
          <ac:spMkLst>
            <pc:docMk/>
            <pc:sldMk cId="98816571" sldId="465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E5A03375-E83D-4F99-81D0-C4D19F3F5752}" dt="2023-10-09T11:29:58.119" v="12483" actId="947"/>
          <ac:spMkLst>
            <pc:docMk/>
            <pc:sldMk cId="98816571" sldId="465"/>
            <ac:spMk id="7" creationId="{00000000-0000-0000-0000-000000000000}"/>
          </ac:spMkLst>
        </pc:spChg>
        <pc:picChg chg="mod">
          <ac:chgData name="Arnaldo Satoru Gunzi" userId="41a30d14-40e4-4cae-bd0a-ce9e51e34c46" providerId="ADAL" clId="{E5A03375-E83D-4F99-81D0-C4D19F3F5752}" dt="2023-10-09T11:33:23.186" v="12814" actId="1076"/>
          <ac:picMkLst>
            <pc:docMk/>
            <pc:sldMk cId="98816571" sldId="465"/>
            <ac:picMk id="8" creationId="{B79B5E45-BEDE-E135-011A-F5A5E350245B}"/>
          </ac:picMkLst>
        </pc:picChg>
      </pc:sldChg>
      <pc:sldChg chg="addSp modSp mod">
        <pc:chgData name="Arnaldo Satoru Gunzi" userId="41a30d14-40e4-4cae-bd0a-ce9e51e34c46" providerId="ADAL" clId="{E5A03375-E83D-4F99-81D0-C4D19F3F5752}" dt="2023-10-09T11:33:14.391" v="12812" actId="14100"/>
        <pc:sldMkLst>
          <pc:docMk/>
          <pc:sldMk cId="2921115787" sldId="466"/>
        </pc:sldMkLst>
        <pc:spChg chg="add mod">
          <ac:chgData name="Arnaldo Satoru Gunzi" userId="41a30d14-40e4-4cae-bd0a-ce9e51e34c46" providerId="ADAL" clId="{E5A03375-E83D-4F99-81D0-C4D19F3F5752}" dt="2023-10-09T11:29:58.147" v="12513" actId="947"/>
          <ac:spMkLst>
            <pc:docMk/>
            <pc:sldMk cId="2921115787" sldId="466"/>
            <ac:spMk id="2" creationId="{A3FDD558-BD66-2A16-48FA-0E511B1B18F5}"/>
          </ac:spMkLst>
        </pc:spChg>
        <pc:spChg chg="mod">
          <ac:chgData name="Arnaldo Satoru Gunzi" userId="41a30d14-40e4-4cae-bd0a-ce9e51e34c46" providerId="ADAL" clId="{E5A03375-E83D-4F99-81D0-C4D19F3F5752}" dt="2023-10-09T11:29:58.142" v="12507" actId="947"/>
          <ac:spMkLst>
            <pc:docMk/>
            <pc:sldMk cId="2921115787" sldId="466"/>
            <ac:spMk id="6" creationId="{B29A877E-60E9-2521-8AC3-CBE68A1BD6B3}"/>
          </ac:spMkLst>
        </pc:spChg>
        <pc:spChg chg="mod">
          <ac:chgData name="Arnaldo Satoru Gunzi" userId="41a30d14-40e4-4cae-bd0a-ce9e51e34c46" providerId="ADAL" clId="{E5A03375-E83D-4F99-81D0-C4D19F3F5752}" dt="2023-10-09T11:29:58.137" v="12499" actId="947"/>
          <ac:spMkLst>
            <pc:docMk/>
            <pc:sldMk cId="2921115787" sldId="466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143" v="12509" actId="947"/>
          <ac:spMkLst>
            <pc:docMk/>
            <pc:sldMk cId="2921115787" sldId="466"/>
            <ac:spMk id="8" creationId="{43421BD4-3CBB-C949-1D5D-ABFD6EFFC9E7}"/>
          </ac:spMkLst>
        </pc:spChg>
        <pc:spChg chg="mod">
          <ac:chgData name="Arnaldo Satoru Gunzi" userId="41a30d14-40e4-4cae-bd0a-ce9e51e34c46" providerId="ADAL" clId="{E5A03375-E83D-4F99-81D0-C4D19F3F5752}" dt="2023-10-09T11:33:14.391" v="12812" actId="14100"/>
          <ac:spMkLst>
            <pc:docMk/>
            <pc:sldMk cId="2921115787" sldId="466"/>
            <ac:spMk id="9" creationId="{33D74579-DA7C-9F71-F2B2-077F80A5329B}"/>
          </ac:spMkLst>
        </pc:spChg>
        <pc:spChg chg="add mod">
          <ac:chgData name="Arnaldo Satoru Gunzi" userId="41a30d14-40e4-4cae-bd0a-ce9e51e34c46" providerId="ADAL" clId="{E5A03375-E83D-4F99-81D0-C4D19F3F5752}" dt="2023-10-09T11:29:58.148" v="12515" actId="947"/>
          <ac:spMkLst>
            <pc:docMk/>
            <pc:sldMk cId="2921115787" sldId="466"/>
            <ac:spMk id="10" creationId="{DFF3005A-51DD-AA20-719C-34D3AE1D2DB3}"/>
          </ac:spMkLst>
        </pc:spChg>
        <pc:spChg chg="mod">
          <ac:chgData name="Arnaldo Satoru Gunzi" userId="41a30d14-40e4-4cae-bd0a-ce9e51e34c46" providerId="ADAL" clId="{E5A03375-E83D-4F99-81D0-C4D19F3F5752}" dt="2023-10-09T11:29:58.138" v="12501" actId="947"/>
          <ac:spMkLst>
            <pc:docMk/>
            <pc:sldMk cId="2921115787" sldId="466"/>
            <ac:spMk id="12" creationId="{0613ADB8-43EC-E8E6-5DAF-21E88CDA09E6}"/>
          </ac:spMkLst>
        </pc:spChg>
        <pc:spChg chg="mod">
          <ac:chgData name="Arnaldo Satoru Gunzi" userId="41a30d14-40e4-4cae-bd0a-ce9e51e34c46" providerId="ADAL" clId="{E5A03375-E83D-4F99-81D0-C4D19F3F5752}" dt="2023-10-09T11:29:58.140" v="12503" actId="947"/>
          <ac:spMkLst>
            <pc:docMk/>
            <pc:sldMk cId="2921115787" sldId="466"/>
            <ac:spMk id="13" creationId="{A55DE08E-2E3A-1AC2-C69B-2B53098D7CAD}"/>
          </ac:spMkLst>
        </pc:spChg>
        <pc:spChg chg="mod">
          <ac:chgData name="Arnaldo Satoru Gunzi" userId="41a30d14-40e4-4cae-bd0a-ce9e51e34c46" providerId="ADAL" clId="{E5A03375-E83D-4F99-81D0-C4D19F3F5752}" dt="2023-10-09T11:33:14.391" v="12812" actId="14100"/>
          <ac:spMkLst>
            <pc:docMk/>
            <pc:sldMk cId="2921115787" sldId="466"/>
            <ac:spMk id="14" creationId="{7DC6D9C8-5FAF-A52A-F49A-3CFAF1C00E12}"/>
          </ac:spMkLst>
        </pc:spChg>
      </pc:sldChg>
      <pc:sldChg chg="modSp mod">
        <pc:chgData name="Arnaldo Satoru Gunzi" userId="41a30d14-40e4-4cae-bd0a-ce9e51e34c46" providerId="ADAL" clId="{E5A03375-E83D-4F99-81D0-C4D19F3F5752}" dt="2023-10-09T11:33:07.295" v="12811" actId="12"/>
        <pc:sldMkLst>
          <pc:docMk/>
          <pc:sldMk cId="3022940940" sldId="467"/>
        </pc:sldMkLst>
        <pc:spChg chg="mod">
          <ac:chgData name="Arnaldo Satoru Gunzi" userId="41a30d14-40e4-4cae-bd0a-ce9e51e34c46" providerId="ADAL" clId="{E5A03375-E83D-4F99-81D0-C4D19F3F5752}" dt="2023-10-09T11:33:07.295" v="12811" actId="12"/>
          <ac:spMkLst>
            <pc:docMk/>
            <pc:sldMk cId="3022940940" sldId="467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E5A03375-E83D-4F99-81D0-C4D19F3F5752}" dt="2023-10-09T11:29:58.149" v="12517" actId="947"/>
          <ac:spMkLst>
            <pc:docMk/>
            <pc:sldMk cId="3022940940" sldId="467"/>
            <ac:spMk id="7" creationId="{00000000-0000-0000-0000-000000000000}"/>
          </ac:spMkLst>
        </pc:spChg>
      </pc:sldChg>
      <pc:sldChg chg="modSp add mod">
        <pc:chgData name="Arnaldo Satoru Gunzi" userId="41a30d14-40e4-4cae-bd0a-ce9e51e34c46" providerId="ADAL" clId="{E5A03375-E83D-4F99-81D0-C4D19F3F5752}" dt="2023-10-09T11:32:46.898" v="12804" actId="20577"/>
        <pc:sldMkLst>
          <pc:docMk/>
          <pc:sldMk cId="992032731" sldId="468"/>
        </pc:sldMkLst>
        <pc:spChg chg="mod">
          <ac:chgData name="Arnaldo Satoru Gunzi" userId="41a30d14-40e4-4cae-bd0a-ce9e51e34c46" providerId="ADAL" clId="{E5A03375-E83D-4F99-81D0-C4D19F3F5752}" dt="2023-10-09T11:32:46.898" v="12804" actId="20577"/>
          <ac:spMkLst>
            <pc:docMk/>
            <pc:sldMk cId="992032731" sldId="468"/>
            <ac:spMk id="2" creationId="{147F71E8-D565-7723-4BBE-4FCFF403582A}"/>
          </ac:spMkLst>
        </pc:spChg>
        <pc:spChg chg="mod">
          <ac:chgData name="Arnaldo Satoru Gunzi" userId="41a30d14-40e4-4cae-bd0a-ce9e51e34c46" providerId="ADAL" clId="{E5A03375-E83D-4F99-81D0-C4D19F3F5752}" dt="2023-10-09T11:32:41.339" v="12800" actId="1076"/>
          <ac:spMkLst>
            <pc:docMk/>
            <pc:sldMk cId="992032731" sldId="468"/>
            <ac:spMk id="6" creationId="{612EAF9D-19FA-F21D-182B-C575499BA4D3}"/>
          </ac:spMkLst>
        </pc:spChg>
        <pc:spChg chg="mod">
          <ac:chgData name="Arnaldo Satoru Gunzi" userId="41a30d14-40e4-4cae-bd0a-ce9e51e34c46" providerId="ADAL" clId="{E5A03375-E83D-4F99-81D0-C4D19F3F5752}" dt="2023-10-09T11:29:58.165" v="12533" actId="947"/>
          <ac:spMkLst>
            <pc:docMk/>
            <pc:sldMk cId="992032731" sldId="468"/>
            <ac:spMk id="7" creationId="{00000000-0000-0000-0000-000000000000}"/>
          </ac:spMkLst>
        </pc:spChg>
      </pc:sldChg>
      <pc:sldChg chg="modSp add mod">
        <pc:chgData name="Arnaldo Satoru Gunzi" userId="41a30d14-40e4-4cae-bd0a-ce9e51e34c46" providerId="ADAL" clId="{E5A03375-E83D-4F99-81D0-C4D19F3F5752}" dt="2023-10-09T11:32:53.951" v="12807" actId="20577"/>
        <pc:sldMkLst>
          <pc:docMk/>
          <pc:sldMk cId="551399846" sldId="469"/>
        </pc:sldMkLst>
        <pc:spChg chg="mod">
          <ac:chgData name="Arnaldo Satoru Gunzi" userId="41a30d14-40e4-4cae-bd0a-ce9e51e34c46" providerId="ADAL" clId="{E5A03375-E83D-4F99-81D0-C4D19F3F5752}" dt="2023-10-09T11:32:53.951" v="12807" actId="20577"/>
          <ac:spMkLst>
            <pc:docMk/>
            <pc:sldMk cId="551399846" sldId="469"/>
            <ac:spMk id="2" creationId="{147F71E8-D565-7723-4BBE-4FCFF403582A}"/>
          </ac:spMkLst>
        </pc:spChg>
        <pc:spChg chg="mod">
          <ac:chgData name="Arnaldo Satoru Gunzi" userId="41a30d14-40e4-4cae-bd0a-ce9e51e34c46" providerId="ADAL" clId="{E5A03375-E83D-4F99-81D0-C4D19F3F5752}" dt="2023-10-09T11:29:58.164" v="12531" actId="947"/>
          <ac:spMkLst>
            <pc:docMk/>
            <pc:sldMk cId="551399846" sldId="469"/>
            <ac:spMk id="6" creationId="{612EAF9D-19FA-F21D-182B-C575499BA4D3}"/>
          </ac:spMkLst>
        </pc:spChg>
        <pc:spChg chg="mod">
          <ac:chgData name="Arnaldo Satoru Gunzi" userId="41a30d14-40e4-4cae-bd0a-ce9e51e34c46" providerId="ADAL" clId="{E5A03375-E83D-4F99-81D0-C4D19F3F5752}" dt="2023-10-09T11:29:58.159" v="12527" actId="947"/>
          <ac:spMkLst>
            <pc:docMk/>
            <pc:sldMk cId="551399846" sldId="469"/>
            <ac:spMk id="7" creationId="{00000000-0000-0000-0000-000000000000}"/>
          </ac:spMkLst>
        </pc:spChg>
      </pc:sldChg>
      <pc:sldChg chg="modSp add mod ord">
        <pc:chgData name="Arnaldo Satoru Gunzi" userId="41a30d14-40e4-4cae-bd0a-ce9e51e34c46" providerId="ADAL" clId="{E5A03375-E83D-4F99-81D0-C4D19F3F5752}" dt="2023-10-09T11:29:58.175" v="12543" actId="947"/>
        <pc:sldMkLst>
          <pc:docMk/>
          <pc:sldMk cId="2197414684" sldId="470"/>
        </pc:sldMkLst>
        <pc:spChg chg="mod">
          <ac:chgData name="Arnaldo Satoru Gunzi" userId="41a30d14-40e4-4cae-bd0a-ce9e51e34c46" providerId="ADAL" clId="{E5A03375-E83D-4F99-81D0-C4D19F3F5752}" dt="2023-10-09T11:29:58.174" v="12541" actId="947"/>
          <ac:spMkLst>
            <pc:docMk/>
            <pc:sldMk cId="2197414684" sldId="470"/>
            <ac:spMk id="5" creationId="{32F65F60-EDEA-D963-8214-35427D087105}"/>
          </ac:spMkLst>
        </pc:spChg>
        <pc:spChg chg="mod">
          <ac:chgData name="Arnaldo Satoru Gunzi" userId="41a30d14-40e4-4cae-bd0a-ce9e51e34c46" providerId="ADAL" clId="{E5A03375-E83D-4F99-81D0-C4D19F3F5752}" dt="2023-10-09T11:29:58.175" v="12543" actId="947"/>
          <ac:spMkLst>
            <pc:docMk/>
            <pc:sldMk cId="2197414684" sldId="470"/>
            <ac:spMk id="6" creationId="{0B402C09-5650-04D0-4277-97D0906556F1}"/>
          </ac:spMkLst>
        </pc:spChg>
        <pc:spChg chg="mod">
          <ac:chgData name="Arnaldo Satoru Gunzi" userId="41a30d14-40e4-4cae-bd0a-ce9e51e34c46" providerId="ADAL" clId="{E5A03375-E83D-4F99-81D0-C4D19F3F5752}" dt="2023-10-09T11:29:58.173" v="12539" actId="947"/>
          <ac:spMkLst>
            <pc:docMk/>
            <pc:sldMk cId="2197414684" sldId="470"/>
            <ac:spMk id="7" creationId="{00000000-0000-0000-0000-000000000000}"/>
          </ac:spMkLst>
        </pc:spChg>
      </pc:sldChg>
      <pc:sldChg chg="addSp delSp modSp add mod ord">
        <pc:chgData name="Arnaldo Satoru Gunzi" userId="41a30d14-40e4-4cae-bd0a-ce9e51e34c46" providerId="ADAL" clId="{E5A03375-E83D-4F99-81D0-C4D19F3F5752}" dt="2023-10-09T11:29:58.191" v="12567" actId="947"/>
        <pc:sldMkLst>
          <pc:docMk/>
          <pc:sldMk cId="1967966094" sldId="471"/>
        </pc:sldMkLst>
        <pc:spChg chg="add del mod">
          <ac:chgData name="Arnaldo Satoru Gunzi" userId="41a30d14-40e4-4cae-bd0a-ce9e51e34c46" providerId="ADAL" clId="{E5A03375-E83D-4F99-81D0-C4D19F3F5752}" dt="2023-10-06T21:59:45.035" v="5896" actId="478"/>
          <ac:spMkLst>
            <pc:docMk/>
            <pc:sldMk cId="1967966094" sldId="471"/>
            <ac:spMk id="5" creationId="{D5780A2B-8BC6-2280-E6B9-CD77A77E5BA0}"/>
          </ac:spMkLst>
        </pc:spChg>
        <pc:spChg chg="mod">
          <ac:chgData name="Arnaldo Satoru Gunzi" userId="41a30d14-40e4-4cae-bd0a-ce9e51e34c46" providerId="ADAL" clId="{E5A03375-E83D-4F99-81D0-C4D19F3F5752}" dt="2023-10-09T11:29:58.184" v="12559" actId="947"/>
          <ac:spMkLst>
            <pc:docMk/>
            <pc:sldMk cId="1967966094" sldId="471"/>
            <ac:spMk id="6" creationId="{0B402C09-5650-04D0-4277-97D0906556F1}"/>
          </ac:spMkLst>
        </pc:spChg>
        <pc:spChg chg="mod">
          <ac:chgData name="Arnaldo Satoru Gunzi" userId="41a30d14-40e4-4cae-bd0a-ce9e51e34c46" providerId="ADAL" clId="{E5A03375-E83D-4F99-81D0-C4D19F3F5752}" dt="2023-10-09T11:29:58.183" v="12557" actId="947"/>
          <ac:spMkLst>
            <pc:docMk/>
            <pc:sldMk cId="1967966094" sldId="471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186" v="12561" actId="947"/>
          <ac:spMkLst>
            <pc:docMk/>
            <pc:sldMk cId="1967966094" sldId="471"/>
            <ac:spMk id="9" creationId="{1AAC4597-4513-09CF-36CF-F62085059362}"/>
          </ac:spMkLst>
        </pc:spChg>
        <pc:spChg chg="mod">
          <ac:chgData name="Arnaldo Satoru Gunzi" userId="41a30d14-40e4-4cae-bd0a-ce9e51e34c46" providerId="ADAL" clId="{E5A03375-E83D-4F99-81D0-C4D19F3F5752}" dt="2023-10-09T11:29:58.189" v="12563" actId="947"/>
          <ac:spMkLst>
            <pc:docMk/>
            <pc:sldMk cId="1967966094" sldId="471"/>
            <ac:spMk id="10" creationId="{D4EFB980-2F58-76D7-807F-7DE7DCD3F7AA}"/>
          </ac:spMkLst>
        </pc:spChg>
        <pc:spChg chg="mod">
          <ac:chgData name="Arnaldo Satoru Gunzi" userId="41a30d14-40e4-4cae-bd0a-ce9e51e34c46" providerId="ADAL" clId="{E5A03375-E83D-4F99-81D0-C4D19F3F5752}" dt="2023-10-09T11:29:58.190" v="12565" actId="947"/>
          <ac:spMkLst>
            <pc:docMk/>
            <pc:sldMk cId="1967966094" sldId="471"/>
            <ac:spMk id="11" creationId="{7F5D95FB-0D07-790C-3E55-D3D3F2E50B07}"/>
          </ac:spMkLst>
        </pc:spChg>
        <pc:spChg chg="mod">
          <ac:chgData name="Arnaldo Satoru Gunzi" userId="41a30d14-40e4-4cae-bd0a-ce9e51e34c46" providerId="ADAL" clId="{E5A03375-E83D-4F99-81D0-C4D19F3F5752}" dt="2023-10-09T11:29:58.191" v="12567" actId="947"/>
          <ac:spMkLst>
            <pc:docMk/>
            <pc:sldMk cId="1967966094" sldId="471"/>
            <ac:spMk id="12" creationId="{557EEDB9-F443-6E2D-053A-810445A13B64}"/>
          </ac:spMkLst>
        </pc:spChg>
        <pc:cxnChg chg="add mod">
          <ac:chgData name="Arnaldo Satoru Gunzi" userId="41a30d14-40e4-4cae-bd0a-ce9e51e34c46" providerId="ADAL" clId="{E5A03375-E83D-4F99-81D0-C4D19F3F5752}" dt="2023-10-06T23:08:55.531" v="6585" actId="14100"/>
          <ac:cxnSpMkLst>
            <pc:docMk/>
            <pc:sldMk cId="1967966094" sldId="471"/>
            <ac:cxnSpMk id="13" creationId="{4516EC53-DE16-4F24-1B34-41B3C7A05A9F}"/>
          </ac:cxnSpMkLst>
        </pc:cxnChg>
      </pc:sldChg>
      <pc:sldChg chg="modSp add mod">
        <pc:chgData name="Arnaldo Satoru Gunzi" userId="41a30d14-40e4-4cae-bd0a-ce9e51e34c46" providerId="ADAL" clId="{E5A03375-E83D-4F99-81D0-C4D19F3F5752}" dt="2023-10-09T11:29:58.182" v="12555" actId="947"/>
        <pc:sldMkLst>
          <pc:docMk/>
          <pc:sldMk cId="570233113" sldId="472"/>
        </pc:sldMkLst>
        <pc:spChg chg="mod">
          <ac:chgData name="Arnaldo Satoru Gunzi" userId="41a30d14-40e4-4cae-bd0a-ce9e51e34c46" providerId="ADAL" clId="{E5A03375-E83D-4F99-81D0-C4D19F3F5752}" dt="2023-10-09T11:29:58.177" v="12547" actId="947"/>
          <ac:spMkLst>
            <pc:docMk/>
            <pc:sldMk cId="570233113" sldId="472"/>
            <ac:spMk id="6" creationId="{0B402C09-5650-04D0-4277-97D0906556F1}"/>
          </ac:spMkLst>
        </pc:spChg>
        <pc:spChg chg="mod">
          <ac:chgData name="Arnaldo Satoru Gunzi" userId="41a30d14-40e4-4cae-bd0a-ce9e51e34c46" providerId="ADAL" clId="{E5A03375-E83D-4F99-81D0-C4D19F3F5752}" dt="2023-10-09T11:29:58.176" v="12545" actId="947"/>
          <ac:spMkLst>
            <pc:docMk/>
            <pc:sldMk cId="570233113" sldId="472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179" v="12549" actId="947"/>
          <ac:spMkLst>
            <pc:docMk/>
            <pc:sldMk cId="570233113" sldId="472"/>
            <ac:spMk id="9" creationId="{1AAC4597-4513-09CF-36CF-F62085059362}"/>
          </ac:spMkLst>
        </pc:spChg>
        <pc:spChg chg="mod">
          <ac:chgData name="Arnaldo Satoru Gunzi" userId="41a30d14-40e4-4cae-bd0a-ce9e51e34c46" providerId="ADAL" clId="{E5A03375-E83D-4F99-81D0-C4D19F3F5752}" dt="2023-10-09T11:29:58.180" v="12551" actId="947"/>
          <ac:spMkLst>
            <pc:docMk/>
            <pc:sldMk cId="570233113" sldId="472"/>
            <ac:spMk id="10" creationId="{D4EFB980-2F58-76D7-807F-7DE7DCD3F7AA}"/>
          </ac:spMkLst>
        </pc:spChg>
        <pc:spChg chg="mod">
          <ac:chgData name="Arnaldo Satoru Gunzi" userId="41a30d14-40e4-4cae-bd0a-ce9e51e34c46" providerId="ADAL" clId="{E5A03375-E83D-4F99-81D0-C4D19F3F5752}" dt="2023-10-09T11:29:58.181" v="12553" actId="947"/>
          <ac:spMkLst>
            <pc:docMk/>
            <pc:sldMk cId="570233113" sldId="472"/>
            <ac:spMk id="11" creationId="{7F5D95FB-0D07-790C-3E55-D3D3F2E50B07}"/>
          </ac:spMkLst>
        </pc:spChg>
        <pc:spChg chg="mod">
          <ac:chgData name="Arnaldo Satoru Gunzi" userId="41a30d14-40e4-4cae-bd0a-ce9e51e34c46" providerId="ADAL" clId="{E5A03375-E83D-4F99-81D0-C4D19F3F5752}" dt="2023-10-09T11:29:58.182" v="12555" actId="947"/>
          <ac:spMkLst>
            <pc:docMk/>
            <pc:sldMk cId="570233113" sldId="472"/>
            <ac:spMk id="12" creationId="{557EEDB9-F443-6E2D-053A-810445A13B64}"/>
          </ac:spMkLst>
        </pc:spChg>
      </pc:sldChg>
      <pc:sldChg chg="modSp add del mod">
        <pc:chgData name="Arnaldo Satoru Gunzi" userId="41a30d14-40e4-4cae-bd0a-ce9e51e34c46" providerId="ADAL" clId="{E5A03375-E83D-4F99-81D0-C4D19F3F5752}" dt="2023-10-07T04:46:19.147" v="7788" actId="47"/>
        <pc:sldMkLst>
          <pc:docMk/>
          <pc:sldMk cId="2055764830" sldId="473"/>
        </pc:sldMkLst>
        <pc:spChg chg="mod">
          <ac:chgData name="Arnaldo Satoru Gunzi" userId="41a30d14-40e4-4cae-bd0a-ce9e51e34c46" providerId="ADAL" clId="{E5A03375-E83D-4F99-81D0-C4D19F3F5752}" dt="2023-10-06T22:05:37.296" v="6529" actId="20577"/>
          <ac:spMkLst>
            <pc:docMk/>
            <pc:sldMk cId="2055764830" sldId="473"/>
            <ac:spMk id="2" creationId="{B8304D8B-CBCB-F7BB-C3B6-1A4432DA5EEF}"/>
          </ac:spMkLst>
        </pc:spChg>
      </pc:sldChg>
      <pc:sldChg chg="addSp modSp add mod">
        <pc:chgData name="Arnaldo Satoru Gunzi" userId="41a30d14-40e4-4cae-bd0a-ce9e51e34c46" providerId="ADAL" clId="{E5A03375-E83D-4F99-81D0-C4D19F3F5752}" dt="2023-10-09T11:29:58.289" v="12703" actId="947"/>
        <pc:sldMkLst>
          <pc:docMk/>
          <pc:sldMk cId="1913723425" sldId="474"/>
        </pc:sldMkLst>
        <pc:spChg chg="mod">
          <ac:chgData name="Arnaldo Satoru Gunzi" userId="41a30d14-40e4-4cae-bd0a-ce9e51e34c46" providerId="ADAL" clId="{E5A03375-E83D-4F99-81D0-C4D19F3F5752}" dt="2023-10-09T11:29:58.289" v="12703" actId="947"/>
          <ac:spMkLst>
            <pc:docMk/>
            <pc:sldMk cId="1913723425" sldId="474"/>
            <ac:spMk id="2" creationId="{B8304D8B-CBCB-F7BB-C3B6-1A4432DA5EEF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5" creationId="{AA61838F-FF45-BC95-B9DC-C10832F8A658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6" creationId="{EA9DB6E9-79CF-A7C9-3DE6-8A8FD1BA5F8B}"/>
          </ac:spMkLst>
        </pc:spChg>
        <pc:spChg chg="mod">
          <ac:chgData name="Arnaldo Satoru Gunzi" userId="41a30d14-40e4-4cae-bd0a-ce9e51e34c46" providerId="ADAL" clId="{E5A03375-E83D-4F99-81D0-C4D19F3F5752}" dt="2023-10-09T11:29:58.287" v="12701" actId="947"/>
          <ac:spMkLst>
            <pc:docMk/>
            <pc:sldMk cId="1913723425" sldId="47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8" creationId="{36893C24-6BCF-03D1-AD72-11407EAD254C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9" creationId="{3FA5650D-84BC-524B-4C10-3756C53A136A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10" creationId="{04BE1BDC-E634-2604-1510-6EA546CCA229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11" creationId="{F8432260-76EB-3C4B-24F6-B141162D848F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12" creationId="{258EC441-0A00-60C9-F666-2BD2F2254ECB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13" creationId="{1A680E40-4E0B-B272-57D0-7003CEB91FC2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14" creationId="{F980AA92-97E2-0943-69C6-8C49003206D1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15" creationId="{2FCEAB2A-E450-F823-FE4C-62CEE6DDFEA6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16" creationId="{299E5ABC-FB73-B2B2-22A6-24B3FF024791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17" creationId="{22CB2BC4-4DFD-CB29-C51A-7FE983AC8F8C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18" creationId="{CA4794D5-255A-EF02-10F1-FE410F2C9278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19" creationId="{C8619062-4CAB-11B9-8086-220C9D513A81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20" creationId="{B4A86502-0984-6BC0-4CB1-52D57FADE1E2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21" creationId="{8B916A66-D58F-0DBA-F061-5B24396BA743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22" creationId="{DC26A5FE-A756-5A2E-D919-80A34B036EB9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23" creationId="{CA32F1C2-501F-8FF7-D436-513BEC175DAF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24" creationId="{C02DE9E0-46E8-BABA-5E36-24F99538DBC0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25" creationId="{164C2115-7B28-A6CF-43DD-64C061DEF535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26" creationId="{8E347117-8BDC-E013-EE76-09CD7F108168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27" creationId="{87001757-6E02-4015-F182-98238FB62471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28" creationId="{98973687-1E9E-01A9-8FCF-D77BE145607F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29" creationId="{E1C004EA-09E1-A5ED-CBC1-BF7222C0D9DF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30" creationId="{F697C3BD-5132-E3AA-E2F8-2B3D0A43EB7D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31" creationId="{0270709D-F5EB-8746-C6C8-12CB53EF16E6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32" creationId="{B0115F04-1319-C926-2885-D84451F122A3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33" creationId="{61D92379-C645-50B9-C50D-A12F457E91DE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34" creationId="{CB254662-27C4-5912-DD67-7DBB6F1B3A46}"/>
          </ac:spMkLst>
        </pc:spChg>
        <pc:spChg chg="mod">
          <ac:chgData name="Arnaldo Satoru Gunzi" userId="41a30d14-40e4-4cae-bd0a-ce9e51e34c46" providerId="ADAL" clId="{E5A03375-E83D-4F99-81D0-C4D19F3F5752}" dt="2023-10-06T22:07:29.309" v="6582" actId="404"/>
          <ac:spMkLst>
            <pc:docMk/>
            <pc:sldMk cId="1913723425" sldId="474"/>
            <ac:spMk id="35" creationId="{3A673A86-6390-5765-0B9F-ABFD5E76E3FF}"/>
          </ac:spMkLst>
        </pc:spChg>
        <pc:grpChg chg="add mod">
          <ac:chgData name="Arnaldo Satoru Gunzi" userId="41a30d14-40e4-4cae-bd0a-ce9e51e34c46" providerId="ADAL" clId="{E5A03375-E83D-4F99-81D0-C4D19F3F5752}" dt="2023-10-06T22:07:35.765" v="6584" actId="14100"/>
          <ac:grpSpMkLst>
            <pc:docMk/>
            <pc:sldMk cId="1913723425" sldId="474"/>
            <ac:grpSpMk id="4" creationId="{82CD4C0C-9C85-3208-C6A7-4502DF8AD5CC}"/>
          </ac:grpSpMkLst>
        </pc:grpChg>
      </pc:sldChg>
      <pc:sldChg chg="addSp modSp add mod">
        <pc:chgData name="Arnaldo Satoru Gunzi" userId="41a30d14-40e4-4cae-bd0a-ce9e51e34c46" providerId="ADAL" clId="{E5A03375-E83D-4F99-81D0-C4D19F3F5752}" dt="2023-10-09T11:29:58.198" v="12581" actId="947"/>
        <pc:sldMkLst>
          <pc:docMk/>
          <pc:sldMk cId="2474270861" sldId="475"/>
        </pc:sldMkLst>
        <pc:spChg chg="add mod">
          <ac:chgData name="Arnaldo Satoru Gunzi" userId="41a30d14-40e4-4cae-bd0a-ce9e51e34c46" providerId="ADAL" clId="{E5A03375-E83D-4F99-81D0-C4D19F3F5752}" dt="2023-10-09T11:29:58.198" v="12581" actId="947"/>
          <ac:spMkLst>
            <pc:docMk/>
            <pc:sldMk cId="2474270861" sldId="475"/>
            <ac:spMk id="4" creationId="{6A914BAA-66EB-CF99-2E43-3A906C4A055D}"/>
          </ac:spMkLst>
        </pc:spChg>
        <pc:spChg chg="mod">
          <ac:chgData name="Arnaldo Satoru Gunzi" userId="41a30d14-40e4-4cae-bd0a-ce9e51e34c46" providerId="ADAL" clId="{E5A03375-E83D-4F99-81D0-C4D19F3F5752}" dt="2023-10-09T11:29:58.193" v="12571" actId="947"/>
          <ac:spMkLst>
            <pc:docMk/>
            <pc:sldMk cId="2474270861" sldId="475"/>
            <ac:spMk id="6" creationId="{0B402C09-5650-04D0-4277-97D0906556F1}"/>
          </ac:spMkLst>
        </pc:spChg>
        <pc:spChg chg="mod">
          <ac:chgData name="Arnaldo Satoru Gunzi" userId="41a30d14-40e4-4cae-bd0a-ce9e51e34c46" providerId="ADAL" clId="{E5A03375-E83D-4F99-81D0-C4D19F3F5752}" dt="2023-10-09T11:29:58.192" v="12569" actId="947"/>
          <ac:spMkLst>
            <pc:docMk/>
            <pc:sldMk cId="2474270861" sldId="475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194" v="12573" actId="947"/>
          <ac:spMkLst>
            <pc:docMk/>
            <pc:sldMk cId="2474270861" sldId="475"/>
            <ac:spMk id="9" creationId="{1AAC4597-4513-09CF-36CF-F62085059362}"/>
          </ac:spMkLst>
        </pc:spChg>
        <pc:spChg chg="mod">
          <ac:chgData name="Arnaldo Satoru Gunzi" userId="41a30d14-40e4-4cae-bd0a-ce9e51e34c46" providerId="ADAL" clId="{E5A03375-E83D-4F99-81D0-C4D19F3F5752}" dt="2023-10-09T11:29:58.195" v="12575" actId="947"/>
          <ac:spMkLst>
            <pc:docMk/>
            <pc:sldMk cId="2474270861" sldId="475"/>
            <ac:spMk id="10" creationId="{D4EFB980-2F58-76D7-807F-7DE7DCD3F7AA}"/>
          </ac:spMkLst>
        </pc:spChg>
        <pc:spChg chg="mod">
          <ac:chgData name="Arnaldo Satoru Gunzi" userId="41a30d14-40e4-4cae-bd0a-ce9e51e34c46" providerId="ADAL" clId="{E5A03375-E83D-4F99-81D0-C4D19F3F5752}" dt="2023-10-09T11:29:58.196" v="12577" actId="947"/>
          <ac:spMkLst>
            <pc:docMk/>
            <pc:sldMk cId="2474270861" sldId="475"/>
            <ac:spMk id="11" creationId="{7F5D95FB-0D07-790C-3E55-D3D3F2E50B07}"/>
          </ac:spMkLst>
        </pc:spChg>
        <pc:spChg chg="mod">
          <ac:chgData name="Arnaldo Satoru Gunzi" userId="41a30d14-40e4-4cae-bd0a-ce9e51e34c46" providerId="ADAL" clId="{E5A03375-E83D-4F99-81D0-C4D19F3F5752}" dt="2023-10-09T11:29:58.197" v="12579" actId="947"/>
          <ac:spMkLst>
            <pc:docMk/>
            <pc:sldMk cId="2474270861" sldId="475"/>
            <ac:spMk id="12" creationId="{557EEDB9-F443-6E2D-053A-810445A13B64}"/>
          </ac:spMkLst>
        </pc:spChg>
      </pc:sldChg>
      <pc:sldChg chg="addSp delSp modSp add mod">
        <pc:chgData name="Arnaldo Satoru Gunzi" userId="41a30d14-40e4-4cae-bd0a-ce9e51e34c46" providerId="ADAL" clId="{E5A03375-E83D-4F99-81D0-C4D19F3F5752}" dt="2023-10-09T11:32:19.478" v="12797" actId="14100"/>
        <pc:sldMkLst>
          <pc:docMk/>
          <pc:sldMk cId="10876491" sldId="476"/>
        </pc:sldMkLst>
        <pc:spChg chg="mod">
          <ac:chgData name="Arnaldo Satoru Gunzi" userId="41a30d14-40e4-4cae-bd0a-ce9e51e34c46" providerId="ADAL" clId="{E5A03375-E83D-4F99-81D0-C4D19F3F5752}" dt="2023-10-06T23:22:39.443" v="6881" actId="20577"/>
          <ac:spMkLst>
            <pc:docMk/>
            <pc:sldMk cId="10876491" sldId="476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E5A03375-E83D-4F99-81D0-C4D19F3F5752}" dt="2023-10-09T11:29:58.247" v="12649" actId="947"/>
          <ac:spMkLst>
            <pc:docMk/>
            <pc:sldMk cId="10876491" sldId="476"/>
            <ac:spMk id="5" creationId="{828D9D12-4F25-907A-DCC6-AE5627F07D21}"/>
          </ac:spMkLst>
        </pc:spChg>
        <pc:spChg chg="add mod">
          <ac:chgData name="Arnaldo Satoru Gunzi" userId="41a30d14-40e4-4cae-bd0a-ce9e51e34c46" providerId="ADAL" clId="{E5A03375-E83D-4F99-81D0-C4D19F3F5752}" dt="2023-10-09T11:29:58.248" v="12651" actId="947"/>
          <ac:spMkLst>
            <pc:docMk/>
            <pc:sldMk cId="10876491" sldId="476"/>
            <ac:spMk id="6" creationId="{78E9FFFD-D57B-757E-CC09-50E94B10305E}"/>
          </ac:spMkLst>
        </pc:spChg>
        <pc:spChg chg="mod">
          <ac:chgData name="Arnaldo Satoru Gunzi" userId="41a30d14-40e4-4cae-bd0a-ce9e51e34c46" providerId="ADAL" clId="{E5A03375-E83D-4F99-81D0-C4D19F3F5752}" dt="2023-10-09T11:29:58.244" v="12645" actId="947"/>
          <ac:spMkLst>
            <pc:docMk/>
            <pc:sldMk cId="10876491" sldId="476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32:19.478" v="12797" actId="14100"/>
          <ac:spMkLst>
            <pc:docMk/>
            <pc:sldMk cId="10876491" sldId="476"/>
            <ac:spMk id="9" creationId="{1AAC4597-4513-09CF-36CF-F62085059362}"/>
          </ac:spMkLst>
        </pc:spChg>
        <pc:picChg chg="add mod">
          <ac:chgData name="Arnaldo Satoru Gunzi" userId="41a30d14-40e4-4cae-bd0a-ce9e51e34c46" providerId="ADAL" clId="{E5A03375-E83D-4F99-81D0-C4D19F3F5752}" dt="2023-10-06T23:20:11.035" v="6778" actId="1076"/>
          <ac:picMkLst>
            <pc:docMk/>
            <pc:sldMk cId="10876491" sldId="476"/>
            <ac:picMk id="4" creationId="{F91DAF46-5A35-20C7-31D0-C46449125B15}"/>
          </ac:picMkLst>
        </pc:picChg>
        <pc:picChg chg="add mod">
          <ac:chgData name="Arnaldo Satoru Gunzi" userId="41a30d14-40e4-4cae-bd0a-ce9e51e34c46" providerId="ADAL" clId="{E5A03375-E83D-4F99-81D0-C4D19F3F5752}" dt="2023-10-06T23:21:59.156" v="6854" actId="1076"/>
          <ac:picMkLst>
            <pc:docMk/>
            <pc:sldMk cId="10876491" sldId="476"/>
            <ac:picMk id="10" creationId="{4B9CB935-7CA6-EFB4-E02E-BFF1A3BFC28F}"/>
          </ac:picMkLst>
        </pc:picChg>
        <pc:picChg chg="del">
          <ac:chgData name="Arnaldo Satoru Gunzi" userId="41a30d14-40e4-4cae-bd0a-ce9e51e34c46" providerId="ADAL" clId="{E5A03375-E83D-4F99-81D0-C4D19F3F5752}" dt="2023-10-06T23:12:00.218" v="6616" actId="478"/>
          <ac:picMkLst>
            <pc:docMk/>
            <pc:sldMk cId="10876491" sldId="476"/>
            <ac:picMk id="16" creationId="{B494E3BB-640F-B2D9-678F-D5402D1ECD37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8.328" v="12733" actId="947"/>
        <pc:sldMkLst>
          <pc:docMk/>
          <pc:sldMk cId="1963122703" sldId="477"/>
        </pc:sldMkLst>
        <pc:spChg chg="mod">
          <ac:chgData name="Arnaldo Satoru Gunzi" userId="41a30d14-40e4-4cae-bd0a-ce9e51e34c46" providerId="ADAL" clId="{E5A03375-E83D-4F99-81D0-C4D19F3F5752}" dt="2023-10-09T11:29:58.328" v="12733" actId="947"/>
          <ac:spMkLst>
            <pc:docMk/>
            <pc:sldMk cId="1963122703" sldId="477"/>
            <ac:spMk id="2" creationId="{52E2F736-C205-54CD-3535-5E4941A9229D}"/>
          </ac:spMkLst>
        </pc:spChg>
        <pc:spChg chg="del">
          <ac:chgData name="Arnaldo Satoru Gunzi" userId="41a30d14-40e4-4cae-bd0a-ce9e51e34c46" providerId="ADAL" clId="{E5A03375-E83D-4F99-81D0-C4D19F3F5752}" dt="2023-10-07T04:07:48.819" v="6883" actId="478"/>
          <ac:spMkLst>
            <pc:docMk/>
            <pc:sldMk cId="1963122703" sldId="477"/>
            <ac:spMk id="5" creationId="{B044345E-ADB1-7BBB-4823-28C5D7D7067E}"/>
          </ac:spMkLst>
        </pc:spChg>
        <pc:spChg chg="mod">
          <ac:chgData name="Arnaldo Satoru Gunzi" userId="41a30d14-40e4-4cae-bd0a-ce9e51e34c46" providerId="ADAL" clId="{E5A03375-E83D-4F99-81D0-C4D19F3F5752}" dt="2023-10-09T11:29:58.327" v="12731" actId="947"/>
          <ac:spMkLst>
            <pc:docMk/>
            <pc:sldMk cId="1963122703" sldId="477"/>
            <ac:spMk id="7" creationId="{00000000-0000-0000-0000-000000000000}"/>
          </ac:spMkLst>
        </pc:spChg>
        <pc:grpChg chg="del">
          <ac:chgData name="Arnaldo Satoru Gunzi" userId="41a30d14-40e4-4cae-bd0a-ce9e51e34c46" providerId="ADAL" clId="{E5A03375-E83D-4F99-81D0-C4D19F3F5752}" dt="2023-10-07T04:07:48.819" v="6883" actId="478"/>
          <ac:grpSpMkLst>
            <pc:docMk/>
            <pc:sldMk cId="1963122703" sldId="477"/>
            <ac:grpSpMk id="6" creationId="{DBCAF0A1-321B-2B86-5422-6074D9322991}"/>
          </ac:grpSpMkLst>
        </pc:grpChg>
        <pc:picChg chg="add mod">
          <ac:chgData name="Arnaldo Satoru Gunzi" userId="41a30d14-40e4-4cae-bd0a-ce9e51e34c46" providerId="ADAL" clId="{E5A03375-E83D-4F99-81D0-C4D19F3F5752}" dt="2023-10-07T04:09:34.235" v="6893" actId="1076"/>
          <ac:picMkLst>
            <pc:docMk/>
            <pc:sldMk cId="1963122703" sldId="477"/>
            <ac:picMk id="12" creationId="{F50D608F-73C2-CA79-440B-6AB4C96F650C}"/>
          </ac:picMkLst>
        </pc:picChg>
        <pc:picChg chg="add mod">
          <ac:chgData name="Arnaldo Satoru Gunzi" userId="41a30d14-40e4-4cae-bd0a-ce9e51e34c46" providerId="ADAL" clId="{E5A03375-E83D-4F99-81D0-C4D19F3F5752}" dt="2023-10-07T04:09:27.277" v="6889" actId="14100"/>
          <ac:picMkLst>
            <pc:docMk/>
            <pc:sldMk cId="1963122703" sldId="477"/>
            <ac:picMk id="14" creationId="{95EC9E76-E52E-75A5-2361-51AF1A45487C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8.331" v="12737" actId="947"/>
        <pc:sldMkLst>
          <pc:docMk/>
          <pc:sldMk cId="1709050638" sldId="478"/>
        </pc:sldMkLst>
        <pc:spChg chg="mod">
          <ac:chgData name="Arnaldo Satoru Gunzi" userId="41a30d14-40e4-4cae-bd0a-ce9e51e34c46" providerId="ADAL" clId="{E5A03375-E83D-4F99-81D0-C4D19F3F5752}" dt="2023-10-09T11:29:58.331" v="12737" actId="947"/>
          <ac:spMkLst>
            <pc:docMk/>
            <pc:sldMk cId="1709050638" sldId="478"/>
            <ac:spMk id="2" creationId="{52E2F736-C205-54CD-3535-5E4941A9229D}"/>
          </ac:spMkLst>
        </pc:spChg>
        <pc:spChg chg="mod">
          <ac:chgData name="Arnaldo Satoru Gunzi" userId="41a30d14-40e4-4cae-bd0a-ce9e51e34c46" providerId="ADAL" clId="{E5A03375-E83D-4F99-81D0-C4D19F3F5752}" dt="2023-10-09T11:29:58.330" v="12735" actId="947"/>
          <ac:spMkLst>
            <pc:docMk/>
            <pc:sldMk cId="1709050638" sldId="478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7T04:11:08.035" v="6921" actId="14100"/>
          <ac:picMkLst>
            <pc:docMk/>
            <pc:sldMk cId="1709050638" sldId="478"/>
            <ac:picMk id="5" creationId="{06324E65-D8B5-3D32-3DF4-01F9611BFED8}"/>
          </ac:picMkLst>
        </pc:picChg>
        <pc:picChg chg="add del">
          <ac:chgData name="Arnaldo Satoru Gunzi" userId="41a30d14-40e4-4cae-bd0a-ce9e51e34c46" providerId="ADAL" clId="{E5A03375-E83D-4F99-81D0-C4D19F3F5752}" dt="2023-10-08T11:28:28.789" v="11501" actId="478"/>
          <ac:picMkLst>
            <pc:docMk/>
            <pc:sldMk cId="1709050638" sldId="478"/>
            <ac:picMk id="6" creationId="{F347FEF8-54D7-0705-0463-2C13D0E2C9E8}"/>
          </ac:picMkLst>
        </pc:picChg>
        <pc:picChg chg="add mod">
          <ac:chgData name="Arnaldo Satoru Gunzi" userId="41a30d14-40e4-4cae-bd0a-ce9e51e34c46" providerId="ADAL" clId="{E5A03375-E83D-4F99-81D0-C4D19F3F5752}" dt="2023-10-07T04:11:10.178" v="6922" actId="14100"/>
          <ac:picMkLst>
            <pc:docMk/>
            <pc:sldMk cId="1709050638" sldId="478"/>
            <ac:picMk id="8" creationId="{B969F3F7-8C60-05DD-B9EB-0EE51B71F91C}"/>
          </ac:picMkLst>
        </pc:picChg>
        <pc:picChg chg="add del mod">
          <ac:chgData name="Arnaldo Satoru Gunzi" userId="41a30d14-40e4-4cae-bd0a-ce9e51e34c46" providerId="ADAL" clId="{E5A03375-E83D-4F99-81D0-C4D19F3F5752}" dt="2023-10-08T11:28:23.039" v="11499"/>
          <ac:picMkLst>
            <pc:docMk/>
            <pc:sldMk cId="1709050638" sldId="478"/>
            <ac:picMk id="9" creationId="{A58B20FF-36BB-B8AA-708E-6520E8196575}"/>
          </ac:picMkLst>
        </pc:picChg>
        <pc:picChg chg="del">
          <ac:chgData name="Arnaldo Satoru Gunzi" userId="41a30d14-40e4-4cae-bd0a-ce9e51e34c46" providerId="ADAL" clId="{E5A03375-E83D-4F99-81D0-C4D19F3F5752}" dt="2023-10-07T04:09:49.420" v="6911" actId="478"/>
          <ac:picMkLst>
            <pc:docMk/>
            <pc:sldMk cId="1709050638" sldId="478"/>
            <ac:picMk id="12" creationId="{F50D608F-73C2-CA79-440B-6AB4C96F650C}"/>
          </ac:picMkLst>
        </pc:picChg>
        <pc:picChg chg="del">
          <ac:chgData name="Arnaldo Satoru Gunzi" userId="41a30d14-40e4-4cae-bd0a-ce9e51e34c46" providerId="ADAL" clId="{E5A03375-E83D-4F99-81D0-C4D19F3F5752}" dt="2023-10-07T04:10:26.180" v="6912" actId="478"/>
          <ac:picMkLst>
            <pc:docMk/>
            <pc:sldMk cId="1709050638" sldId="478"/>
            <ac:picMk id="14" creationId="{95EC9E76-E52E-75A5-2361-51AF1A45487C}"/>
          </ac:picMkLst>
        </pc:picChg>
      </pc:sldChg>
      <pc:sldChg chg="addSp delSp modSp add mod ord">
        <pc:chgData name="Arnaldo Satoru Gunzi" userId="41a30d14-40e4-4cae-bd0a-ce9e51e34c46" providerId="ADAL" clId="{E5A03375-E83D-4F99-81D0-C4D19F3F5752}" dt="2023-10-09T11:31:48.717" v="12774" actId="1036"/>
        <pc:sldMkLst>
          <pc:docMk/>
          <pc:sldMk cId="3018607032" sldId="479"/>
        </pc:sldMkLst>
        <pc:spChg chg="mod">
          <ac:chgData name="Arnaldo Satoru Gunzi" userId="41a30d14-40e4-4cae-bd0a-ce9e51e34c46" providerId="ADAL" clId="{E5A03375-E83D-4F99-81D0-C4D19F3F5752}" dt="2023-10-09T11:29:58.286" v="12699" actId="947"/>
          <ac:spMkLst>
            <pc:docMk/>
            <pc:sldMk cId="3018607032" sldId="479"/>
            <ac:spMk id="2" creationId="{B8304D8B-CBCB-F7BB-C3B6-1A4432DA5EEF}"/>
          </ac:spMkLst>
        </pc:spChg>
        <pc:spChg chg="mod">
          <ac:chgData name="Arnaldo Satoru Gunzi" userId="41a30d14-40e4-4cae-bd0a-ce9e51e34c46" providerId="ADAL" clId="{E5A03375-E83D-4F99-81D0-C4D19F3F5752}" dt="2023-10-09T11:29:58.282" v="12697" actId="947"/>
          <ac:spMkLst>
            <pc:docMk/>
            <pc:sldMk cId="3018607032" sldId="479"/>
            <ac:spMk id="7" creationId="{00000000-0000-0000-0000-000000000000}"/>
          </ac:spMkLst>
        </pc:spChg>
        <pc:picChg chg="add del mod">
          <ac:chgData name="Arnaldo Satoru Gunzi" userId="41a30d14-40e4-4cae-bd0a-ce9e51e34c46" providerId="ADAL" clId="{E5A03375-E83D-4F99-81D0-C4D19F3F5752}" dt="2023-10-07T04:13:50.568" v="6947" actId="478"/>
          <ac:picMkLst>
            <pc:docMk/>
            <pc:sldMk cId="3018607032" sldId="479"/>
            <ac:picMk id="5" creationId="{D1FA09B4-EC86-9C20-3298-6DE751A5CC3F}"/>
          </ac:picMkLst>
        </pc:picChg>
        <pc:picChg chg="add mod">
          <ac:chgData name="Arnaldo Satoru Gunzi" userId="41a30d14-40e4-4cae-bd0a-ce9e51e34c46" providerId="ADAL" clId="{E5A03375-E83D-4F99-81D0-C4D19F3F5752}" dt="2023-10-09T11:31:48.717" v="12774" actId="1036"/>
          <ac:picMkLst>
            <pc:docMk/>
            <pc:sldMk cId="3018607032" sldId="479"/>
            <ac:picMk id="8" creationId="{9E96064C-5FD9-DE01-C4BA-D01A9168C557}"/>
          </ac:picMkLst>
        </pc:picChg>
        <pc:picChg chg="add mod">
          <ac:chgData name="Arnaldo Satoru Gunzi" userId="41a30d14-40e4-4cae-bd0a-ce9e51e34c46" providerId="ADAL" clId="{E5A03375-E83D-4F99-81D0-C4D19F3F5752}" dt="2023-10-09T11:31:48.717" v="12774" actId="1036"/>
          <ac:picMkLst>
            <pc:docMk/>
            <pc:sldMk cId="3018607032" sldId="479"/>
            <ac:picMk id="10" creationId="{374EE301-140F-87FD-CD0C-A07919B38105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6.901" v="11645" actId="947"/>
        <pc:sldMkLst>
          <pc:docMk/>
          <pc:sldMk cId="3075377562" sldId="480"/>
        </pc:sldMkLst>
        <pc:spChg chg="del mod">
          <ac:chgData name="Arnaldo Satoru Gunzi" userId="41a30d14-40e4-4cae-bd0a-ce9e51e34c46" providerId="ADAL" clId="{E5A03375-E83D-4F99-81D0-C4D19F3F5752}" dt="2023-10-07T04:32:56.665" v="7485" actId="478"/>
          <ac:spMkLst>
            <pc:docMk/>
            <pc:sldMk cId="3075377562" sldId="480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898" v="11641" actId="947"/>
          <ac:spMkLst>
            <pc:docMk/>
            <pc:sldMk cId="3075377562" sldId="480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E5A03375-E83D-4F99-81D0-C4D19F3F5752}" dt="2023-10-07T04:31:18.743" v="7481" actId="478"/>
          <ac:spMkLst>
            <pc:docMk/>
            <pc:sldMk cId="3075377562" sldId="480"/>
            <ac:spMk id="8" creationId="{C1305974-A92F-1885-4F5F-86FF695C22FC}"/>
          </ac:spMkLst>
        </pc:spChg>
        <pc:spChg chg="add mod">
          <ac:chgData name="Arnaldo Satoru Gunzi" userId="41a30d14-40e4-4cae-bd0a-ce9e51e34c46" providerId="ADAL" clId="{E5A03375-E83D-4F99-81D0-C4D19F3F5752}" dt="2023-10-09T11:29:56.899" v="11643" actId="947"/>
          <ac:spMkLst>
            <pc:docMk/>
            <pc:sldMk cId="3075377562" sldId="480"/>
            <ac:spMk id="9" creationId="{F9A9177F-CEB3-E3FB-D49F-6FCFBAE04D71}"/>
          </ac:spMkLst>
        </pc:spChg>
        <pc:spChg chg="add del">
          <ac:chgData name="Arnaldo Satoru Gunzi" userId="41a30d14-40e4-4cae-bd0a-ce9e51e34c46" providerId="ADAL" clId="{E5A03375-E83D-4F99-81D0-C4D19F3F5752}" dt="2023-10-07T04:33:12.176" v="7488" actId="478"/>
          <ac:spMkLst>
            <pc:docMk/>
            <pc:sldMk cId="3075377562" sldId="480"/>
            <ac:spMk id="10" creationId="{42EBAFBC-DF96-CC82-51AC-B2449594A612}"/>
          </ac:spMkLst>
        </pc:spChg>
        <pc:spChg chg="add mod">
          <ac:chgData name="Arnaldo Satoru Gunzi" userId="41a30d14-40e4-4cae-bd0a-ce9e51e34c46" providerId="ADAL" clId="{E5A03375-E83D-4F99-81D0-C4D19F3F5752}" dt="2023-10-09T11:29:56.901" v="11645" actId="947"/>
          <ac:spMkLst>
            <pc:docMk/>
            <pc:sldMk cId="3075377562" sldId="480"/>
            <ac:spMk id="12" creationId="{660A1344-682B-01D2-AB09-2B64044D9DBA}"/>
          </ac:spMkLst>
        </pc:spChg>
        <pc:picChg chg="del">
          <ac:chgData name="Arnaldo Satoru Gunzi" userId="41a30d14-40e4-4cae-bd0a-ce9e51e34c46" providerId="ADAL" clId="{E5A03375-E83D-4F99-81D0-C4D19F3F5752}" dt="2023-10-07T04:31:16.321" v="7480" actId="478"/>
          <ac:picMkLst>
            <pc:docMk/>
            <pc:sldMk cId="3075377562" sldId="480"/>
            <ac:picMk id="5" creationId="{46788602-7A7C-1A93-2BCB-20505D5E466A}"/>
          </ac:picMkLst>
        </pc:picChg>
        <pc:picChg chg="del">
          <ac:chgData name="Arnaldo Satoru Gunzi" userId="41a30d14-40e4-4cae-bd0a-ce9e51e34c46" providerId="ADAL" clId="{E5A03375-E83D-4F99-81D0-C4D19F3F5752}" dt="2023-10-07T04:31:16.321" v="7480" actId="478"/>
          <ac:picMkLst>
            <pc:docMk/>
            <pc:sldMk cId="3075377562" sldId="480"/>
            <ac:picMk id="6" creationId="{01730869-84A4-1BF0-ADD5-05B55420CD0F}"/>
          </ac:picMkLst>
        </pc:picChg>
        <pc:picChg chg="add del mod">
          <ac:chgData name="Arnaldo Satoru Gunzi" userId="41a30d14-40e4-4cae-bd0a-ce9e51e34c46" providerId="ADAL" clId="{E5A03375-E83D-4F99-81D0-C4D19F3F5752}" dt="2023-10-07T04:33:33.230" v="7491" actId="478"/>
          <ac:picMkLst>
            <pc:docMk/>
            <pc:sldMk cId="3075377562" sldId="480"/>
            <ac:picMk id="1026" creationId="{664E4899-DA42-D9C8-7F52-2F8570119B28}"/>
          </ac:picMkLst>
        </pc:picChg>
        <pc:picChg chg="add del">
          <ac:chgData name="Arnaldo Satoru Gunzi" userId="41a30d14-40e4-4cae-bd0a-ce9e51e34c46" providerId="ADAL" clId="{E5A03375-E83D-4F99-81D0-C4D19F3F5752}" dt="2023-10-07T04:33:07.883" v="7487" actId="478"/>
          <ac:picMkLst>
            <pc:docMk/>
            <pc:sldMk cId="3075377562" sldId="480"/>
            <ac:picMk id="1028" creationId="{A1AB38C6-14A4-8339-B15B-8A20537F54C5}"/>
          </ac:picMkLst>
        </pc:picChg>
        <pc:picChg chg="add mod">
          <ac:chgData name="Arnaldo Satoru Gunzi" userId="41a30d14-40e4-4cae-bd0a-ce9e51e34c46" providerId="ADAL" clId="{E5A03375-E83D-4F99-81D0-C4D19F3F5752}" dt="2023-10-08T09:45:28.518" v="11334" actId="1076"/>
          <ac:picMkLst>
            <pc:docMk/>
            <pc:sldMk cId="3075377562" sldId="480"/>
            <ac:picMk id="1030" creationId="{19E6EE07-52E9-8492-4E59-DAE6E000F88E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6.903" v="11649" actId="947"/>
        <pc:sldMkLst>
          <pc:docMk/>
          <pc:sldMk cId="3483652679" sldId="481"/>
        </pc:sldMkLst>
        <pc:spChg chg="add mod">
          <ac:chgData name="Arnaldo Satoru Gunzi" userId="41a30d14-40e4-4cae-bd0a-ce9e51e34c46" providerId="ADAL" clId="{E5A03375-E83D-4F99-81D0-C4D19F3F5752}" dt="2023-10-09T11:29:56.903" v="11649" actId="947"/>
          <ac:spMkLst>
            <pc:docMk/>
            <pc:sldMk cId="3483652679" sldId="481"/>
            <ac:spMk id="4" creationId="{00033C73-2AC8-BBA6-24B8-047F0F2DB48B}"/>
          </ac:spMkLst>
        </pc:spChg>
        <pc:spChg chg="mod">
          <ac:chgData name="Arnaldo Satoru Gunzi" userId="41a30d14-40e4-4cae-bd0a-ce9e51e34c46" providerId="ADAL" clId="{E5A03375-E83D-4F99-81D0-C4D19F3F5752}" dt="2023-10-09T11:29:56.902" v="11647" actId="947"/>
          <ac:spMkLst>
            <pc:docMk/>
            <pc:sldMk cId="3483652679" sldId="481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E5A03375-E83D-4F99-81D0-C4D19F3F5752}" dt="2023-10-07T04:34:52.340" v="7510" actId="478"/>
          <ac:spMkLst>
            <pc:docMk/>
            <pc:sldMk cId="3483652679" sldId="481"/>
            <ac:spMk id="9" creationId="{F9A9177F-CEB3-E3FB-D49F-6FCFBAE04D71}"/>
          </ac:spMkLst>
        </pc:spChg>
        <pc:picChg chg="mod">
          <ac:chgData name="Arnaldo Satoru Gunzi" userId="41a30d14-40e4-4cae-bd0a-ce9e51e34c46" providerId="ADAL" clId="{E5A03375-E83D-4F99-81D0-C4D19F3F5752}" dt="2023-10-07T04:35:13.645" v="7549" actId="1076"/>
          <ac:picMkLst>
            <pc:docMk/>
            <pc:sldMk cId="3483652679" sldId="481"/>
            <ac:picMk id="1026" creationId="{664E4899-DA42-D9C8-7F52-2F8570119B28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6.908" v="11655" actId="947"/>
        <pc:sldMkLst>
          <pc:docMk/>
          <pc:sldMk cId="2608566322" sldId="482"/>
        </pc:sldMkLst>
        <pc:spChg chg="mod">
          <ac:chgData name="Arnaldo Satoru Gunzi" userId="41a30d14-40e4-4cae-bd0a-ce9e51e34c46" providerId="ADAL" clId="{E5A03375-E83D-4F99-81D0-C4D19F3F5752}" dt="2023-10-09T11:29:56.905" v="11653" actId="947"/>
          <ac:spMkLst>
            <pc:docMk/>
            <pc:sldMk cId="2608566322" sldId="482"/>
            <ac:spMk id="4" creationId="{00033C73-2AC8-BBA6-24B8-047F0F2DB48B}"/>
          </ac:spMkLst>
        </pc:spChg>
        <pc:spChg chg="add mod">
          <ac:chgData name="Arnaldo Satoru Gunzi" userId="41a30d14-40e4-4cae-bd0a-ce9e51e34c46" providerId="ADAL" clId="{E5A03375-E83D-4F99-81D0-C4D19F3F5752}" dt="2023-10-09T11:29:56.908" v="11655" actId="947"/>
          <ac:spMkLst>
            <pc:docMk/>
            <pc:sldMk cId="2608566322" sldId="482"/>
            <ac:spMk id="5" creationId="{1DD0D09D-2505-0147-D851-F7843B897A58}"/>
          </ac:spMkLst>
        </pc:spChg>
        <pc:spChg chg="mod">
          <ac:chgData name="Arnaldo Satoru Gunzi" userId="41a30d14-40e4-4cae-bd0a-ce9e51e34c46" providerId="ADAL" clId="{E5A03375-E83D-4F99-81D0-C4D19F3F5752}" dt="2023-10-09T11:29:56.904" v="11651" actId="947"/>
          <ac:spMkLst>
            <pc:docMk/>
            <pc:sldMk cId="2608566322" sldId="482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7T04:35:25.430" v="7551" actId="478"/>
          <ac:picMkLst>
            <pc:docMk/>
            <pc:sldMk cId="2608566322" sldId="482"/>
            <ac:picMk id="1026" creationId="{664E4899-DA42-D9C8-7F52-2F8570119B28}"/>
          </ac:picMkLst>
        </pc:picChg>
        <pc:picChg chg="add mod">
          <ac:chgData name="Arnaldo Satoru Gunzi" userId="41a30d14-40e4-4cae-bd0a-ce9e51e34c46" providerId="ADAL" clId="{E5A03375-E83D-4F99-81D0-C4D19F3F5752}" dt="2023-10-07T04:35:49.116" v="7564" actId="1076"/>
          <ac:picMkLst>
            <pc:docMk/>
            <pc:sldMk cId="2608566322" sldId="482"/>
            <ac:picMk id="3074" creationId="{D376B51F-119D-2D52-F3FE-C97E06FE688C}"/>
          </ac:picMkLst>
        </pc:picChg>
        <pc:picChg chg="add mod">
          <ac:chgData name="Arnaldo Satoru Gunzi" userId="41a30d14-40e4-4cae-bd0a-ce9e51e34c46" providerId="ADAL" clId="{E5A03375-E83D-4F99-81D0-C4D19F3F5752}" dt="2023-10-07T04:35:51.700" v="7566" actId="14100"/>
          <ac:picMkLst>
            <pc:docMk/>
            <pc:sldMk cId="2608566322" sldId="482"/>
            <ac:picMk id="3076" creationId="{21A07AE6-3FC6-9E32-274C-A51A8BFC8C4B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6.910" v="11659" actId="947"/>
        <pc:sldMkLst>
          <pc:docMk/>
          <pc:sldMk cId="791936560" sldId="483"/>
        </pc:sldMkLst>
        <pc:spChg chg="del">
          <ac:chgData name="Arnaldo Satoru Gunzi" userId="41a30d14-40e4-4cae-bd0a-ce9e51e34c46" providerId="ADAL" clId="{E5A03375-E83D-4F99-81D0-C4D19F3F5752}" dt="2023-10-07T04:39:01.893" v="7603" actId="478"/>
          <ac:spMkLst>
            <pc:docMk/>
            <pc:sldMk cId="791936560" sldId="483"/>
            <ac:spMk id="4" creationId="{00033C73-2AC8-BBA6-24B8-047F0F2DB48B}"/>
          </ac:spMkLst>
        </pc:spChg>
        <pc:spChg chg="del">
          <ac:chgData name="Arnaldo Satoru Gunzi" userId="41a30d14-40e4-4cae-bd0a-ce9e51e34c46" providerId="ADAL" clId="{E5A03375-E83D-4F99-81D0-C4D19F3F5752}" dt="2023-10-07T04:36:45.662" v="7586" actId="478"/>
          <ac:spMkLst>
            <pc:docMk/>
            <pc:sldMk cId="791936560" sldId="483"/>
            <ac:spMk id="5" creationId="{1DD0D09D-2505-0147-D851-F7843B897A58}"/>
          </ac:spMkLst>
        </pc:spChg>
        <pc:spChg chg="mod">
          <ac:chgData name="Arnaldo Satoru Gunzi" userId="41a30d14-40e4-4cae-bd0a-ce9e51e34c46" providerId="ADAL" clId="{E5A03375-E83D-4F99-81D0-C4D19F3F5752}" dt="2023-10-09T11:29:56.910" v="11657" actId="947"/>
          <ac:spMkLst>
            <pc:docMk/>
            <pc:sldMk cId="791936560" sldId="483"/>
            <ac:spMk id="7" creationId="{00000000-0000-0000-0000-000000000000}"/>
          </ac:spMkLst>
        </pc:spChg>
        <pc:spChg chg="add del mod">
          <ac:chgData name="Arnaldo Satoru Gunzi" userId="41a30d14-40e4-4cae-bd0a-ce9e51e34c46" providerId="ADAL" clId="{E5A03375-E83D-4F99-81D0-C4D19F3F5752}" dt="2023-10-07T04:39:03.487" v="7604" actId="478"/>
          <ac:spMkLst>
            <pc:docMk/>
            <pc:sldMk cId="791936560" sldId="483"/>
            <ac:spMk id="13" creationId="{B4C62EBA-DBDE-8D63-AD89-20450AEE2476}"/>
          </ac:spMkLst>
        </pc:spChg>
        <pc:spChg chg="add mod">
          <ac:chgData name="Arnaldo Satoru Gunzi" userId="41a30d14-40e4-4cae-bd0a-ce9e51e34c46" providerId="ADAL" clId="{E5A03375-E83D-4F99-81D0-C4D19F3F5752}" dt="2023-10-09T11:29:56.910" v="11659" actId="947"/>
          <ac:spMkLst>
            <pc:docMk/>
            <pc:sldMk cId="791936560" sldId="483"/>
            <ac:spMk id="14" creationId="{4F140BB7-62DB-FCA4-41A5-63BC4227C94C}"/>
          </ac:spMkLst>
        </pc:spChg>
        <pc:picChg chg="add mod">
          <ac:chgData name="Arnaldo Satoru Gunzi" userId="41a30d14-40e4-4cae-bd0a-ce9e51e34c46" providerId="ADAL" clId="{E5A03375-E83D-4F99-81D0-C4D19F3F5752}" dt="2023-10-07T04:39:05.536" v="7605" actId="1076"/>
          <ac:picMkLst>
            <pc:docMk/>
            <pc:sldMk cId="791936560" sldId="483"/>
            <ac:picMk id="6" creationId="{228D9859-8998-FBE8-7514-89F84214813B}"/>
          </ac:picMkLst>
        </pc:picChg>
        <pc:picChg chg="add mod">
          <ac:chgData name="Arnaldo Satoru Gunzi" userId="41a30d14-40e4-4cae-bd0a-ce9e51e34c46" providerId="ADAL" clId="{E5A03375-E83D-4F99-81D0-C4D19F3F5752}" dt="2023-10-07T04:39:06.801" v="7606" actId="1076"/>
          <ac:picMkLst>
            <pc:docMk/>
            <pc:sldMk cId="791936560" sldId="483"/>
            <ac:picMk id="9" creationId="{32119F65-16CA-D6F7-5EE2-711DE9C07D0C}"/>
          </ac:picMkLst>
        </pc:picChg>
        <pc:picChg chg="add mod">
          <ac:chgData name="Arnaldo Satoru Gunzi" userId="41a30d14-40e4-4cae-bd0a-ce9e51e34c46" providerId="ADAL" clId="{E5A03375-E83D-4F99-81D0-C4D19F3F5752}" dt="2023-10-08T09:45:53.431" v="11336" actId="1076"/>
          <ac:picMkLst>
            <pc:docMk/>
            <pc:sldMk cId="791936560" sldId="483"/>
            <ac:picMk id="11" creationId="{310BC116-8E96-5874-65C7-6928A0A51165}"/>
          </ac:picMkLst>
        </pc:picChg>
        <pc:picChg chg="del">
          <ac:chgData name="Arnaldo Satoru Gunzi" userId="41a30d14-40e4-4cae-bd0a-ce9e51e34c46" providerId="ADAL" clId="{E5A03375-E83D-4F99-81D0-C4D19F3F5752}" dt="2023-10-07T04:36:45.662" v="7586" actId="478"/>
          <ac:picMkLst>
            <pc:docMk/>
            <pc:sldMk cId="791936560" sldId="483"/>
            <ac:picMk id="3074" creationId="{D376B51F-119D-2D52-F3FE-C97E06FE688C}"/>
          </ac:picMkLst>
        </pc:picChg>
        <pc:picChg chg="del">
          <ac:chgData name="Arnaldo Satoru Gunzi" userId="41a30d14-40e4-4cae-bd0a-ce9e51e34c46" providerId="ADAL" clId="{E5A03375-E83D-4F99-81D0-C4D19F3F5752}" dt="2023-10-07T04:36:45.662" v="7586" actId="478"/>
          <ac:picMkLst>
            <pc:docMk/>
            <pc:sldMk cId="791936560" sldId="483"/>
            <ac:picMk id="3076" creationId="{21A07AE6-3FC6-9E32-274C-A51A8BFC8C4B}"/>
          </ac:picMkLst>
        </pc:picChg>
      </pc:sldChg>
      <pc:sldChg chg="addSp modSp add mod">
        <pc:chgData name="Arnaldo Satoru Gunzi" userId="41a30d14-40e4-4cae-bd0a-ce9e51e34c46" providerId="ADAL" clId="{E5A03375-E83D-4F99-81D0-C4D19F3F5752}" dt="2023-10-09T11:29:58.210" v="12597" actId="947"/>
        <pc:sldMkLst>
          <pc:docMk/>
          <pc:sldMk cId="4026966227" sldId="484"/>
        </pc:sldMkLst>
        <pc:spChg chg="mod">
          <ac:chgData name="Arnaldo Satoru Gunzi" userId="41a30d14-40e4-4cae-bd0a-ce9e51e34c46" providerId="ADAL" clId="{E5A03375-E83D-4F99-81D0-C4D19F3F5752}" dt="2023-10-09T11:29:58.209" v="12595" actId="947"/>
          <ac:spMkLst>
            <pc:docMk/>
            <pc:sldMk cId="4026966227" sldId="484"/>
            <ac:spMk id="4" creationId="{6A914BAA-66EB-CF99-2E43-3A906C4A055D}"/>
          </ac:spMkLst>
        </pc:spChg>
        <pc:spChg chg="mod">
          <ac:chgData name="Arnaldo Satoru Gunzi" userId="41a30d14-40e4-4cae-bd0a-ce9e51e34c46" providerId="ADAL" clId="{E5A03375-E83D-4F99-81D0-C4D19F3F5752}" dt="2023-10-09T11:29:58.200" v="12585" actId="947"/>
          <ac:spMkLst>
            <pc:docMk/>
            <pc:sldMk cId="4026966227" sldId="484"/>
            <ac:spMk id="6" creationId="{0B402C09-5650-04D0-4277-97D0906556F1}"/>
          </ac:spMkLst>
        </pc:spChg>
        <pc:spChg chg="mod">
          <ac:chgData name="Arnaldo Satoru Gunzi" userId="41a30d14-40e4-4cae-bd0a-ce9e51e34c46" providerId="ADAL" clId="{E5A03375-E83D-4F99-81D0-C4D19F3F5752}" dt="2023-10-09T11:29:58.199" v="12583" actId="947"/>
          <ac:spMkLst>
            <pc:docMk/>
            <pc:sldMk cId="4026966227" sldId="484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202" v="12587" actId="947"/>
          <ac:spMkLst>
            <pc:docMk/>
            <pc:sldMk cId="4026966227" sldId="484"/>
            <ac:spMk id="9" creationId="{1AAC4597-4513-09CF-36CF-F62085059362}"/>
          </ac:spMkLst>
        </pc:spChg>
        <pc:spChg chg="mod">
          <ac:chgData name="Arnaldo Satoru Gunzi" userId="41a30d14-40e4-4cae-bd0a-ce9e51e34c46" providerId="ADAL" clId="{E5A03375-E83D-4F99-81D0-C4D19F3F5752}" dt="2023-10-09T11:29:58.204" v="12589" actId="947"/>
          <ac:spMkLst>
            <pc:docMk/>
            <pc:sldMk cId="4026966227" sldId="484"/>
            <ac:spMk id="10" creationId="{D4EFB980-2F58-76D7-807F-7DE7DCD3F7AA}"/>
          </ac:spMkLst>
        </pc:spChg>
        <pc:spChg chg="mod">
          <ac:chgData name="Arnaldo Satoru Gunzi" userId="41a30d14-40e4-4cae-bd0a-ce9e51e34c46" providerId="ADAL" clId="{E5A03375-E83D-4F99-81D0-C4D19F3F5752}" dt="2023-10-09T11:29:58.206" v="12591" actId="947"/>
          <ac:spMkLst>
            <pc:docMk/>
            <pc:sldMk cId="4026966227" sldId="484"/>
            <ac:spMk id="11" creationId="{7F5D95FB-0D07-790C-3E55-D3D3F2E50B07}"/>
          </ac:spMkLst>
        </pc:spChg>
        <pc:spChg chg="mod">
          <ac:chgData name="Arnaldo Satoru Gunzi" userId="41a30d14-40e4-4cae-bd0a-ce9e51e34c46" providerId="ADAL" clId="{E5A03375-E83D-4F99-81D0-C4D19F3F5752}" dt="2023-10-09T11:29:58.207" v="12593" actId="947"/>
          <ac:spMkLst>
            <pc:docMk/>
            <pc:sldMk cId="4026966227" sldId="484"/>
            <ac:spMk id="12" creationId="{557EEDB9-F443-6E2D-053A-810445A13B64}"/>
          </ac:spMkLst>
        </pc:spChg>
        <pc:spChg chg="add mod">
          <ac:chgData name="Arnaldo Satoru Gunzi" userId="41a30d14-40e4-4cae-bd0a-ce9e51e34c46" providerId="ADAL" clId="{E5A03375-E83D-4F99-81D0-C4D19F3F5752}" dt="2023-10-09T11:29:58.210" v="12597" actId="947"/>
          <ac:spMkLst>
            <pc:docMk/>
            <pc:sldMk cId="4026966227" sldId="484"/>
            <ac:spMk id="20" creationId="{1D6C5E5A-5651-ADD8-1CC3-AB575C0DDD9F}"/>
          </ac:spMkLst>
        </pc:spChg>
        <pc:cxnChg chg="add mod">
          <ac:chgData name="Arnaldo Satoru Gunzi" userId="41a30d14-40e4-4cae-bd0a-ce9e51e34c46" providerId="ADAL" clId="{E5A03375-E83D-4F99-81D0-C4D19F3F5752}" dt="2023-10-07T04:43:46.405" v="7772" actId="14100"/>
          <ac:cxnSpMkLst>
            <pc:docMk/>
            <pc:sldMk cId="4026966227" sldId="484"/>
            <ac:cxnSpMk id="8" creationId="{83E149D5-6A59-5645-B9FA-44CBBE5C33AA}"/>
          </ac:cxnSpMkLst>
        </pc:cxnChg>
      </pc:sldChg>
      <pc:sldChg chg="addSp modSp add mod">
        <pc:chgData name="Arnaldo Satoru Gunzi" userId="41a30d14-40e4-4cae-bd0a-ce9e51e34c46" providerId="ADAL" clId="{E5A03375-E83D-4F99-81D0-C4D19F3F5752}" dt="2023-10-09T11:29:58.222" v="12615" actId="947"/>
        <pc:sldMkLst>
          <pc:docMk/>
          <pc:sldMk cId="268539380" sldId="485"/>
        </pc:sldMkLst>
        <pc:spChg chg="mod">
          <ac:chgData name="Arnaldo Satoru Gunzi" userId="41a30d14-40e4-4cae-bd0a-ce9e51e34c46" providerId="ADAL" clId="{E5A03375-E83D-4F99-81D0-C4D19F3F5752}" dt="2023-10-09T11:29:58.219" v="12611" actId="947"/>
          <ac:spMkLst>
            <pc:docMk/>
            <pc:sldMk cId="268539380" sldId="485"/>
            <ac:spMk id="4" creationId="{6A914BAA-66EB-CF99-2E43-3A906C4A055D}"/>
          </ac:spMkLst>
        </pc:spChg>
        <pc:spChg chg="mod">
          <ac:chgData name="Arnaldo Satoru Gunzi" userId="41a30d14-40e4-4cae-bd0a-ce9e51e34c46" providerId="ADAL" clId="{E5A03375-E83D-4F99-81D0-C4D19F3F5752}" dt="2023-10-09T11:29:58.213" v="12601" actId="947"/>
          <ac:spMkLst>
            <pc:docMk/>
            <pc:sldMk cId="268539380" sldId="485"/>
            <ac:spMk id="6" creationId="{0B402C09-5650-04D0-4277-97D0906556F1}"/>
          </ac:spMkLst>
        </pc:spChg>
        <pc:spChg chg="mod">
          <ac:chgData name="Arnaldo Satoru Gunzi" userId="41a30d14-40e4-4cae-bd0a-ce9e51e34c46" providerId="ADAL" clId="{E5A03375-E83D-4F99-81D0-C4D19F3F5752}" dt="2023-10-09T11:29:58.211" v="12599" actId="947"/>
          <ac:spMkLst>
            <pc:docMk/>
            <pc:sldMk cId="268539380" sldId="485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214" v="12603" actId="947"/>
          <ac:spMkLst>
            <pc:docMk/>
            <pc:sldMk cId="268539380" sldId="485"/>
            <ac:spMk id="9" creationId="{1AAC4597-4513-09CF-36CF-F62085059362}"/>
          </ac:spMkLst>
        </pc:spChg>
        <pc:spChg chg="mod">
          <ac:chgData name="Arnaldo Satoru Gunzi" userId="41a30d14-40e4-4cae-bd0a-ce9e51e34c46" providerId="ADAL" clId="{E5A03375-E83D-4F99-81D0-C4D19F3F5752}" dt="2023-10-09T11:29:58.215" v="12605" actId="947"/>
          <ac:spMkLst>
            <pc:docMk/>
            <pc:sldMk cId="268539380" sldId="485"/>
            <ac:spMk id="10" creationId="{D4EFB980-2F58-76D7-807F-7DE7DCD3F7AA}"/>
          </ac:spMkLst>
        </pc:spChg>
        <pc:spChg chg="mod">
          <ac:chgData name="Arnaldo Satoru Gunzi" userId="41a30d14-40e4-4cae-bd0a-ce9e51e34c46" providerId="ADAL" clId="{E5A03375-E83D-4F99-81D0-C4D19F3F5752}" dt="2023-10-09T11:29:58.217" v="12607" actId="947"/>
          <ac:spMkLst>
            <pc:docMk/>
            <pc:sldMk cId="268539380" sldId="485"/>
            <ac:spMk id="11" creationId="{7F5D95FB-0D07-790C-3E55-D3D3F2E50B07}"/>
          </ac:spMkLst>
        </pc:spChg>
        <pc:spChg chg="mod">
          <ac:chgData name="Arnaldo Satoru Gunzi" userId="41a30d14-40e4-4cae-bd0a-ce9e51e34c46" providerId="ADAL" clId="{E5A03375-E83D-4F99-81D0-C4D19F3F5752}" dt="2023-10-09T11:29:58.218" v="12609" actId="947"/>
          <ac:spMkLst>
            <pc:docMk/>
            <pc:sldMk cId="268539380" sldId="485"/>
            <ac:spMk id="12" creationId="{557EEDB9-F443-6E2D-053A-810445A13B64}"/>
          </ac:spMkLst>
        </pc:spChg>
        <pc:spChg chg="add mod">
          <ac:chgData name="Arnaldo Satoru Gunzi" userId="41a30d14-40e4-4cae-bd0a-ce9e51e34c46" providerId="ADAL" clId="{E5A03375-E83D-4F99-81D0-C4D19F3F5752}" dt="2023-10-09T11:29:58.222" v="12615" actId="947"/>
          <ac:spMkLst>
            <pc:docMk/>
            <pc:sldMk cId="268539380" sldId="485"/>
            <ac:spMk id="18" creationId="{654B1A45-FE84-5501-7B08-27ACC2FF9403}"/>
          </ac:spMkLst>
        </pc:spChg>
        <pc:spChg chg="mod">
          <ac:chgData name="Arnaldo Satoru Gunzi" userId="41a30d14-40e4-4cae-bd0a-ce9e51e34c46" providerId="ADAL" clId="{E5A03375-E83D-4F99-81D0-C4D19F3F5752}" dt="2023-10-09T11:29:58.221" v="12613" actId="947"/>
          <ac:spMkLst>
            <pc:docMk/>
            <pc:sldMk cId="268539380" sldId="485"/>
            <ac:spMk id="20" creationId="{1D6C5E5A-5651-ADD8-1CC3-AB575C0DDD9F}"/>
          </ac:spMkLst>
        </pc:spChg>
        <pc:cxnChg chg="add mod">
          <ac:chgData name="Arnaldo Satoru Gunzi" userId="41a30d14-40e4-4cae-bd0a-ce9e51e34c46" providerId="ADAL" clId="{E5A03375-E83D-4F99-81D0-C4D19F3F5752}" dt="2023-10-07T04:44:41.914" v="7784" actId="14100"/>
          <ac:cxnSpMkLst>
            <pc:docMk/>
            <pc:sldMk cId="268539380" sldId="485"/>
            <ac:cxnSpMk id="14" creationId="{5B61EDB0-79DC-C023-BAC4-D196225540F3}"/>
          </ac:cxnSpMkLst>
        </pc:cxnChg>
      </pc:sldChg>
      <pc:sldChg chg="addSp delSp modSp add mod">
        <pc:chgData name="Arnaldo Satoru Gunzi" userId="41a30d14-40e4-4cae-bd0a-ce9e51e34c46" providerId="ADAL" clId="{E5A03375-E83D-4F99-81D0-C4D19F3F5752}" dt="2023-10-09T11:40:09.081" v="12897" actId="108"/>
        <pc:sldMkLst>
          <pc:docMk/>
          <pc:sldMk cId="1990753565" sldId="486"/>
        </pc:sldMkLst>
        <pc:spChg chg="mod">
          <ac:chgData name="Arnaldo Satoru Gunzi" userId="41a30d14-40e4-4cae-bd0a-ce9e51e34c46" providerId="ADAL" clId="{E5A03375-E83D-4F99-81D0-C4D19F3F5752}" dt="2023-10-09T11:40:09.081" v="12897" actId="108"/>
          <ac:spMkLst>
            <pc:docMk/>
            <pc:sldMk cId="1990753565" sldId="486"/>
            <ac:spMk id="2" creationId="{4591C293-9D87-C39D-C9CF-0EA12A6A9510}"/>
          </ac:spMkLst>
        </pc:spChg>
        <pc:spChg chg="add del">
          <ac:chgData name="Arnaldo Satoru Gunzi" userId="41a30d14-40e4-4cae-bd0a-ce9e51e34c46" providerId="ADAL" clId="{E5A03375-E83D-4F99-81D0-C4D19F3F5752}" dt="2023-10-07T10:55:06.493" v="7793"/>
          <ac:spMkLst>
            <pc:docMk/>
            <pc:sldMk cId="1990753565" sldId="486"/>
            <ac:spMk id="4" creationId="{D2A6CB3A-2FD3-157D-2C52-0A6C8D0939A3}"/>
          </ac:spMkLst>
        </pc:spChg>
        <pc:spChg chg="add mod">
          <ac:chgData name="Arnaldo Satoru Gunzi" userId="41a30d14-40e4-4cae-bd0a-ce9e51e34c46" providerId="ADAL" clId="{E5A03375-E83D-4F99-81D0-C4D19F3F5752}" dt="2023-10-09T11:29:56.995" v="11751"/>
          <ac:spMkLst>
            <pc:docMk/>
            <pc:sldMk cId="1990753565" sldId="486"/>
            <ac:spMk id="6" creationId="{2DD4A450-B751-836C-F25A-A3A209BCD0D6}"/>
          </ac:spMkLst>
        </pc:spChg>
        <pc:spChg chg="mod">
          <ac:chgData name="Arnaldo Satoru Gunzi" userId="41a30d14-40e4-4cae-bd0a-ce9e51e34c46" providerId="ADAL" clId="{E5A03375-E83D-4F99-81D0-C4D19F3F5752}" dt="2023-10-09T11:29:56.990" v="11747" actId="947"/>
          <ac:spMkLst>
            <pc:docMk/>
            <pc:sldMk cId="1990753565" sldId="486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7T10:55:02.760" v="7790" actId="478"/>
          <ac:picMkLst>
            <pc:docMk/>
            <pc:sldMk cId="1990753565" sldId="486"/>
            <ac:picMk id="5" creationId="{A89C1B72-2220-2B6A-4565-60DBC09EC882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40:43.414" v="12906" actId="255"/>
        <pc:sldMkLst>
          <pc:docMk/>
          <pc:sldMk cId="2255225291" sldId="487"/>
        </pc:sldMkLst>
        <pc:spChg chg="mod">
          <ac:chgData name="Arnaldo Satoru Gunzi" userId="41a30d14-40e4-4cae-bd0a-ce9e51e34c46" providerId="ADAL" clId="{E5A03375-E83D-4F99-81D0-C4D19F3F5752}" dt="2023-10-09T11:40:43.414" v="12906" actId="255"/>
          <ac:spMkLst>
            <pc:docMk/>
            <pc:sldMk cId="2255225291" sldId="487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72" v="11727" actId="947"/>
          <ac:spMkLst>
            <pc:docMk/>
            <pc:sldMk cId="2255225291" sldId="487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7T10:57:02.576" v="7925" actId="1076"/>
          <ac:picMkLst>
            <pc:docMk/>
            <pc:sldMk cId="2255225291" sldId="487"/>
            <ac:picMk id="5" creationId="{C53584DC-B43B-52D3-3F2A-580F68F31876}"/>
          </ac:picMkLst>
        </pc:picChg>
        <pc:picChg chg="del">
          <ac:chgData name="Arnaldo Satoru Gunzi" userId="41a30d14-40e4-4cae-bd0a-ce9e51e34c46" providerId="ADAL" clId="{E5A03375-E83D-4F99-81D0-C4D19F3F5752}" dt="2023-10-07T10:56:46.280" v="7921" actId="478"/>
          <ac:picMkLst>
            <pc:docMk/>
            <pc:sldMk cId="2255225291" sldId="487"/>
            <ac:picMk id="6" creationId="{8CA1E927-A691-87B9-DA67-0A06AD11F9E9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8.242" v="12643" actId="947"/>
        <pc:sldMkLst>
          <pc:docMk/>
          <pc:sldMk cId="1635541424" sldId="488"/>
        </pc:sldMkLst>
        <pc:spChg chg="mod">
          <ac:chgData name="Arnaldo Satoru Gunzi" userId="41a30d14-40e4-4cae-bd0a-ce9e51e34c46" providerId="ADAL" clId="{E5A03375-E83D-4F99-81D0-C4D19F3F5752}" dt="2023-10-09T11:29:58.240" v="12641" actId="947"/>
          <ac:spMkLst>
            <pc:docMk/>
            <pc:sldMk cId="1635541424" sldId="488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242" v="12643" actId="947"/>
          <ac:spMkLst>
            <pc:docMk/>
            <pc:sldMk cId="1635541424" sldId="488"/>
            <ac:spMk id="9" creationId="{1AAC4597-4513-09CF-36CF-F62085059362}"/>
          </ac:spMkLst>
        </pc:spChg>
        <pc:picChg chg="add mod">
          <ac:chgData name="Arnaldo Satoru Gunzi" userId="41a30d14-40e4-4cae-bd0a-ce9e51e34c46" providerId="ADAL" clId="{E5A03375-E83D-4F99-81D0-C4D19F3F5752}" dt="2023-10-07T14:02:02.105" v="8112" actId="1076"/>
          <ac:picMkLst>
            <pc:docMk/>
            <pc:sldMk cId="1635541424" sldId="488"/>
            <ac:picMk id="2" creationId="{CDA84AB1-3375-4867-3301-590EBB5C1B16}"/>
          </ac:picMkLst>
        </pc:picChg>
        <pc:picChg chg="del">
          <ac:chgData name="Arnaldo Satoru Gunzi" userId="41a30d14-40e4-4cae-bd0a-ce9e51e34c46" providerId="ADAL" clId="{E5A03375-E83D-4F99-81D0-C4D19F3F5752}" dt="2023-10-07T14:01:58.611" v="8110" actId="478"/>
          <ac:picMkLst>
            <pc:docMk/>
            <pc:sldMk cId="1635541424" sldId="488"/>
            <ac:picMk id="16" creationId="{B494E3BB-640F-B2D9-678F-D5402D1ECD37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32:10.709" v="12796" actId="1035"/>
        <pc:sldMkLst>
          <pc:docMk/>
          <pc:sldMk cId="2515613417" sldId="489"/>
        </pc:sldMkLst>
        <pc:spChg chg="mod">
          <ac:chgData name="Arnaldo Satoru Gunzi" userId="41a30d14-40e4-4cae-bd0a-ce9e51e34c46" providerId="ADAL" clId="{E5A03375-E83D-4F99-81D0-C4D19F3F5752}" dt="2023-10-09T11:32:10.709" v="12796" actId="1035"/>
          <ac:spMkLst>
            <pc:docMk/>
            <pc:sldMk cId="2515613417" sldId="489"/>
            <ac:spMk id="2" creationId="{B8304D8B-CBCB-F7BB-C3B6-1A4432DA5EEF}"/>
          </ac:spMkLst>
        </pc:spChg>
        <pc:spChg chg="mod">
          <ac:chgData name="Arnaldo Satoru Gunzi" userId="41a30d14-40e4-4cae-bd0a-ce9e51e34c46" providerId="ADAL" clId="{E5A03375-E83D-4F99-81D0-C4D19F3F5752}" dt="2023-10-07T14:20:42.545" v="8707" actId="20577"/>
          <ac:spMkLst>
            <pc:docMk/>
            <pc:sldMk cId="2515613417" sldId="489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E5A03375-E83D-4F99-81D0-C4D19F3F5752}" dt="2023-10-09T11:29:58.260" v="12661" actId="947"/>
          <ac:spMkLst>
            <pc:docMk/>
            <pc:sldMk cId="2515613417" sldId="489"/>
            <ac:spMk id="4" creationId="{1B979C47-F183-CC75-F7D2-9AECB0304D5C}"/>
          </ac:spMkLst>
        </pc:spChg>
        <pc:spChg chg="add del mod">
          <ac:chgData name="Arnaldo Satoru Gunzi" userId="41a30d14-40e4-4cae-bd0a-ce9e51e34c46" providerId="ADAL" clId="{E5A03375-E83D-4F99-81D0-C4D19F3F5752}" dt="2023-10-07T14:20:49.878" v="8711"/>
          <ac:spMkLst>
            <pc:docMk/>
            <pc:sldMk cId="2515613417" sldId="489"/>
            <ac:spMk id="5" creationId="{DAA3274D-878D-6E10-4382-5691BAB03952}"/>
          </ac:spMkLst>
        </pc:spChg>
        <pc:spChg chg="add del mod">
          <ac:chgData name="Arnaldo Satoru Gunzi" userId="41a30d14-40e4-4cae-bd0a-ce9e51e34c46" providerId="ADAL" clId="{E5A03375-E83D-4F99-81D0-C4D19F3F5752}" dt="2023-10-07T14:20:55.197" v="8713"/>
          <ac:spMkLst>
            <pc:docMk/>
            <pc:sldMk cId="2515613417" sldId="489"/>
            <ac:spMk id="6" creationId="{1465A02E-A468-7289-1223-3298E9E41D49}"/>
          </ac:spMkLst>
        </pc:spChg>
        <pc:spChg chg="mod">
          <ac:chgData name="Arnaldo Satoru Gunzi" userId="41a30d14-40e4-4cae-bd0a-ce9e51e34c46" providerId="ADAL" clId="{E5A03375-E83D-4F99-81D0-C4D19F3F5752}" dt="2023-10-09T11:29:58.256" v="12657" actId="947"/>
          <ac:spMkLst>
            <pc:docMk/>
            <pc:sldMk cId="2515613417" sldId="489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7T14:25:49.263" v="9284" actId="14100"/>
          <ac:picMkLst>
            <pc:docMk/>
            <pc:sldMk cId="2515613417" sldId="489"/>
            <ac:picMk id="1026" creationId="{DB8FDD5B-BFDE-819D-5333-264A7FE72DB5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32:06.569" v="12794" actId="20577"/>
        <pc:sldMkLst>
          <pc:docMk/>
          <pc:sldMk cId="2623521984" sldId="490"/>
        </pc:sldMkLst>
        <pc:spChg chg="mod">
          <ac:chgData name="Arnaldo Satoru Gunzi" userId="41a30d14-40e4-4cae-bd0a-ce9e51e34c46" providerId="ADAL" clId="{E5A03375-E83D-4F99-81D0-C4D19F3F5752}" dt="2023-10-09T11:32:06.569" v="12794" actId="20577"/>
          <ac:spMkLst>
            <pc:docMk/>
            <pc:sldMk cId="2623521984" sldId="490"/>
            <ac:spMk id="2" creationId="{B8304D8B-CBCB-F7BB-C3B6-1A4432DA5EEF}"/>
          </ac:spMkLst>
        </pc:spChg>
        <pc:spChg chg="del">
          <ac:chgData name="Arnaldo Satoru Gunzi" userId="41a30d14-40e4-4cae-bd0a-ce9e51e34c46" providerId="ADAL" clId="{E5A03375-E83D-4F99-81D0-C4D19F3F5752}" dt="2023-10-07T14:21:24.430" v="8794" actId="478"/>
          <ac:spMkLst>
            <pc:docMk/>
            <pc:sldMk cId="2623521984" sldId="490"/>
            <ac:spMk id="4" creationId="{1B979C47-F183-CC75-F7D2-9AECB0304D5C}"/>
          </ac:spMkLst>
        </pc:spChg>
        <pc:spChg chg="add mod">
          <ac:chgData name="Arnaldo Satoru Gunzi" userId="41a30d14-40e4-4cae-bd0a-ce9e51e34c46" providerId="ADAL" clId="{E5A03375-E83D-4F99-81D0-C4D19F3F5752}" dt="2023-10-09T11:29:58.265" v="12667" actId="947"/>
          <ac:spMkLst>
            <pc:docMk/>
            <pc:sldMk cId="2623521984" sldId="490"/>
            <ac:spMk id="6" creationId="{55CFB4C2-F5A1-DC70-252E-57649E89E2F9}"/>
          </ac:spMkLst>
        </pc:spChg>
        <pc:spChg chg="mod">
          <ac:chgData name="Arnaldo Satoru Gunzi" userId="41a30d14-40e4-4cae-bd0a-ce9e51e34c46" providerId="ADAL" clId="{E5A03375-E83D-4F99-81D0-C4D19F3F5752}" dt="2023-10-09T11:29:58.262" v="12663" actId="947"/>
          <ac:spMkLst>
            <pc:docMk/>
            <pc:sldMk cId="2623521984" sldId="490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E5A03375-E83D-4F99-81D0-C4D19F3F5752}" dt="2023-10-09T11:29:58.266" v="12669" actId="947"/>
          <ac:spMkLst>
            <pc:docMk/>
            <pc:sldMk cId="2623521984" sldId="490"/>
            <ac:spMk id="8" creationId="{DD28BBC5-3492-7C6D-DFC1-D38B0E02E143}"/>
          </ac:spMkLst>
        </pc:spChg>
        <pc:spChg chg="add mod">
          <ac:chgData name="Arnaldo Satoru Gunzi" userId="41a30d14-40e4-4cae-bd0a-ce9e51e34c46" providerId="ADAL" clId="{E5A03375-E83D-4F99-81D0-C4D19F3F5752}" dt="2023-10-09T11:29:58.267" v="12671" actId="947"/>
          <ac:spMkLst>
            <pc:docMk/>
            <pc:sldMk cId="2623521984" sldId="490"/>
            <ac:spMk id="9" creationId="{7448EFD9-9656-490E-E963-8CFD7E6CD5B9}"/>
          </ac:spMkLst>
        </pc:spChg>
        <pc:spChg chg="add mod">
          <ac:chgData name="Arnaldo Satoru Gunzi" userId="41a30d14-40e4-4cae-bd0a-ce9e51e34c46" providerId="ADAL" clId="{E5A03375-E83D-4F99-81D0-C4D19F3F5752}" dt="2023-10-09T11:29:58.268" v="12673" actId="947"/>
          <ac:spMkLst>
            <pc:docMk/>
            <pc:sldMk cId="2623521984" sldId="490"/>
            <ac:spMk id="10" creationId="{6F9A47D4-2EFA-BEB7-FA55-6A09C64F5966}"/>
          </ac:spMkLst>
        </pc:spChg>
        <pc:spChg chg="add mod">
          <ac:chgData name="Arnaldo Satoru Gunzi" userId="41a30d14-40e4-4cae-bd0a-ce9e51e34c46" providerId="ADAL" clId="{E5A03375-E83D-4F99-81D0-C4D19F3F5752}" dt="2023-10-09T11:29:58.269" v="12675" actId="947"/>
          <ac:spMkLst>
            <pc:docMk/>
            <pc:sldMk cId="2623521984" sldId="490"/>
            <ac:spMk id="11" creationId="{8E32B72D-1B60-6569-04D7-AAC67A20B924}"/>
          </ac:spMkLst>
        </pc:spChg>
        <pc:spChg chg="add mod">
          <ac:chgData name="Arnaldo Satoru Gunzi" userId="41a30d14-40e4-4cae-bd0a-ce9e51e34c46" providerId="ADAL" clId="{E5A03375-E83D-4F99-81D0-C4D19F3F5752}" dt="2023-10-09T11:29:58.270" v="12677" actId="947"/>
          <ac:spMkLst>
            <pc:docMk/>
            <pc:sldMk cId="2623521984" sldId="490"/>
            <ac:spMk id="12" creationId="{35E4484C-073C-6664-3035-F80F0C4DB209}"/>
          </ac:spMkLst>
        </pc:spChg>
        <pc:spChg chg="add mod">
          <ac:chgData name="Arnaldo Satoru Gunzi" userId="41a30d14-40e4-4cae-bd0a-ce9e51e34c46" providerId="ADAL" clId="{E5A03375-E83D-4F99-81D0-C4D19F3F5752}" dt="2023-10-09T11:29:58.271" v="12679" actId="947"/>
          <ac:spMkLst>
            <pc:docMk/>
            <pc:sldMk cId="2623521984" sldId="490"/>
            <ac:spMk id="13" creationId="{C63C91BC-EFA4-8A24-5FA6-51018467BE18}"/>
          </ac:spMkLst>
        </pc:spChg>
        <pc:spChg chg="add mod">
          <ac:chgData name="Arnaldo Satoru Gunzi" userId="41a30d14-40e4-4cae-bd0a-ce9e51e34c46" providerId="ADAL" clId="{E5A03375-E83D-4F99-81D0-C4D19F3F5752}" dt="2023-10-09T11:29:58.272" v="12681" actId="947"/>
          <ac:spMkLst>
            <pc:docMk/>
            <pc:sldMk cId="2623521984" sldId="490"/>
            <ac:spMk id="14" creationId="{D3229308-57F0-A7D5-2BC6-54AF70C4BC2F}"/>
          </ac:spMkLst>
        </pc:spChg>
        <pc:spChg chg="add mod">
          <ac:chgData name="Arnaldo Satoru Gunzi" userId="41a30d14-40e4-4cae-bd0a-ce9e51e34c46" providerId="ADAL" clId="{E5A03375-E83D-4F99-81D0-C4D19F3F5752}" dt="2023-10-09T11:29:58.274" v="12683" actId="947"/>
          <ac:spMkLst>
            <pc:docMk/>
            <pc:sldMk cId="2623521984" sldId="490"/>
            <ac:spMk id="15" creationId="{309CAF3A-2E54-4BBF-7E18-AEE918818CE0}"/>
          </ac:spMkLst>
        </pc:spChg>
        <pc:picChg chg="add mod">
          <ac:chgData name="Arnaldo Satoru Gunzi" userId="41a30d14-40e4-4cae-bd0a-ce9e51e34c46" providerId="ADAL" clId="{E5A03375-E83D-4F99-81D0-C4D19F3F5752}" dt="2023-10-07T14:21:46.872" v="8796" actId="1076"/>
          <ac:picMkLst>
            <pc:docMk/>
            <pc:sldMk cId="2623521984" sldId="490"/>
            <ac:picMk id="5" creationId="{12DC81C8-8BE2-E24B-B4ED-60AC0CAEF3B9}"/>
          </ac:picMkLst>
        </pc:picChg>
        <pc:picChg chg="add mod">
          <ac:chgData name="Arnaldo Satoru Gunzi" userId="41a30d14-40e4-4cae-bd0a-ce9e51e34c46" providerId="ADAL" clId="{E5A03375-E83D-4F99-81D0-C4D19F3F5752}" dt="2023-10-08T09:36:07.488" v="10936" actId="1038"/>
          <ac:picMkLst>
            <pc:docMk/>
            <pc:sldMk cId="2623521984" sldId="490"/>
            <ac:picMk id="16" creationId="{121B3818-9E28-C5EF-976C-C5947B9018AA}"/>
          </ac:picMkLst>
        </pc:picChg>
        <pc:picChg chg="del">
          <ac:chgData name="Arnaldo Satoru Gunzi" userId="41a30d14-40e4-4cae-bd0a-ce9e51e34c46" providerId="ADAL" clId="{E5A03375-E83D-4F99-81D0-C4D19F3F5752}" dt="2023-10-07T14:21:24.430" v="8794" actId="478"/>
          <ac:picMkLst>
            <pc:docMk/>
            <pc:sldMk cId="2623521984" sldId="490"/>
            <ac:picMk id="1026" creationId="{DB8FDD5B-BFDE-819D-5333-264A7FE72DB5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31:56.625" v="12778" actId="14100"/>
        <pc:sldMkLst>
          <pc:docMk/>
          <pc:sldMk cId="119606815" sldId="491"/>
        </pc:sldMkLst>
        <pc:spChg chg="mod">
          <ac:chgData name="Arnaldo Satoru Gunzi" userId="41a30d14-40e4-4cae-bd0a-ce9e51e34c46" providerId="ADAL" clId="{E5A03375-E83D-4F99-81D0-C4D19F3F5752}" dt="2023-10-09T11:31:56.625" v="12778" actId="14100"/>
          <ac:spMkLst>
            <pc:docMk/>
            <pc:sldMk cId="119606815" sldId="491"/>
            <ac:spMk id="2" creationId="{B8304D8B-CBCB-F7BB-C3B6-1A4432DA5EEF}"/>
          </ac:spMkLst>
        </pc:spChg>
        <pc:spChg chg="mod">
          <ac:chgData name="Arnaldo Satoru Gunzi" userId="41a30d14-40e4-4cae-bd0a-ce9e51e34c46" providerId="ADAL" clId="{E5A03375-E83D-4F99-81D0-C4D19F3F5752}" dt="2023-10-09T11:29:58.277" v="12689" actId="947"/>
          <ac:spMkLst>
            <pc:docMk/>
            <pc:sldMk cId="119606815" sldId="491"/>
            <ac:spMk id="6" creationId="{55CFB4C2-F5A1-DC70-252E-57649E89E2F9}"/>
          </ac:spMkLst>
        </pc:spChg>
        <pc:spChg chg="mod">
          <ac:chgData name="Arnaldo Satoru Gunzi" userId="41a30d14-40e4-4cae-bd0a-ce9e51e34c46" providerId="ADAL" clId="{E5A03375-E83D-4F99-81D0-C4D19F3F5752}" dt="2023-10-09T11:29:58.275" v="12685" actId="947"/>
          <ac:spMkLst>
            <pc:docMk/>
            <pc:sldMk cId="119606815" sldId="491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278" v="12691" actId="947"/>
          <ac:spMkLst>
            <pc:docMk/>
            <pc:sldMk cId="119606815" sldId="491"/>
            <ac:spMk id="8" creationId="{DD28BBC5-3492-7C6D-DFC1-D38B0E02E143}"/>
          </ac:spMkLst>
        </pc:spChg>
        <pc:spChg chg="mod">
          <ac:chgData name="Arnaldo Satoru Gunzi" userId="41a30d14-40e4-4cae-bd0a-ce9e51e34c46" providerId="ADAL" clId="{E5A03375-E83D-4F99-81D0-C4D19F3F5752}" dt="2023-10-09T11:29:58.279" v="12693" actId="947"/>
          <ac:spMkLst>
            <pc:docMk/>
            <pc:sldMk cId="119606815" sldId="491"/>
            <ac:spMk id="9" creationId="{7448EFD9-9656-490E-E963-8CFD7E6CD5B9}"/>
          </ac:spMkLst>
        </pc:spChg>
        <pc:spChg chg="del">
          <ac:chgData name="Arnaldo Satoru Gunzi" userId="41a30d14-40e4-4cae-bd0a-ce9e51e34c46" providerId="ADAL" clId="{E5A03375-E83D-4F99-81D0-C4D19F3F5752}" dt="2023-10-07T14:24:17.835" v="9148" actId="478"/>
          <ac:spMkLst>
            <pc:docMk/>
            <pc:sldMk cId="119606815" sldId="491"/>
            <ac:spMk id="10" creationId="{6F9A47D4-2EFA-BEB7-FA55-6A09C64F5966}"/>
          </ac:spMkLst>
        </pc:spChg>
        <pc:spChg chg="del">
          <ac:chgData name="Arnaldo Satoru Gunzi" userId="41a30d14-40e4-4cae-bd0a-ce9e51e34c46" providerId="ADAL" clId="{E5A03375-E83D-4F99-81D0-C4D19F3F5752}" dt="2023-10-07T14:24:14.533" v="9147" actId="478"/>
          <ac:spMkLst>
            <pc:docMk/>
            <pc:sldMk cId="119606815" sldId="491"/>
            <ac:spMk id="11" creationId="{8E32B72D-1B60-6569-04D7-AAC67A20B924}"/>
          </ac:spMkLst>
        </pc:spChg>
        <pc:spChg chg="del">
          <ac:chgData name="Arnaldo Satoru Gunzi" userId="41a30d14-40e4-4cae-bd0a-ce9e51e34c46" providerId="ADAL" clId="{E5A03375-E83D-4F99-81D0-C4D19F3F5752}" dt="2023-10-07T14:24:07.157" v="9144" actId="478"/>
          <ac:spMkLst>
            <pc:docMk/>
            <pc:sldMk cId="119606815" sldId="491"/>
            <ac:spMk id="12" creationId="{35E4484C-073C-6664-3035-F80F0C4DB209}"/>
          </ac:spMkLst>
        </pc:spChg>
        <pc:spChg chg="del">
          <ac:chgData name="Arnaldo Satoru Gunzi" userId="41a30d14-40e4-4cae-bd0a-ce9e51e34c46" providerId="ADAL" clId="{E5A03375-E83D-4F99-81D0-C4D19F3F5752}" dt="2023-10-07T14:24:09.276" v="9145" actId="478"/>
          <ac:spMkLst>
            <pc:docMk/>
            <pc:sldMk cId="119606815" sldId="491"/>
            <ac:spMk id="13" creationId="{C63C91BC-EFA4-8A24-5FA6-51018467BE18}"/>
          </ac:spMkLst>
        </pc:spChg>
        <pc:spChg chg="del">
          <ac:chgData name="Arnaldo Satoru Gunzi" userId="41a30d14-40e4-4cae-bd0a-ce9e51e34c46" providerId="ADAL" clId="{E5A03375-E83D-4F99-81D0-C4D19F3F5752}" dt="2023-10-07T14:24:11.893" v="9146" actId="478"/>
          <ac:spMkLst>
            <pc:docMk/>
            <pc:sldMk cId="119606815" sldId="491"/>
            <ac:spMk id="14" creationId="{D3229308-57F0-A7D5-2BC6-54AF70C4BC2F}"/>
          </ac:spMkLst>
        </pc:spChg>
        <pc:spChg chg="mod">
          <ac:chgData name="Arnaldo Satoru Gunzi" userId="41a30d14-40e4-4cae-bd0a-ce9e51e34c46" providerId="ADAL" clId="{E5A03375-E83D-4F99-81D0-C4D19F3F5752}" dt="2023-10-09T11:29:58.281" v="12695" actId="947"/>
          <ac:spMkLst>
            <pc:docMk/>
            <pc:sldMk cId="119606815" sldId="491"/>
            <ac:spMk id="15" creationId="{309CAF3A-2E54-4BBF-7E18-AEE918818CE0}"/>
          </ac:spMkLst>
        </pc:spChg>
        <pc:picChg chg="add mod">
          <ac:chgData name="Arnaldo Satoru Gunzi" userId="41a30d14-40e4-4cae-bd0a-ce9e51e34c46" providerId="ADAL" clId="{E5A03375-E83D-4F99-81D0-C4D19F3F5752}" dt="2023-10-08T09:36:45.918" v="10942" actId="1076"/>
          <ac:picMkLst>
            <pc:docMk/>
            <pc:sldMk cId="119606815" sldId="491"/>
            <ac:picMk id="10" creationId="{A88DDE4C-7F24-758E-9AA5-A36945FEC502}"/>
          </ac:picMkLst>
        </pc:picChg>
      </pc:sldChg>
      <pc:sldChg chg="modSp add mod">
        <pc:chgData name="Arnaldo Satoru Gunzi" userId="41a30d14-40e4-4cae-bd0a-ce9e51e34c46" providerId="ADAL" clId="{E5A03375-E83D-4F99-81D0-C4D19F3F5752}" dt="2023-10-09T11:40:25.394" v="12901" actId="255"/>
        <pc:sldMkLst>
          <pc:docMk/>
          <pc:sldMk cId="2029593789" sldId="492"/>
        </pc:sldMkLst>
        <pc:spChg chg="mod">
          <ac:chgData name="Arnaldo Satoru Gunzi" userId="41a30d14-40e4-4cae-bd0a-ce9e51e34c46" providerId="ADAL" clId="{E5A03375-E83D-4F99-81D0-C4D19F3F5752}" dt="2023-10-09T11:40:25.394" v="12901" actId="255"/>
          <ac:spMkLst>
            <pc:docMk/>
            <pc:sldMk cId="2029593789" sldId="492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83" v="11739"/>
          <ac:spMkLst>
            <pc:docMk/>
            <pc:sldMk cId="2029593789" sldId="492"/>
            <ac:spMk id="6" creationId="{2DD4A450-B751-836C-F25A-A3A209BCD0D6}"/>
          </ac:spMkLst>
        </pc:spChg>
        <pc:spChg chg="mod">
          <ac:chgData name="Arnaldo Satoru Gunzi" userId="41a30d14-40e4-4cae-bd0a-ce9e51e34c46" providerId="ADAL" clId="{E5A03375-E83D-4F99-81D0-C4D19F3F5752}" dt="2023-10-09T11:29:56.978" v="11735" actId="947"/>
          <ac:spMkLst>
            <pc:docMk/>
            <pc:sldMk cId="2029593789" sldId="492"/>
            <ac:spMk id="7" creationId="{00000000-0000-0000-0000-000000000000}"/>
          </ac:spMkLst>
        </pc:spChg>
      </pc:sldChg>
      <pc:sldChg chg="addSp modSp add mod">
        <pc:chgData name="Arnaldo Satoru Gunzi" userId="41a30d14-40e4-4cae-bd0a-ce9e51e34c46" providerId="ADAL" clId="{E5A03375-E83D-4F99-81D0-C4D19F3F5752}" dt="2023-10-09T11:40:17.934" v="12899" actId="255"/>
        <pc:sldMkLst>
          <pc:docMk/>
          <pc:sldMk cId="1558509024" sldId="493"/>
        </pc:sldMkLst>
        <pc:spChg chg="mod">
          <ac:chgData name="Arnaldo Satoru Gunzi" userId="41a30d14-40e4-4cae-bd0a-ce9e51e34c46" providerId="ADAL" clId="{E5A03375-E83D-4F99-81D0-C4D19F3F5752}" dt="2023-10-09T11:40:17.934" v="12899" actId="255"/>
          <ac:spMkLst>
            <pc:docMk/>
            <pc:sldMk cId="1558509024" sldId="493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E5A03375-E83D-4F99-81D0-C4D19F3F5752}" dt="2023-10-09T11:29:56.989" v="11745"/>
          <ac:spMkLst>
            <pc:docMk/>
            <pc:sldMk cId="1558509024" sldId="493"/>
            <ac:spMk id="6" creationId="{2DD4A450-B751-836C-F25A-A3A209BCD0D6}"/>
          </ac:spMkLst>
        </pc:spChg>
        <pc:spChg chg="mod">
          <ac:chgData name="Arnaldo Satoru Gunzi" userId="41a30d14-40e4-4cae-bd0a-ce9e51e34c46" providerId="ADAL" clId="{E5A03375-E83D-4F99-81D0-C4D19F3F5752}" dt="2023-10-09T11:29:56.984" v="11741" actId="947"/>
          <ac:spMkLst>
            <pc:docMk/>
            <pc:sldMk cId="1558509024" sldId="493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7T16:06:16.319" v="9417" actId="1076"/>
          <ac:picMkLst>
            <pc:docMk/>
            <pc:sldMk cId="1558509024" sldId="493"/>
            <ac:picMk id="5" creationId="{7E57C3AA-CC22-6218-0E9A-189070758A91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38:01.746" v="12874" actId="255"/>
        <pc:sldMkLst>
          <pc:docMk/>
          <pc:sldMk cId="173264403" sldId="494"/>
        </pc:sldMkLst>
        <pc:spChg chg="add mod">
          <ac:chgData name="Arnaldo Satoru Gunzi" userId="41a30d14-40e4-4cae-bd0a-ce9e51e34c46" providerId="ADAL" clId="{E5A03375-E83D-4F99-81D0-C4D19F3F5752}" dt="2023-10-09T11:29:57.748" v="12273" actId="947"/>
          <ac:spMkLst>
            <pc:docMk/>
            <pc:sldMk cId="173264403" sldId="494"/>
            <ac:spMk id="2" creationId="{CB096832-84C2-E279-B68B-890AEC0B02F2}"/>
          </ac:spMkLst>
        </pc:spChg>
        <pc:spChg chg="mod">
          <ac:chgData name="Arnaldo Satoru Gunzi" userId="41a30d14-40e4-4cae-bd0a-ce9e51e34c46" providerId="ADAL" clId="{E5A03375-E83D-4F99-81D0-C4D19F3F5752}" dt="2023-10-09T11:29:57.733" v="12269" actId="947"/>
          <ac:spMkLst>
            <pc:docMk/>
            <pc:sldMk cId="173264403" sldId="494"/>
            <ac:spMk id="3" creationId="{8435EA95-261F-EA47-137E-EB7B7F7147B7}"/>
          </ac:spMkLst>
        </pc:spChg>
        <pc:spChg chg="add mod">
          <ac:chgData name="Arnaldo Satoru Gunzi" userId="41a30d14-40e4-4cae-bd0a-ce9e51e34c46" providerId="ADAL" clId="{E5A03375-E83D-4F99-81D0-C4D19F3F5752}" dt="2023-10-09T11:38:01.746" v="12874" actId="255"/>
          <ac:spMkLst>
            <pc:docMk/>
            <pc:sldMk cId="173264403" sldId="494"/>
            <ac:spMk id="5" creationId="{1965C749-A735-E0A1-E2A5-912A2A5BACA2}"/>
          </ac:spMkLst>
        </pc:spChg>
        <pc:spChg chg="add del mod">
          <ac:chgData name="Arnaldo Satoru Gunzi" userId="41a30d14-40e4-4cae-bd0a-ce9e51e34c46" providerId="ADAL" clId="{E5A03375-E83D-4F99-81D0-C4D19F3F5752}" dt="2023-10-08T09:22:56.835" v="10234" actId="478"/>
          <ac:spMkLst>
            <pc:docMk/>
            <pc:sldMk cId="173264403" sldId="494"/>
            <ac:spMk id="6" creationId="{DF039B1D-E14D-A4DC-DA08-C1B488374E96}"/>
          </ac:spMkLst>
        </pc:spChg>
        <pc:spChg chg="mod">
          <ac:chgData name="Arnaldo Satoru Gunzi" userId="41a30d14-40e4-4cae-bd0a-ce9e51e34c46" providerId="ADAL" clId="{E5A03375-E83D-4F99-81D0-C4D19F3F5752}" dt="2023-10-09T11:29:57.731" v="12267" actId="947"/>
          <ac:spMkLst>
            <pc:docMk/>
            <pc:sldMk cId="173264403" sldId="494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7T19:04:48.587" v="9509" actId="478"/>
          <ac:picMkLst>
            <pc:docMk/>
            <pc:sldMk cId="173264403" sldId="494"/>
            <ac:picMk id="15379" creationId="{2FD968B1-D91A-B3C9-69F5-64A1ECD97638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757" v="12279" actId="947"/>
        <pc:sldMkLst>
          <pc:docMk/>
          <pc:sldMk cId="2732754760" sldId="495"/>
        </pc:sldMkLst>
        <pc:spChg chg="mod">
          <ac:chgData name="Arnaldo Satoru Gunzi" userId="41a30d14-40e4-4cae-bd0a-ce9e51e34c46" providerId="ADAL" clId="{E5A03375-E83D-4F99-81D0-C4D19F3F5752}" dt="2023-10-09T11:29:57.754" v="12277" actId="947"/>
          <ac:spMkLst>
            <pc:docMk/>
            <pc:sldMk cId="2732754760" sldId="495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E5A03375-E83D-4F99-81D0-C4D19F3F5752}" dt="2023-10-09T11:29:57.750" v="12275" actId="947"/>
          <ac:spMkLst>
            <pc:docMk/>
            <pc:sldMk cId="2732754760" sldId="495"/>
            <ac:spMk id="7" creationId="{00000000-0000-0000-0000-000000000000}"/>
          </ac:spMkLst>
        </pc:spChg>
        <pc:spChg chg="add del mod">
          <ac:chgData name="Arnaldo Satoru Gunzi" userId="41a30d14-40e4-4cae-bd0a-ce9e51e34c46" providerId="ADAL" clId="{E5A03375-E83D-4F99-81D0-C4D19F3F5752}" dt="2023-10-08T09:27:22.437" v="10487" actId="478"/>
          <ac:spMkLst>
            <pc:docMk/>
            <pc:sldMk cId="2732754760" sldId="495"/>
            <ac:spMk id="10" creationId="{D2DB6E66-1082-AF4C-E594-DF336831181D}"/>
          </ac:spMkLst>
        </pc:spChg>
        <pc:spChg chg="add del mod">
          <ac:chgData name="Arnaldo Satoru Gunzi" userId="41a30d14-40e4-4cae-bd0a-ce9e51e34c46" providerId="ADAL" clId="{E5A03375-E83D-4F99-81D0-C4D19F3F5752}" dt="2023-10-08T09:27:24.591" v="10489" actId="478"/>
          <ac:spMkLst>
            <pc:docMk/>
            <pc:sldMk cId="2732754760" sldId="495"/>
            <ac:spMk id="11" creationId="{D7700EC2-6549-2F04-F8F0-29EDCA546E1D}"/>
          </ac:spMkLst>
        </pc:spChg>
        <pc:spChg chg="add mod">
          <ac:chgData name="Arnaldo Satoru Gunzi" userId="41a30d14-40e4-4cae-bd0a-ce9e51e34c46" providerId="ADAL" clId="{E5A03375-E83D-4F99-81D0-C4D19F3F5752}" dt="2023-10-09T11:29:57.757" v="12279" actId="947"/>
          <ac:spMkLst>
            <pc:docMk/>
            <pc:sldMk cId="2732754760" sldId="495"/>
            <ac:spMk id="16" creationId="{5D5BEC07-34A3-7061-82E0-378B8D1948FA}"/>
          </ac:spMkLst>
        </pc:spChg>
        <pc:picChg chg="add del mod">
          <ac:chgData name="Arnaldo Satoru Gunzi" userId="41a30d14-40e4-4cae-bd0a-ce9e51e34c46" providerId="ADAL" clId="{E5A03375-E83D-4F99-81D0-C4D19F3F5752}" dt="2023-10-08T09:27:26.674" v="10490" actId="478"/>
          <ac:picMkLst>
            <pc:docMk/>
            <pc:sldMk cId="2732754760" sldId="495"/>
            <ac:picMk id="5" creationId="{D4F2E30D-5C08-9FE4-4228-BE9309646672}"/>
          </ac:picMkLst>
        </pc:picChg>
        <pc:picChg chg="add mod">
          <ac:chgData name="Arnaldo Satoru Gunzi" userId="41a30d14-40e4-4cae-bd0a-ce9e51e34c46" providerId="ADAL" clId="{E5A03375-E83D-4F99-81D0-C4D19F3F5752}" dt="2023-10-08T09:30:41.862" v="10799" actId="1076"/>
          <ac:picMkLst>
            <pc:docMk/>
            <pc:sldMk cId="2732754760" sldId="495"/>
            <ac:picMk id="6" creationId="{5806A0E8-464A-B3AB-BBBA-93241E0CA97B}"/>
          </ac:picMkLst>
        </pc:picChg>
        <pc:picChg chg="add del mod">
          <ac:chgData name="Arnaldo Satoru Gunzi" userId="41a30d14-40e4-4cae-bd0a-ce9e51e34c46" providerId="ADAL" clId="{E5A03375-E83D-4F99-81D0-C4D19F3F5752}" dt="2023-10-08T09:27:26.674" v="10490" actId="478"/>
          <ac:picMkLst>
            <pc:docMk/>
            <pc:sldMk cId="2732754760" sldId="495"/>
            <ac:picMk id="8" creationId="{B6D0AE65-D56F-6E7D-9AB5-AB70BC07DF52}"/>
          </ac:picMkLst>
        </pc:picChg>
        <pc:picChg chg="add mod">
          <ac:chgData name="Arnaldo Satoru Gunzi" userId="41a30d14-40e4-4cae-bd0a-ce9e51e34c46" providerId="ADAL" clId="{E5A03375-E83D-4F99-81D0-C4D19F3F5752}" dt="2023-10-08T09:30:41.862" v="10799" actId="1076"/>
          <ac:picMkLst>
            <pc:docMk/>
            <pc:sldMk cId="2732754760" sldId="495"/>
            <ac:picMk id="12" creationId="{D68A7C28-187E-2771-A1F8-08CC979A85AD}"/>
          </ac:picMkLst>
        </pc:picChg>
        <pc:picChg chg="add mod">
          <ac:chgData name="Arnaldo Satoru Gunzi" userId="41a30d14-40e4-4cae-bd0a-ce9e51e34c46" providerId="ADAL" clId="{E5A03375-E83D-4F99-81D0-C4D19F3F5752}" dt="2023-10-08T09:30:41.862" v="10799" actId="1076"/>
          <ac:picMkLst>
            <pc:docMk/>
            <pc:sldMk cId="2732754760" sldId="495"/>
            <ac:picMk id="14" creationId="{064D13F0-5BD1-3F0A-307A-E94A34AC1943}"/>
          </ac:picMkLst>
        </pc:picChg>
        <pc:picChg chg="add mod">
          <ac:chgData name="Arnaldo Satoru Gunzi" userId="41a30d14-40e4-4cae-bd0a-ce9e51e34c46" providerId="ADAL" clId="{E5A03375-E83D-4F99-81D0-C4D19F3F5752}" dt="2023-10-08T09:30:41.862" v="10799" actId="1076"/>
          <ac:picMkLst>
            <pc:docMk/>
            <pc:sldMk cId="2732754760" sldId="495"/>
            <ac:picMk id="15" creationId="{F1029135-6EE5-EC0E-59A7-220F2D602005}"/>
          </ac:picMkLst>
        </pc:picChg>
      </pc:sldChg>
      <pc:sldChg chg="addSp delSp modSp add mod ord">
        <pc:chgData name="Arnaldo Satoru Gunzi" userId="41a30d14-40e4-4cae-bd0a-ce9e51e34c46" providerId="ADAL" clId="{E5A03375-E83D-4F99-81D0-C4D19F3F5752}" dt="2023-10-09T11:29:57.726" v="12261" actId="947"/>
        <pc:sldMkLst>
          <pc:docMk/>
          <pc:sldMk cId="2877955241" sldId="496"/>
        </pc:sldMkLst>
        <pc:spChg chg="mod">
          <ac:chgData name="Arnaldo Satoru Gunzi" userId="41a30d14-40e4-4cae-bd0a-ce9e51e34c46" providerId="ADAL" clId="{E5A03375-E83D-4F99-81D0-C4D19F3F5752}" dt="2023-10-09T11:29:57.726" v="12261" actId="947"/>
          <ac:spMkLst>
            <pc:docMk/>
            <pc:sldMk cId="2877955241" sldId="496"/>
            <ac:spMk id="3" creationId="{8435EA95-261F-EA47-137E-EB7B7F7147B7}"/>
          </ac:spMkLst>
        </pc:spChg>
        <pc:spChg chg="del mod">
          <ac:chgData name="Arnaldo Satoru Gunzi" userId="41a30d14-40e4-4cae-bd0a-ce9e51e34c46" providerId="ADAL" clId="{E5A03375-E83D-4F99-81D0-C4D19F3F5752}" dt="2023-10-08T09:09:08.259" v="9871" actId="478"/>
          <ac:spMkLst>
            <pc:docMk/>
            <pc:sldMk cId="2877955241" sldId="496"/>
            <ac:spMk id="5" creationId="{1965C749-A735-E0A1-E2A5-912A2A5BACA2}"/>
          </ac:spMkLst>
        </pc:spChg>
        <pc:spChg chg="del">
          <ac:chgData name="Arnaldo Satoru Gunzi" userId="41a30d14-40e4-4cae-bd0a-ce9e51e34c46" providerId="ADAL" clId="{E5A03375-E83D-4F99-81D0-C4D19F3F5752}" dt="2023-10-08T09:08:59.077" v="9869" actId="478"/>
          <ac:spMkLst>
            <pc:docMk/>
            <pc:sldMk cId="2877955241" sldId="496"/>
            <ac:spMk id="6" creationId="{DF039B1D-E14D-A4DC-DA08-C1B488374E96}"/>
          </ac:spMkLst>
        </pc:spChg>
        <pc:spChg chg="mod">
          <ac:chgData name="Arnaldo Satoru Gunzi" userId="41a30d14-40e4-4cae-bd0a-ce9e51e34c46" providerId="ADAL" clId="{E5A03375-E83D-4F99-81D0-C4D19F3F5752}" dt="2023-10-09T11:29:57.722" v="12259" actId="947"/>
          <ac:spMkLst>
            <pc:docMk/>
            <pc:sldMk cId="2877955241" sldId="496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8T09:10:11.133" v="9989" actId="1076"/>
          <ac:picMkLst>
            <pc:docMk/>
            <pc:sldMk cId="2877955241" sldId="496"/>
            <ac:picMk id="8" creationId="{0460E36E-91DF-EDCB-E1E9-EB2900867973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7.729" v="12265" actId="947"/>
        <pc:sldMkLst>
          <pc:docMk/>
          <pc:sldMk cId="1087638922" sldId="497"/>
        </pc:sldMkLst>
        <pc:spChg chg="mod">
          <ac:chgData name="Arnaldo Satoru Gunzi" userId="41a30d14-40e4-4cae-bd0a-ce9e51e34c46" providerId="ADAL" clId="{E5A03375-E83D-4F99-81D0-C4D19F3F5752}" dt="2023-10-09T11:29:57.729" v="12265" actId="947"/>
          <ac:spMkLst>
            <pc:docMk/>
            <pc:sldMk cId="1087638922" sldId="497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E5A03375-E83D-4F99-81D0-C4D19F3F5752}" dt="2023-10-09T11:29:57.728" v="12263" actId="947"/>
          <ac:spMkLst>
            <pc:docMk/>
            <pc:sldMk cId="1087638922" sldId="497"/>
            <ac:spMk id="7" creationId="{00000000-0000-0000-0000-000000000000}"/>
          </ac:spMkLst>
        </pc:spChg>
        <pc:picChg chg="add mod">
          <ac:chgData name="Arnaldo Satoru Gunzi" userId="41a30d14-40e4-4cae-bd0a-ce9e51e34c46" providerId="ADAL" clId="{E5A03375-E83D-4F99-81D0-C4D19F3F5752}" dt="2023-10-08T09:22:25.546" v="10214" actId="1076"/>
          <ac:picMkLst>
            <pc:docMk/>
            <pc:sldMk cId="1087638922" sldId="497"/>
            <ac:picMk id="5" creationId="{61FE2587-C402-194A-CE20-F36E7C853ACE}"/>
          </ac:picMkLst>
        </pc:picChg>
        <pc:picChg chg="del">
          <ac:chgData name="Arnaldo Satoru Gunzi" userId="41a30d14-40e4-4cae-bd0a-ce9e51e34c46" providerId="ADAL" clId="{E5A03375-E83D-4F99-81D0-C4D19F3F5752}" dt="2023-10-08T09:20:32.116" v="10150" actId="478"/>
          <ac:picMkLst>
            <pc:docMk/>
            <pc:sldMk cId="1087638922" sldId="497"/>
            <ac:picMk id="8" creationId="{0460E36E-91DF-EDCB-E1E9-EB2900867973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37:52.466" v="12872" actId="255"/>
        <pc:sldMkLst>
          <pc:docMk/>
          <pc:sldMk cId="261649818" sldId="498"/>
        </pc:sldMkLst>
        <pc:spChg chg="add mod">
          <ac:chgData name="Arnaldo Satoru Gunzi" userId="41a30d14-40e4-4cae-bd0a-ce9e51e34c46" providerId="ADAL" clId="{E5A03375-E83D-4F99-81D0-C4D19F3F5752}" dt="2023-10-09T11:29:57.778" v="12287" actId="947"/>
          <ac:spMkLst>
            <pc:docMk/>
            <pc:sldMk cId="261649818" sldId="498"/>
            <ac:spMk id="2" creationId="{0226B80E-1B3A-BA6F-5BC2-89F804F87CDD}"/>
          </ac:spMkLst>
        </pc:spChg>
        <pc:spChg chg="mod">
          <ac:chgData name="Arnaldo Satoru Gunzi" userId="41a30d14-40e4-4cae-bd0a-ce9e51e34c46" providerId="ADAL" clId="{E5A03375-E83D-4F99-81D0-C4D19F3F5752}" dt="2023-10-09T11:29:57.763" v="12283" actId="947"/>
          <ac:spMkLst>
            <pc:docMk/>
            <pc:sldMk cId="261649818" sldId="498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E5A03375-E83D-4F99-81D0-C4D19F3F5752}" dt="2023-10-09T11:29:57.760" v="12281" actId="947"/>
          <ac:spMkLst>
            <pc:docMk/>
            <pc:sldMk cId="261649818" sldId="498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37:52.466" v="12872" actId="255"/>
          <ac:spMkLst>
            <pc:docMk/>
            <pc:sldMk cId="261649818" sldId="498"/>
            <ac:spMk id="10" creationId="{D2DB6E66-1082-AF4C-E594-DF336831181D}"/>
          </ac:spMkLst>
        </pc:spChg>
        <pc:spChg chg="del mod">
          <ac:chgData name="Arnaldo Satoru Gunzi" userId="41a30d14-40e4-4cae-bd0a-ce9e51e34c46" providerId="ADAL" clId="{E5A03375-E83D-4F99-81D0-C4D19F3F5752}" dt="2023-10-08T09:25:43.257" v="10345" actId="478"/>
          <ac:spMkLst>
            <pc:docMk/>
            <pc:sldMk cId="261649818" sldId="498"/>
            <ac:spMk id="11" creationId="{D7700EC2-6549-2F04-F8F0-29EDCA546E1D}"/>
          </ac:spMkLst>
        </pc:spChg>
        <pc:picChg chg="mod">
          <ac:chgData name="Arnaldo Satoru Gunzi" userId="41a30d14-40e4-4cae-bd0a-ce9e51e34c46" providerId="ADAL" clId="{E5A03375-E83D-4F99-81D0-C4D19F3F5752}" dt="2023-10-08T09:26:08.910" v="10370" actId="1076"/>
          <ac:picMkLst>
            <pc:docMk/>
            <pc:sldMk cId="261649818" sldId="498"/>
            <ac:picMk id="5" creationId="{D4F2E30D-5C08-9FE4-4228-BE9309646672}"/>
          </ac:picMkLst>
        </pc:picChg>
        <pc:picChg chg="mod">
          <ac:chgData name="Arnaldo Satoru Gunzi" userId="41a30d14-40e4-4cae-bd0a-ce9e51e34c46" providerId="ADAL" clId="{E5A03375-E83D-4F99-81D0-C4D19F3F5752}" dt="2023-10-08T09:26:11.451" v="10371" actId="1076"/>
          <ac:picMkLst>
            <pc:docMk/>
            <pc:sldMk cId="261649818" sldId="498"/>
            <ac:picMk id="8" creationId="{B6D0AE65-D56F-6E7D-9AB5-AB70BC07DF52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1:29:58.326" v="12729" actId="947"/>
        <pc:sldMkLst>
          <pc:docMk/>
          <pc:sldMk cId="137340357" sldId="499"/>
        </pc:sldMkLst>
        <pc:spChg chg="del">
          <ac:chgData name="Arnaldo Satoru Gunzi" userId="41a30d14-40e4-4cae-bd0a-ce9e51e34c46" providerId="ADAL" clId="{E5A03375-E83D-4F99-81D0-C4D19F3F5752}" dt="2023-10-08T09:37:49.712" v="10948" actId="478"/>
          <ac:spMkLst>
            <pc:docMk/>
            <pc:sldMk cId="137340357" sldId="499"/>
            <ac:spMk id="2" creationId="{52E2F736-C205-54CD-3535-5E4941A9229D}"/>
          </ac:spMkLst>
        </pc:spChg>
        <pc:spChg chg="add del">
          <ac:chgData name="Arnaldo Satoru Gunzi" userId="41a30d14-40e4-4cae-bd0a-ce9e51e34c46" providerId="ADAL" clId="{E5A03375-E83D-4F99-81D0-C4D19F3F5752}" dt="2023-10-08T09:37:56.869" v="10951"/>
          <ac:spMkLst>
            <pc:docMk/>
            <pc:sldMk cId="137340357" sldId="499"/>
            <ac:spMk id="4" creationId="{20A0587B-94E6-1487-A821-54A89062F21A}"/>
          </ac:spMkLst>
        </pc:spChg>
        <pc:spChg chg="mod">
          <ac:chgData name="Arnaldo Satoru Gunzi" userId="41a30d14-40e4-4cae-bd0a-ce9e51e34c46" providerId="ADAL" clId="{E5A03375-E83D-4F99-81D0-C4D19F3F5752}" dt="2023-10-09T11:29:58.322" v="12727" actId="947"/>
          <ac:spMkLst>
            <pc:docMk/>
            <pc:sldMk cId="137340357" sldId="499"/>
            <ac:spMk id="5" creationId="{B044345E-ADB1-7BBB-4823-28C5D7D7067E}"/>
          </ac:spMkLst>
        </pc:spChg>
        <pc:spChg chg="mod">
          <ac:chgData name="Arnaldo Satoru Gunzi" userId="41a30d14-40e4-4cae-bd0a-ce9e51e34c46" providerId="ADAL" clId="{E5A03375-E83D-4F99-81D0-C4D19F3F5752}" dt="2023-10-09T11:29:58.312" v="12725" actId="947"/>
          <ac:spMkLst>
            <pc:docMk/>
            <pc:sldMk cId="137340357" sldId="499"/>
            <ac:spMk id="7" creationId="{00000000-0000-0000-0000-000000000000}"/>
          </ac:spMkLst>
        </pc:spChg>
        <pc:spChg chg="add mod">
          <ac:chgData name="Arnaldo Satoru Gunzi" userId="41a30d14-40e4-4cae-bd0a-ce9e51e34c46" providerId="ADAL" clId="{E5A03375-E83D-4F99-81D0-C4D19F3F5752}" dt="2023-10-09T11:29:58.326" v="12729" actId="947"/>
          <ac:spMkLst>
            <pc:docMk/>
            <pc:sldMk cId="137340357" sldId="499"/>
            <ac:spMk id="14" creationId="{683165F9-7612-A700-787A-86F2EABD38F8}"/>
          </ac:spMkLst>
        </pc:spChg>
        <pc:grpChg chg="del">
          <ac:chgData name="Arnaldo Satoru Gunzi" userId="41a30d14-40e4-4cae-bd0a-ce9e51e34c46" providerId="ADAL" clId="{E5A03375-E83D-4F99-81D0-C4D19F3F5752}" dt="2023-10-08T09:37:46.882" v="10947" actId="478"/>
          <ac:grpSpMkLst>
            <pc:docMk/>
            <pc:sldMk cId="137340357" sldId="499"/>
            <ac:grpSpMk id="6" creationId="{DBCAF0A1-321B-2B86-5422-6074D9322991}"/>
          </ac:grpSpMkLst>
        </pc:grpChg>
        <pc:picChg chg="add mod">
          <ac:chgData name="Arnaldo Satoru Gunzi" userId="41a30d14-40e4-4cae-bd0a-ce9e51e34c46" providerId="ADAL" clId="{E5A03375-E83D-4F99-81D0-C4D19F3F5752}" dt="2023-10-08T09:41:22.107" v="11234" actId="1076"/>
          <ac:picMkLst>
            <pc:docMk/>
            <pc:sldMk cId="137340357" sldId="499"/>
            <ac:picMk id="12" creationId="{9FCDA7F4-32BC-8602-D3B7-90A2A60CF431}"/>
          </ac:picMkLst>
        </pc:picChg>
      </pc:sldChg>
      <pc:sldChg chg="addSp modSp add mod">
        <pc:chgData name="Arnaldo Satoru Gunzi" userId="41a30d14-40e4-4cae-bd0a-ce9e51e34c46" providerId="ADAL" clId="{E5A03375-E83D-4F99-81D0-C4D19F3F5752}" dt="2023-10-09T11:29:58.234" v="12635" actId="947"/>
        <pc:sldMkLst>
          <pc:docMk/>
          <pc:sldMk cId="3586104308" sldId="500"/>
        </pc:sldMkLst>
        <pc:spChg chg="mod">
          <ac:chgData name="Arnaldo Satoru Gunzi" userId="41a30d14-40e4-4cae-bd0a-ce9e51e34c46" providerId="ADAL" clId="{E5A03375-E83D-4F99-81D0-C4D19F3F5752}" dt="2023-10-09T11:29:58.231" v="12629" actId="947"/>
          <ac:spMkLst>
            <pc:docMk/>
            <pc:sldMk cId="3586104308" sldId="500"/>
            <ac:spMk id="4" creationId="{6A914BAA-66EB-CF99-2E43-3A906C4A055D}"/>
          </ac:spMkLst>
        </pc:spChg>
        <pc:spChg chg="mod">
          <ac:chgData name="Arnaldo Satoru Gunzi" userId="41a30d14-40e4-4cae-bd0a-ce9e51e34c46" providerId="ADAL" clId="{E5A03375-E83D-4F99-81D0-C4D19F3F5752}" dt="2023-10-09T11:29:58.224" v="12619" actId="947"/>
          <ac:spMkLst>
            <pc:docMk/>
            <pc:sldMk cId="3586104308" sldId="500"/>
            <ac:spMk id="6" creationId="{0B402C09-5650-04D0-4277-97D0906556F1}"/>
          </ac:spMkLst>
        </pc:spChg>
        <pc:spChg chg="mod">
          <ac:chgData name="Arnaldo Satoru Gunzi" userId="41a30d14-40e4-4cae-bd0a-ce9e51e34c46" providerId="ADAL" clId="{E5A03375-E83D-4F99-81D0-C4D19F3F5752}" dt="2023-10-09T11:29:58.223" v="12617" actId="947"/>
          <ac:spMkLst>
            <pc:docMk/>
            <pc:sldMk cId="3586104308" sldId="500"/>
            <ac:spMk id="7" creationId="{00000000-0000-0000-0000-000000000000}"/>
          </ac:spMkLst>
        </pc:spChg>
        <pc:spChg chg="mod">
          <ac:chgData name="Arnaldo Satoru Gunzi" userId="41a30d14-40e4-4cae-bd0a-ce9e51e34c46" providerId="ADAL" clId="{E5A03375-E83D-4F99-81D0-C4D19F3F5752}" dt="2023-10-09T11:29:58.226" v="12621" actId="947"/>
          <ac:spMkLst>
            <pc:docMk/>
            <pc:sldMk cId="3586104308" sldId="500"/>
            <ac:spMk id="9" creationId="{1AAC4597-4513-09CF-36CF-F62085059362}"/>
          </ac:spMkLst>
        </pc:spChg>
        <pc:spChg chg="mod">
          <ac:chgData name="Arnaldo Satoru Gunzi" userId="41a30d14-40e4-4cae-bd0a-ce9e51e34c46" providerId="ADAL" clId="{E5A03375-E83D-4F99-81D0-C4D19F3F5752}" dt="2023-10-09T11:29:58.227" v="12623" actId="947"/>
          <ac:spMkLst>
            <pc:docMk/>
            <pc:sldMk cId="3586104308" sldId="500"/>
            <ac:spMk id="10" creationId="{D4EFB980-2F58-76D7-807F-7DE7DCD3F7AA}"/>
          </ac:spMkLst>
        </pc:spChg>
        <pc:spChg chg="mod">
          <ac:chgData name="Arnaldo Satoru Gunzi" userId="41a30d14-40e4-4cae-bd0a-ce9e51e34c46" providerId="ADAL" clId="{E5A03375-E83D-4F99-81D0-C4D19F3F5752}" dt="2023-10-09T11:29:58.228" v="12625" actId="947"/>
          <ac:spMkLst>
            <pc:docMk/>
            <pc:sldMk cId="3586104308" sldId="500"/>
            <ac:spMk id="11" creationId="{7F5D95FB-0D07-790C-3E55-D3D3F2E50B07}"/>
          </ac:spMkLst>
        </pc:spChg>
        <pc:spChg chg="mod">
          <ac:chgData name="Arnaldo Satoru Gunzi" userId="41a30d14-40e4-4cae-bd0a-ce9e51e34c46" providerId="ADAL" clId="{E5A03375-E83D-4F99-81D0-C4D19F3F5752}" dt="2023-10-09T11:29:58.229" v="12627" actId="947"/>
          <ac:spMkLst>
            <pc:docMk/>
            <pc:sldMk cId="3586104308" sldId="500"/>
            <ac:spMk id="12" creationId="{557EEDB9-F443-6E2D-053A-810445A13B64}"/>
          </ac:spMkLst>
        </pc:spChg>
        <pc:spChg chg="add mod">
          <ac:chgData name="Arnaldo Satoru Gunzi" userId="41a30d14-40e4-4cae-bd0a-ce9e51e34c46" providerId="ADAL" clId="{E5A03375-E83D-4F99-81D0-C4D19F3F5752}" dt="2023-10-09T11:29:58.234" v="12635" actId="947"/>
          <ac:spMkLst>
            <pc:docMk/>
            <pc:sldMk cId="3586104308" sldId="500"/>
            <ac:spMk id="17" creationId="{91697E5D-4291-77E3-5AA0-325DD0B3CB77}"/>
          </ac:spMkLst>
        </pc:spChg>
        <pc:spChg chg="mod">
          <ac:chgData name="Arnaldo Satoru Gunzi" userId="41a30d14-40e4-4cae-bd0a-ce9e51e34c46" providerId="ADAL" clId="{E5A03375-E83D-4F99-81D0-C4D19F3F5752}" dt="2023-10-09T11:29:58.233" v="12633" actId="947"/>
          <ac:spMkLst>
            <pc:docMk/>
            <pc:sldMk cId="3586104308" sldId="500"/>
            <ac:spMk id="18" creationId="{654B1A45-FE84-5501-7B08-27ACC2FF9403}"/>
          </ac:spMkLst>
        </pc:spChg>
        <pc:spChg chg="mod">
          <ac:chgData name="Arnaldo Satoru Gunzi" userId="41a30d14-40e4-4cae-bd0a-ce9e51e34c46" providerId="ADAL" clId="{E5A03375-E83D-4F99-81D0-C4D19F3F5752}" dt="2023-10-09T11:29:58.232" v="12631" actId="947"/>
          <ac:spMkLst>
            <pc:docMk/>
            <pc:sldMk cId="3586104308" sldId="500"/>
            <ac:spMk id="20" creationId="{1D6C5E5A-5651-ADD8-1CC3-AB575C0DDD9F}"/>
          </ac:spMkLst>
        </pc:spChg>
        <pc:cxnChg chg="add mod">
          <ac:chgData name="Arnaldo Satoru Gunzi" userId="41a30d14-40e4-4cae-bd0a-ce9e51e34c46" providerId="ADAL" clId="{E5A03375-E83D-4F99-81D0-C4D19F3F5752}" dt="2023-10-08T09:42:38.232" v="11241" actId="13822"/>
          <ac:cxnSpMkLst>
            <pc:docMk/>
            <pc:sldMk cId="3586104308" sldId="500"/>
            <ac:cxnSpMk id="15" creationId="{7EBEF3DC-0239-F3C5-0568-ED2AF76C33D3}"/>
          </ac:cxnSpMkLst>
        </pc:cxnChg>
      </pc:sldChg>
      <pc:sldChg chg="delSp modSp add mod ord">
        <pc:chgData name="Arnaldo Satoru Gunzi" userId="41a30d14-40e4-4cae-bd0a-ce9e51e34c46" providerId="ADAL" clId="{E5A03375-E83D-4F99-81D0-C4D19F3F5752}" dt="2023-10-09T11:29:57.995" v="12403" actId="947"/>
        <pc:sldMkLst>
          <pc:docMk/>
          <pc:sldMk cId="2423916944" sldId="501"/>
        </pc:sldMkLst>
        <pc:spChg chg="mod">
          <ac:chgData name="Arnaldo Satoru Gunzi" userId="41a30d14-40e4-4cae-bd0a-ce9e51e34c46" providerId="ADAL" clId="{E5A03375-E83D-4F99-81D0-C4D19F3F5752}" dt="2023-10-09T11:29:57.995" v="12403" actId="947"/>
          <ac:spMkLst>
            <pc:docMk/>
            <pc:sldMk cId="2423916944" sldId="501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E5A03375-E83D-4F99-81D0-C4D19F3F5752}" dt="2023-10-09T11:29:57.993" v="12401" actId="947"/>
          <ac:spMkLst>
            <pc:docMk/>
            <pc:sldMk cId="2423916944" sldId="501"/>
            <ac:spMk id="7" creationId="{00000000-0000-0000-0000-000000000000}"/>
          </ac:spMkLst>
        </pc:spChg>
        <pc:spChg chg="del">
          <ac:chgData name="Arnaldo Satoru Gunzi" userId="41a30d14-40e4-4cae-bd0a-ce9e51e34c46" providerId="ADAL" clId="{E5A03375-E83D-4F99-81D0-C4D19F3F5752}" dt="2023-10-08T09:55:58.138" v="11421" actId="478"/>
          <ac:spMkLst>
            <pc:docMk/>
            <pc:sldMk cId="2423916944" sldId="501"/>
            <ac:spMk id="8" creationId="{2F81A234-5BC5-55DE-A77B-470F0F80D159}"/>
          </ac:spMkLst>
        </pc:spChg>
        <pc:picChg chg="mod">
          <ac:chgData name="Arnaldo Satoru Gunzi" userId="41a30d14-40e4-4cae-bd0a-ce9e51e34c46" providerId="ADAL" clId="{E5A03375-E83D-4F99-81D0-C4D19F3F5752}" dt="2023-10-08T09:56:01.007" v="11422" actId="1076"/>
          <ac:picMkLst>
            <pc:docMk/>
            <pc:sldMk cId="2423916944" sldId="501"/>
            <ac:picMk id="5" creationId="{C34D1A23-419F-4064-0C95-B86AA53E5180}"/>
          </ac:picMkLst>
        </pc:picChg>
      </pc:sldChg>
      <pc:sldChg chg="delSp modSp add del mod">
        <pc:chgData name="Arnaldo Satoru Gunzi" userId="41a30d14-40e4-4cae-bd0a-ce9e51e34c46" providerId="ADAL" clId="{E5A03375-E83D-4F99-81D0-C4D19F3F5752}" dt="2023-10-09T17:31:51.210" v="12965" actId="47"/>
        <pc:sldMkLst>
          <pc:docMk/>
          <pc:sldMk cId="1749880875" sldId="502"/>
        </pc:sldMkLst>
        <pc:spChg chg="mod">
          <ac:chgData name="Arnaldo Satoru Gunzi" userId="41a30d14-40e4-4cae-bd0a-ce9e51e34c46" providerId="ADAL" clId="{E5A03375-E83D-4F99-81D0-C4D19F3F5752}" dt="2023-10-09T11:29:58.334" v="12741" actId="947"/>
          <ac:spMkLst>
            <pc:docMk/>
            <pc:sldMk cId="1749880875" sldId="502"/>
            <ac:spMk id="2" creationId="{52E2F736-C205-54CD-3535-5E4941A9229D}"/>
          </ac:spMkLst>
        </pc:spChg>
        <pc:spChg chg="mod">
          <ac:chgData name="Arnaldo Satoru Gunzi" userId="41a30d14-40e4-4cae-bd0a-ce9e51e34c46" providerId="ADAL" clId="{E5A03375-E83D-4F99-81D0-C4D19F3F5752}" dt="2023-10-09T11:29:58.332" v="12739" actId="947"/>
          <ac:spMkLst>
            <pc:docMk/>
            <pc:sldMk cId="1749880875" sldId="502"/>
            <ac:spMk id="7" creationId="{00000000-0000-0000-0000-000000000000}"/>
          </ac:spMkLst>
        </pc:spChg>
        <pc:picChg chg="del">
          <ac:chgData name="Arnaldo Satoru Gunzi" userId="41a30d14-40e4-4cae-bd0a-ce9e51e34c46" providerId="ADAL" clId="{E5A03375-E83D-4F99-81D0-C4D19F3F5752}" dt="2023-10-08T11:30:53.753" v="11503" actId="478"/>
          <ac:picMkLst>
            <pc:docMk/>
            <pc:sldMk cId="1749880875" sldId="502"/>
            <ac:picMk id="5" creationId="{06324E65-D8B5-3D32-3DF4-01F9611BFED8}"/>
          </ac:picMkLst>
        </pc:picChg>
        <pc:picChg chg="del">
          <ac:chgData name="Arnaldo Satoru Gunzi" userId="41a30d14-40e4-4cae-bd0a-ce9e51e34c46" providerId="ADAL" clId="{E5A03375-E83D-4F99-81D0-C4D19F3F5752}" dt="2023-10-08T11:30:52.099" v="11502" actId="478"/>
          <ac:picMkLst>
            <pc:docMk/>
            <pc:sldMk cId="1749880875" sldId="502"/>
            <ac:picMk id="8" creationId="{B969F3F7-8C60-05DD-B9EB-0EE51B71F91C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09T18:46:52.669" v="13070" actId="1076"/>
        <pc:sldMkLst>
          <pc:docMk/>
          <pc:sldMk cId="2788681177" sldId="502"/>
        </pc:sldMkLst>
        <pc:spChg chg="mod">
          <ac:chgData name="Arnaldo Satoru Gunzi" userId="41a30d14-40e4-4cae-bd0a-ce9e51e34c46" providerId="ADAL" clId="{E5A03375-E83D-4F99-81D0-C4D19F3F5752}" dt="2023-10-09T18:38:20.893" v="13064" actId="14100"/>
          <ac:spMkLst>
            <pc:docMk/>
            <pc:sldMk cId="2788681177" sldId="502"/>
            <ac:spMk id="3" creationId="{8435EA95-261F-EA47-137E-EB7B7F7147B7}"/>
          </ac:spMkLst>
        </pc:spChg>
        <pc:spChg chg="del">
          <ac:chgData name="Arnaldo Satoru Gunzi" userId="41a30d14-40e4-4cae-bd0a-ce9e51e34c46" providerId="ADAL" clId="{E5A03375-E83D-4F99-81D0-C4D19F3F5752}" dt="2023-10-09T18:37:27.806" v="12967" actId="478"/>
          <ac:spMkLst>
            <pc:docMk/>
            <pc:sldMk cId="2788681177" sldId="502"/>
            <ac:spMk id="15" creationId="{60E9BF24-29CE-185D-597C-0FEE0CF43286}"/>
          </ac:spMkLst>
        </pc:spChg>
        <pc:picChg chg="add mod">
          <ac:chgData name="Arnaldo Satoru Gunzi" userId="41a30d14-40e4-4cae-bd0a-ce9e51e34c46" providerId="ADAL" clId="{E5A03375-E83D-4F99-81D0-C4D19F3F5752}" dt="2023-10-09T18:46:52.669" v="13070" actId="1076"/>
          <ac:picMkLst>
            <pc:docMk/>
            <pc:sldMk cId="2788681177" sldId="502"/>
            <ac:picMk id="5" creationId="{488735B2-809F-ACF9-595E-04230B5364C3}"/>
          </ac:picMkLst>
        </pc:picChg>
        <pc:picChg chg="del">
          <ac:chgData name="Arnaldo Satoru Gunzi" userId="41a30d14-40e4-4cae-bd0a-ce9e51e34c46" providerId="ADAL" clId="{E5A03375-E83D-4F99-81D0-C4D19F3F5752}" dt="2023-10-09T18:37:27.806" v="12967" actId="478"/>
          <ac:picMkLst>
            <pc:docMk/>
            <pc:sldMk cId="2788681177" sldId="502"/>
            <ac:picMk id="13" creationId="{BD3EA8C5-0D24-78DD-6EEC-FB2A09078825}"/>
          </ac:picMkLst>
        </pc:picChg>
        <pc:picChg chg="del">
          <ac:chgData name="Arnaldo Satoru Gunzi" userId="41a30d14-40e4-4cae-bd0a-ce9e51e34c46" providerId="ADAL" clId="{E5A03375-E83D-4F99-81D0-C4D19F3F5752}" dt="2023-10-09T18:37:27.806" v="12967" actId="478"/>
          <ac:picMkLst>
            <pc:docMk/>
            <pc:sldMk cId="2788681177" sldId="502"/>
            <ac:picMk id="17" creationId="{58C29891-4738-5474-D131-48B98BEF2AC4}"/>
          </ac:picMkLst>
        </pc:picChg>
      </pc:sldChg>
      <pc:sldChg chg="delSp modSp add del mod">
        <pc:chgData name="Arnaldo Satoru Gunzi" userId="41a30d14-40e4-4cae-bd0a-ce9e51e34c46" providerId="ADAL" clId="{E5A03375-E83D-4F99-81D0-C4D19F3F5752}" dt="2023-10-09T16:56:50.780" v="12963" actId="47"/>
        <pc:sldMkLst>
          <pc:docMk/>
          <pc:sldMk cId="3802043722" sldId="503"/>
        </pc:sldMkLst>
        <pc:spChg chg="mod">
          <ac:chgData name="Arnaldo Satoru Gunzi" userId="41a30d14-40e4-4cae-bd0a-ce9e51e34c46" providerId="ADAL" clId="{E5A03375-E83D-4F99-81D0-C4D19F3F5752}" dt="2023-10-09T16:56:44.413" v="12962" actId="20577"/>
          <ac:spMkLst>
            <pc:docMk/>
            <pc:sldMk cId="3802043722" sldId="503"/>
            <ac:spMk id="2" creationId="{52E2F736-C205-54CD-3535-5E4941A9229D}"/>
          </ac:spMkLst>
        </pc:spChg>
        <pc:picChg chg="del">
          <ac:chgData name="Arnaldo Satoru Gunzi" userId="41a30d14-40e4-4cae-bd0a-ce9e51e34c46" providerId="ADAL" clId="{E5A03375-E83D-4F99-81D0-C4D19F3F5752}" dt="2023-10-09T16:56:31.627" v="12930" actId="478"/>
          <ac:picMkLst>
            <pc:docMk/>
            <pc:sldMk cId="3802043722" sldId="503"/>
            <ac:picMk id="5" creationId="{06324E65-D8B5-3D32-3DF4-01F9611BFED8}"/>
          </ac:picMkLst>
        </pc:picChg>
        <pc:picChg chg="del">
          <ac:chgData name="Arnaldo Satoru Gunzi" userId="41a30d14-40e4-4cae-bd0a-ce9e51e34c46" providerId="ADAL" clId="{E5A03375-E83D-4F99-81D0-C4D19F3F5752}" dt="2023-10-09T16:56:31.627" v="12930" actId="478"/>
          <ac:picMkLst>
            <pc:docMk/>
            <pc:sldMk cId="3802043722" sldId="503"/>
            <ac:picMk id="8" creationId="{B969F3F7-8C60-05DD-B9EB-0EE51B71F91C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1T11:35:10.735" v="13138" actId="1076"/>
        <pc:sldMkLst>
          <pc:docMk/>
          <pc:sldMk cId="2436066507" sldId="512"/>
        </pc:sldMkLst>
        <pc:spChg chg="add mod">
          <ac:chgData name="Arnaldo Satoru Gunzi" userId="41a30d14-40e4-4cae-bd0a-ce9e51e34c46" providerId="ADAL" clId="{E5A03375-E83D-4F99-81D0-C4D19F3F5752}" dt="2023-10-11T11:34:00.211" v="13120" actId="20577"/>
          <ac:spMkLst>
            <pc:docMk/>
            <pc:sldMk cId="2436066507" sldId="512"/>
            <ac:spMk id="2" creationId="{D6A27CA6-7DC4-CD1C-54C6-C285244693B5}"/>
          </ac:spMkLst>
        </pc:spChg>
        <pc:spChg chg="add del mod">
          <ac:chgData name="Arnaldo Satoru Gunzi" userId="41a30d14-40e4-4cae-bd0a-ce9e51e34c46" providerId="ADAL" clId="{E5A03375-E83D-4F99-81D0-C4D19F3F5752}" dt="2023-10-11T11:34:03.223" v="13122" actId="478"/>
          <ac:spMkLst>
            <pc:docMk/>
            <pc:sldMk cId="2436066507" sldId="512"/>
            <ac:spMk id="4" creationId="{26057A72-D083-0D5B-8A63-E7F77354A9F5}"/>
          </ac:spMkLst>
        </pc:spChg>
        <pc:spChg chg="add mod">
          <ac:chgData name="Arnaldo Satoru Gunzi" userId="41a30d14-40e4-4cae-bd0a-ce9e51e34c46" providerId="ADAL" clId="{E5A03375-E83D-4F99-81D0-C4D19F3F5752}" dt="2023-10-11T11:35:04.930" v="13135" actId="20577"/>
          <ac:spMkLst>
            <pc:docMk/>
            <pc:sldMk cId="2436066507" sldId="512"/>
            <ac:spMk id="6" creationId="{2148D546-489D-5FDB-88F0-251878588B25}"/>
          </ac:spMkLst>
        </pc:spChg>
        <pc:picChg chg="del">
          <ac:chgData name="Arnaldo Satoru Gunzi" userId="41a30d14-40e4-4cae-bd0a-ce9e51e34c46" providerId="ADAL" clId="{E5A03375-E83D-4F99-81D0-C4D19F3F5752}" dt="2023-10-11T11:33:08.924" v="13073" actId="478"/>
          <ac:picMkLst>
            <pc:docMk/>
            <pc:sldMk cId="2436066507" sldId="512"/>
            <ac:picMk id="9" creationId="{1ECB28FA-E2BE-E9A6-ABE4-027AE623C8F9}"/>
          </ac:picMkLst>
        </pc:picChg>
        <pc:picChg chg="add mod">
          <ac:chgData name="Arnaldo Satoru Gunzi" userId="41a30d14-40e4-4cae-bd0a-ce9e51e34c46" providerId="ADAL" clId="{E5A03375-E83D-4F99-81D0-C4D19F3F5752}" dt="2023-10-11T11:35:10.735" v="13138" actId="1076"/>
          <ac:picMkLst>
            <pc:docMk/>
            <pc:sldMk cId="2436066507" sldId="512"/>
            <ac:picMk id="10" creationId="{9113DE87-838F-2057-8EAD-C93E9A8B35B8}"/>
          </ac:picMkLst>
        </pc:picChg>
        <pc:picChg chg="del">
          <ac:chgData name="Arnaldo Satoru Gunzi" userId="41a30d14-40e4-4cae-bd0a-ce9e51e34c46" providerId="ADAL" clId="{E5A03375-E83D-4F99-81D0-C4D19F3F5752}" dt="2023-10-11T11:33:08.924" v="13073" actId="478"/>
          <ac:picMkLst>
            <pc:docMk/>
            <pc:sldMk cId="2436066507" sldId="512"/>
            <ac:picMk id="14" creationId="{FC662F52-DB92-DBE8-D8BF-81B423F12F4D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1T11:35:47.684" v="13149" actId="1076"/>
        <pc:sldMkLst>
          <pc:docMk/>
          <pc:sldMk cId="1490339516" sldId="513"/>
        </pc:sldMkLst>
        <pc:spChg chg="del">
          <ac:chgData name="Arnaldo Satoru Gunzi" userId="41a30d14-40e4-4cae-bd0a-ce9e51e34c46" providerId="ADAL" clId="{E5A03375-E83D-4F99-81D0-C4D19F3F5752}" dt="2023-10-11T11:35:22.121" v="13142" actId="478"/>
          <ac:spMkLst>
            <pc:docMk/>
            <pc:sldMk cId="1490339516" sldId="513"/>
            <ac:spMk id="2" creationId="{D6A27CA6-7DC4-CD1C-54C6-C285244693B5}"/>
          </ac:spMkLst>
        </pc:spChg>
        <pc:spChg chg="mod">
          <ac:chgData name="Arnaldo Satoru Gunzi" userId="41a30d14-40e4-4cae-bd0a-ce9e51e34c46" providerId="ADAL" clId="{E5A03375-E83D-4F99-81D0-C4D19F3F5752}" dt="2023-10-11T11:35:27.689" v="13143" actId="1076"/>
          <ac:spMkLst>
            <pc:docMk/>
            <pc:sldMk cId="1490339516" sldId="513"/>
            <ac:spMk id="6" creationId="{2148D546-489D-5FDB-88F0-251878588B25}"/>
          </ac:spMkLst>
        </pc:spChg>
        <pc:picChg chg="add mod">
          <ac:chgData name="Arnaldo Satoru Gunzi" userId="41a30d14-40e4-4cae-bd0a-ce9e51e34c46" providerId="ADAL" clId="{E5A03375-E83D-4F99-81D0-C4D19F3F5752}" dt="2023-10-11T11:35:47.684" v="13149" actId="1076"/>
          <ac:picMkLst>
            <pc:docMk/>
            <pc:sldMk cId="1490339516" sldId="513"/>
            <ac:picMk id="5" creationId="{5A7EAE3D-58D5-0CBA-65FB-7987962F82F0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1T11:37:06.329" v="13335" actId="20577"/>
        <pc:sldMkLst>
          <pc:docMk/>
          <pc:sldMk cId="4289523402" sldId="514"/>
        </pc:sldMkLst>
        <pc:spChg chg="add mod">
          <ac:chgData name="Arnaldo Satoru Gunzi" userId="41a30d14-40e4-4cae-bd0a-ce9e51e34c46" providerId="ADAL" clId="{E5A03375-E83D-4F99-81D0-C4D19F3F5752}" dt="2023-10-11T11:37:06.329" v="13335" actId="20577"/>
          <ac:spMkLst>
            <pc:docMk/>
            <pc:sldMk cId="4289523402" sldId="514"/>
            <ac:spMk id="2" creationId="{9002C64A-DA5B-DFA4-CF34-751E9298FE89}"/>
          </ac:spMkLst>
        </pc:spChg>
        <pc:spChg chg="del">
          <ac:chgData name="Arnaldo Satoru Gunzi" userId="41a30d14-40e4-4cae-bd0a-ce9e51e34c46" providerId="ADAL" clId="{E5A03375-E83D-4F99-81D0-C4D19F3F5752}" dt="2023-10-11T11:35:51.290" v="13151" actId="478"/>
          <ac:spMkLst>
            <pc:docMk/>
            <pc:sldMk cId="4289523402" sldId="514"/>
            <ac:spMk id="6" creationId="{2148D546-489D-5FDB-88F0-251878588B25}"/>
          </ac:spMkLst>
        </pc:spChg>
        <pc:picChg chg="mod">
          <ac:chgData name="Arnaldo Satoru Gunzi" userId="41a30d14-40e4-4cae-bd0a-ce9e51e34c46" providerId="ADAL" clId="{E5A03375-E83D-4F99-81D0-C4D19F3F5752}" dt="2023-10-11T11:36:19.070" v="13209" actId="1076"/>
          <ac:picMkLst>
            <pc:docMk/>
            <pc:sldMk cId="4289523402" sldId="514"/>
            <ac:picMk id="5" creationId="{5A7EAE3D-58D5-0CBA-65FB-7987962F82F0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1T11:43:22.698" v="13452" actId="14100"/>
        <pc:sldMkLst>
          <pc:docMk/>
          <pc:sldMk cId="1394960770" sldId="515"/>
        </pc:sldMkLst>
        <pc:spChg chg="mod">
          <ac:chgData name="Arnaldo Satoru Gunzi" userId="41a30d14-40e4-4cae-bd0a-ce9e51e34c46" providerId="ADAL" clId="{E5A03375-E83D-4F99-81D0-C4D19F3F5752}" dt="2023-10-11T11:43:17.542" v="13447" actId="1076"/>
          <ac:spMkLst>
            <pc:docMk/>
            <pc:sldMk cId="1394960770" sldId="515"/>
            <ac:spMk id="6" creationId="{2148D546-489D-5FDB-88F0-251878588B25}"/>
          </ac:spMkLst>
        </pc:spChg>
        <pc:spChg chg="add mod">
          <ac:chgData name="Arnaldo Satoru Gunzi" userId="41a30d14-40e4-4cae-bd0a-ce9e51e34c46" providerId="ADAL" clId="{E5A03375-E83D-4F99-81D0-C4D19F3F5752}" dt="2023-10-11T11:43:14.399" v="13446" actId="20577"/>
          <ac:spMkLst>
            <pc:docMk/>
            <pc:sldMk cId="1394960770" sldId="515"/>
            <ac:spMk id="8" creationId="{5894E77B-486A-7002-7A8D-E915C029A374}"/>
          </ac:spMkLst>
        </pc:spChg>
        <pc:picChg chg="add mod">
          <ac:chgData name="Arnaldo Satoru Gunzi" userId="41a30d14-40e4-4cae-bd0a-ce9e51e34c46" providerId="ADAL" clId="{E5A03375-E83D-4F99-81D0-C4D19F3F5752}" dt="2023-10-11T11:43:22.698" v="13452" actId="14100"/>
          <ac:picMkLst>
            <pc:docMk/>
            <pc:sldMk cId="1394960770" sldId="515"/>
            <ac:picMk id="4" creationId="{78AC158E-7898-05EE-C675-02C54E17241B}"/>
          </ac:picMkLst>
        </pc:picChg>
        <pc:picChg chg="del">
          <ac:chgData name="Arnaldo Satoru Gunzi" userId="41a30d14-40e4-4cae-bd0a-ce9e51e34c46" providerId="ADAL" clId="{E5A03375-E83D-4F99-81D0-C4D19F3F5752}" dt="2023-10-11T11:42:39.621" v="13385" actId="478"/>
          <ac:picMkLst>
            <pc:docMk/>
            <pc:sldMk cId="1394960770" sldId="515"/>
            <ac:picMk id="5" creationId="{5A7EAE3D-58D5-0CBA-65FB-7987962F82F0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1T11:43:35.796" v="13461" actId="14100"/>
        <pc:sldMkLst>
          <pc:docMk/>
          <pc:sldMk cId="692849976" sldId="516"/>
        </pc:sldMkLst>
        <pc:spChg chg="del">
          <ac:chgData name="Arnaldo Satoru Gunzi" userId="41a30d14-40e4-4cae-bd0a-ce9e51e34c46" providerId="ADAL" clId="{E5A03375-E83D-4F99-81D0-C4D19F3F5752}" dt="2023-10-11T11:43:26.014" v="13454" actId="478"/>
          <ac:spMkLst>
            <pc:docMk/>
            <pc:sldMk cId="692849976" sldId="516"/>
            <ac:spMk id="6" creationId="{2148D546-489D-5FDB-88F0-251878588B25}"/>
          </ac:spMkLst>
        </pc:spChg>
        <pc:spChg chg="del">
          <ac:chgData name="Arnaldo Satoru Gunzi" userId="41a30d14-40e4-4cae-bd0a-ce9e51e34c46" providerId="ADAL" clId="{E5A03375-E83D-4F99-81D0-C4D19F3F5752}" dt="2023-10-11T11:43:29.640" v="13455" actId="478"/>
          <ac:spMkLst>
            <pc:docMk/>
            <pc:sldMk cId="692849976" sldId="516"/>
            <ac:spMk id="8" creationId="{5894E77B-486A-7002-7A8D-E915C029A374}"/>
          </ac:spMkLst>
        </pc:spChg>
        <pc:picChg chg="del">
          <ac:chgData name="Arnaldo Satoru Gunzi" userId="41a30d14-40e4-4cae-bd0a-ce9e51e34c46" providerId="ADAL" clId="{E5A03375-E83D-4F99-81D0-C4D19F3F5752}" dt="2023-10-11T11:43:30.806" v="13456" actId="478"/>
          <ac:picMkLst>
            <pc:docMk/>
            <pc:sldMk cId="692849976" sldId="516"/>
            <ac:picMk id="4" creationId="{78AC158E-7898-05EE-C675-02C54E17241B}"/>
          </ac:picMkLst>
        </pc:picChg>
        <pc:picChg chg="add mod">
          <ac:chgData name="Arnaldo Satoru Gunzi" userId="41a30d14-40e4-4cae-bd0a-ce9e51e34c46" providerId="ADAL" clId="{E5A03375-E83D-4F99-81D0-C4D19F3F5752}" dt="2023-10-11T11:43:35.796" v="13461" actId="14100"/>
          <ac:picMkLst>
            <pc:docMk/>
            <pc:sldMk cId="692849976" sldId="516"/>
            <ac:picMk id="5" creationId="{1DF7FFE9-C2C0-F0D4-2391-69C241EAA424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1T13:33:14.056" v="13509" actId="1076"/>
        <pc:sldMkLst>
          <pc:docMk/>
          <pc:sldMk cId="2439163668" sldId="517"/>
        </pc:sldMkLst>
        <pc:spChg chg="mod">
          <ac:chgData name="Arnaldo Satoru Gunzi" userId="41a30d14-40e4-4cae-bd0a-ce9e51e34c46" providerId="ADAL" clId="{E5A03375-E83D-4F99-81D0-C4D19F3F5752}" dt="2023-10-11T13:33:14.056" v="13509" actId="1076"/>
          <ac:spMkLst>
            <pc:docMk/>
            <pc:sldMk cId="2439163668" sldId="517"/>
            <ac:spMk id="5" creationId="{B934E7EA-903D-4D54-8AF5-2FF931B5C2BD}"/>
          </ac:spMkLst>
        </pc:spChg>
        <pc:spChg chg="del">
          <ac:chgData name="Arnaldo Satoru Gunzi" userId="41a30d14-40e4-4cae-bd0a-ce9e51e34c46" providerId="ADAL" clId="{E5A03375-E83D-4F99-81D0-C4D19F3F5752}" dt="2023-10-11T13:31:16.108" v="13464" actId="478"/>
          <ac:spMkLst>
            <pc:docMk/>
            <pc:sldMk cId="2439163668" sldId="517"/>
            <ac:spMk id="8" creationId="{C04B0AF7-434B-BEEC-F02A-93D157CE34FD}"/>
          </ac:spMkLst>
        </pc:spChg>
        <pc:spChg chg="add del">
          <ac:chgData name="Arnaldo Satoru Gunzi" userId="41a30d14-40e4-4cae-bd0a-ce9e51e34c46" providerId="ADAL" clId="{E5A03375-E83D-4F99-81D0-C4D19F3F5752}" dt="2023-10-11T13:32:40.303" v="13505" actId="22"/>
          <ac:spMkLst>
            <pc:docMk/>
            <pc:sldMk cId="2439163668" sldId="517"/>
            <ac:spMk id="9" creationId="{71FA097A-519F-1A00-9A45-7F06B631DBC6}"/>
          </ac:spMkLst>
        </pc:spChg>
        <pc:spChg chg="del">
          <ac:chgData name="Arnaldo Satoru Gunzi" userId="41a30d14-40e4-4cae-bd0a-ce9e51e34c46" providerId="ADAL" clId="{E5A03375-E83D-4F99-81D0-C4D19F3F5752}" dt="2023-10-11T13:31:13.806" v="13463" actId="478"/>
          <ac:spMkLst>
            <pc:docMk/>
            <pc:sldMk cId="2439163668" sldId="517"/>
            <ac:spMk id="10" creationId="{1F6FCB81-2589-A8D4-6E10-EFE712A965EA}"/>
          </ac:spMkLst>
        </pc:spChg>
        <pc:spChg chg="del">
          <ac:chgData name="Arnaldo Satoru Gunzi" userId="41a30d14-40e4-4cae-bd0a-ce9e51e34c46" providerId="ADAL" clId="{E5A03375-E83D-4F99-81D0-C4D19F3F5752}" dt="2023-10-11T13:31:16.108" v="13464" actId="478"/>
          <ac:spMkLst>
            <pc:docMk/>
            <pc:sldMk cId="2439163668" sldId="517"/>
            <ac:spMk id="13" creationId="{A626DFED-5EF2-0D25-C5D3-3630B9EA5204}"/>
          </ac:spMkLst>
        </pc:spChg>
        <pc:picChg chg="del">
          <ac:chgData name="Arnaldo Satoru Gunzi" userId="41a30d14-40e4-4cae-bd0a-ce9e51e34c46" providerId="ADAL" clId="{E5A03375-E83D-4F99-81D0-C4D19F3F5752}" dt="2023-10-11T13:31:13.806" v="13463" actId="478"/>
          <ac:picMkLst>
            <pc:docMk/>
            <pc:sldMk cId="2439163668" sldId="517"/>
            <ac:picMk id="2" creationId="{C1722B4E-9739-A13D-71F3-C3F7F586C8EB}"/>
          </ac:picMkLst>
        </pc:picChg>
        <pc:picChg chg="del">
          <ac:chgData name="Arnaldo Satoru Gunzi" userId="41a30d14-40e4-4cae-bd0a-ce9e51e34c46" providerId="ADAL" clId="{E5A03375-E83D-4F99-81D0-C4D19F3F5752}" dt="2023-10-11T13:31:13.806" v="13463" actId="478"/>
          <ac:picMkLst>
            <pc:docMk/>
            <pc:sldMk cId="2439163668" sldId="517"/>
            <ac:picMk id="4" creationId="{94525ACC-CD03-4218-E706-186B4FA77DD1}"/>
          </ac:picMkLst>
        </pc:picChg>
        <pc:picChg chg="add mod">
          <ac:chgData name="Arnaldo Satoru Gunzi" userId="41a30d14-40e4-4cae-bd0a-ce9e51e34c46" providerId="ADAL" clId="{E5A03375-E83D-4F99-81D0-C4D19F3F5752}" dt="2023-10-11T13:33:12.186" v="13508" actId="1076"/>
          <ac:picMkLst>
            <pc:docMk/>
            <pc:sldMk cId="2439163668" sldId="517"/>
            <ac:picMk id="12" creationId="{8553C681-B53E-EFBD-73A4-F1C05E3932B6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1T13:33:39.953" v="13517" actId="1076"/>
        <pc:sldMkLst>
          <pc:docMk/>
          <pc:sldMk cId="3678038991" sldId="518"/>
        </pc:sldMkLst>
        <pc:spChg chg="add mod">
          <ac:chgData name="Arnaldo Satoru Gunzi" userId="41a30d14-40e4-4cae-bd0a-ce9e51e34c46" providerId="ADAL" clId="{E5A03375-E83D-4F99-81D0-C4D19F3F5752}" dt="2023-10-11T13:33:39.953" v="13517" actId="1076"/>
          <ac:spMkLst>
            <pc:docMk/>
            <pc:sldMk cId="3678038991" sldId="518"/>
            <ac:spMk id="4" creationId="{A287B089-9A5B-61A1-EF2F-8BF689B1966F}"/>
          </ac:spMkLst>
        </pc:spChg>
        <pc:picChg chg="del">
          <ac:chgData name="Arnaldo Satoru Gunzi" userId="41a30d14-40e4-4cae-bd0a-ce9e51e34c46" providerId="ADAL" clId="{E5A03375-E83D-4F99-81D0-C4D19F3F5752}" dt="2023-10-11T13:33:17.004" v="13511" actId="478"/>
          <ac:picMkLst>
            <pc:docMk/>
            <pc:sldMk cId="3678038991" sldId="518"/>
            <ac:picMk id="12" creationId="{8553C681-B53E-EFBD-73A4-F1C05E3932B6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1T13:35:05.451" v="13563" actId="20577"/>
        <pc:sldMkLst>
          <pc:docMk/>
          <pc:sldMk cId="3711975790" sldId="519"/>
        </pc:sldMkLst>
        <pc:spChg chg="mod">
          <ac:chgData name="Arnaldo Satoru Gunzi" userId="41a30d14-40e4-4cae-bd0a-ce9e51e34c46" providerId="ADAL" clId="{E5A03375-E83D-4F99-81D0-C4D19F3F5752}" dt="2023-10-11T13:35:05.451" v="13563" actId="20577"/>
          <ac:spMkLst>
            <pc:docMk/>
            <pc:sldMk cId="3711975790" sldId="519"/>
            <ac:spMk id="3" creationId="{6711D756-6641-F254-AADE-C1765DE7D80C}"/>
          </ac:spMkLst>
        </pc:spChg>
        <pc:spChg chg="del">
          <ac:chgData name="Arnaldo Satoru Gunzi" userId="41a30d14-40e4-4cae-bd0a-ce9e51e34c46" providerId="ADAL" clId="{E5A03375-E83D-4F99-81D0-C4D19F3F5752}" dt="2023-10-11T13:33:50.314" v="13519" actId="478"/>
          <ac:spMkLst>
            <pc:docMk/>
            <pc:sldMk cId="3711975790" sldId="519"/>
            <ac:spMk id="4" creationId="{A287B089-9A5B-61A1-EF2F-8BF689B1966F}"/>
          </ac:spMkLst>
        </pc:spChg>
        <pc:spChg chg="del">
          <ac:chgData name="Arnaldo Satoru Gunzi" userId="41a30d14-40e4-4cae-bd0a-ce9e51e34c46" providerId="ADAL" clId="{E5A03375-E83D-4F99-81D0-C4D19F3F5752}" dt="2023-10-11T13:34:53.843" v="13533" actId="478"/>
          <ac:spMkLst>
            <pc:docMk/>
            <pc:sldMk cId="3711975790" sldId="519"/>
            <ac:spMk id="5" creationId="{B934E7EA-903D-4D54-8AF5-2FF931B5C2BD}"/>
          </ac:spMkLst>
        </pc:spChg>
        <pc:spChg chg="add del">
          <ac:chgData name="Arnaldo Satoru Gunzi" userId="41a30d14-40e4-4cae-bd0a-ce9e51e34c46" providerId="ADAL" clId="{E5A03375-E83D-4F99-81D0-C4D19F3F5752}" dt="2023-10-11T13:34:18.473" v="13521" actId="22"/>
          <ac:spMkLst>
            <pc:docMk/>
            <pc:sldMk cId="3711975790" sldId="519"/>
            <ac:spMk id="6" creationId="{B65BC39B-013D-5D8F-1B18-0F51D11ADA57}"/>
          </ac:spMkLst>
        </pc:spChg>
        <pc:spChg chg="add mod">
          <ac:chgData name="Arnaldo Satoru Gunzi" userId="41a30d14-40e4-4cae-bd0a-ce9e51e34c46" providerId="ADAL" clId="{E5A03375-E83D-4F99-81D0-C4D19F3F5752}" dt="2023-10-11T13:34:56.371" v="13534" actId="1076"/>
          <ac:spMkLst>
            <pc:docMk/>
            <pc:sldMk cId="3711975790" sldId="519"/>
            <ac:spMk id="9" creationId="{0C888E46-1517-6E28-2DDC-CC0E922FF931}"/>
          </ac:spMkLst>
        </pc:spChg>
      </pc:sldChg>
      <pc:sldChg chg="addSp delSp modSp add mod">
        <pc:chgData name="Arnaldo Satoru Gunzi" userId="41a30d14-40e4-4cae-bd0a-ce9e51e34c46" providerId="ADAL" clId="{E5A03375-E83D-4F99-81D0-C4D19F3F5752}" dt="2023-10-11T13:35:36.753" v="13567" actId="1076"/>
        <pc:sldMkLst>
          <pc:docMk/>
          <pc:sldMk cId="125386734" sldId="520"/>
        </pc:sldMkLst>
        <pc:spChg chg="del">
          <ac:chgData name="Arnaldo Satoru Gunzi" userId="41a30d14-40e4-4cae-bd0a-ce9e51e34c46" providerId="ADAL" clId="{E5A03375-E83D-4F99-81D0-C4D19F3F5752}" dt="2023-10-11T13:35:08.926" v="13565" actId="478"/>
          <ac:spMkLst>
            <pc:docMk/>
            <pc:sldMk cId="125386734" sldId="520"/>
            <ac:spMk id="9" creationId="{0C888E46-1517-6E28-2DDC-CC0E922FF931}"/>
          </ac:spMkLst>
        </pc:spChg>
        <pc:picChg chg="add mod">
          <ac:chgData name="Arnaldo Satoru Gunzi" userId="41a30d14-40e4-4cae-bd0a-ce9e51e34c46" providerId="ADAL" clId="{E5A03375-E83D-4F99-81D0-C4D19F3F5752}" dt="2023-10-11T13:35:36.753" v="13567" actId="1076"/>
          <ac:picMkLst>
            <pc:docMk/>
            <pc:sldMk cId="125386734" sldId="520"/>
            <ac:picMk id="4" creationId="{49772A5C-5F45-4617-C863-35D59EF64B87}"/>
          </ac:picMkLst>
        </pc:picChg>
      </pc:sldChg>
      <pc:sldChg chg="add">
        <pc:chgData name="Arnaldo Satoru Gunzi" userId="41a30d14-40e4-4cae-bd0a-ce9e51e34c46" providerId="ADAL" clId="{E5A03375-E83D-4F99-81D0-C4D19F3F5752}" dt="2023-10-11T13:35:42.449" v="13568"/>
        <pc:sldMkLst>
          <pc:docMk/>
          <pc:sldMk cId="2213435157" sldId="521"/>
        </pc:sldMkLst>
      </pc:sldChg>
      <pc:sldChg chg="delSp modSp add del mod">
        <pc:chgData name="Arnaldo Satoru Gunzi" userId="41a30d14-40e4-4cae-bd0a-ce9e51e34c46" providerId="ADAL" clId="{E5A03375-E83D-4F99-81D0-C4D19F3F5752}" dt="2023-10-11T14:08:24.139" v="13670" actId="47"/>
        <pc:sldMkLst>
          <pc:docMk/>
          <pc:sldMk cId="4209908640" sldId="522"/>
        </pc:sldMkLst>
        <pc:spChg chg="mod">
          <ac:chgData name="Arnaldo Satoru Gunzi" userId="41a30d14-40e4-4cae-bd0a-ce9e51e34c46" providerId="ADAL" clId="{E5A03375-E83D-4F99-81D0-C4D19F3F5752}" dt="2023-10-11T13:39:22.011" v="13653" actId="20577"/>
          <ac:spMkLst>
            <pc:docMk/>
            <pc:sldMk cId="4209908640" sldId="522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E5A03375-E83D-4F99-81D0-C4D19F3F5752}" dt="2023-10-11T13:39:33.211" v="13658" actId="1076"/>
          <ac:spMkLst>
            <pc:docMk/>
            <pc:sldMk cId="4209908640" sldId="522"/>
            <ac:spMk id="4" creationId="{A287B089-9A5B-61A1-EF2F-8BF689B1966F}"/>
          </ac:spMkLst>
        </pc:spChg>
        <pc:spChg chg="del mod">
          <ac:chgData name="Arnaldo Satoru Gunzi" userId="41a30d14-40e4-4cae-bd0a-ce9e51e34c46" providerId="ADAL" clId="{E5A03375-E83D-4F99-81D0-C4D19F3F5752}" dt="2023-10-11T13:39:25.011" v="13654" actId="478"/>
          <ac:spMkLst>
            <pc:docMk/>
            <pc:sldMk cId="4209908640" sldId="522"/>
            <ac:spMk id="5" creationId="{B934E7EA-903D-4D54-8AF5-2FF931B5C2BD}"/>
          </ac:spMkLst>
        </pc:spChg>
      </pc:sldChg>
      <pc:sldChg chg="add del">
        <pc:chgData name="Arnaldo Satoru Gunzi" userId="41a30d14-40e4-4cae-bd0a-ce9e51e34c46" providerId="ADAL" clId="{E5A03375-E83D-4F99-81D0-C4D19F3F5752}" dt="2023-10-11T13:37:44.750" v="13598"/>
        <pc:sldMkLst>
          <pc:docMk/>
          <pc:sldMk cId="652075010" sldId="523"/>
        </pc:sldMkLst>
      </pc:sldChg>
      <pc:sldChg chg="modSp add mod">
        <pc:chgData name="Arnaldo Satoru Gunzi" userId="41a30d14-40e4-4cae-bd0a-ce9e51e34c46" providerId="ADAL" clId="{E5A03375-E83D-4F99-81D0-C4D19F3F5752}" dt="2023-10-11T13:59:02.820" v="13669" actId="20577"/>
        <pc:sldMkLst>
          <pc:docMk/>
          <pc:sldMk cId="4034280232" sldId="523"/>
        </pc:sldMkLst>
        <pc:spChg chg="mod">
          <ac:chgData name="Arnaldo Satoru Gunzi" userId="41a30d14-40e4-4cae-bd0a-ce9e51e34c46" providerId="ADAL" clId="{E5A03375-E83D-4F99-81D0-C4D19F3F5752}" dt="2023-10-11T13:59:02.820" v="13669" actId="20577"/>
          <ac:spMkLst>
            <pc:docMk/>
            <pc:sldMk cId="4034280232" sldId="523"/>
            <ac:spMk id="4" creationId="{A287B089-9A5B-61A1-EF2F-8BF689B1966F}"/>
          </ac:spMkLst>
        </pc:spChg>
      </pc:sldChg>
      <pc:sldChg chg="addSp delSp modSp add mod">
        <pc:chgData name="Arnaldo Satoru Gunzi" userId="41a30d14-40e4-4cae-bd0a-ce9e51e34c46" providerId="ADAL" clId="{E5A03375-E83D-4F99-81D0-C4D19F3F5752}" dt="2023-10-11T13:58:29.374" v="13663" actId="1076"/>
        <pc:sldMkLst>
          <pc:docMk/>
          <pc:sldMk cId="4135984882" sldId="524"/>
        </pc:sldMkLst>
        <pc:spChg chg="del">
          <ac:chgData name="Arnaldo Satoru Gunzi" userId="41a30d14-40e4-4cae-bd0a-ce9e51e34c46" providerId="ADAL" clId="{E5A03375-E83D-4F99-81D0-C4D19F3F5752}" dt="2023-10-11T13:58:23.097" v="13661" actId="478"/>
          <ac:spMkLst>
            <pc:docMk/>
            <pc:sldMk cId="4135984882" sldId="524"/>
            <ac:spMk id="4" creationId="{A287B089-9A5B-61A1-EF2F-8BF689B1966F}"/>
          </ac:spMkLst>
        </pc:spChg>
        <pc:picChg chg="add mod">
          <ac:chgData name="Arnaldo Satoru Gunzi" userId="41a30d14-40e4-4cae-bd0a-ce9e51e34c46" providerId="ADAL" clId="{E5A03375-E83D-4F99-81D0-C4D19F3F5752}" dt="2023-10-11T13:58:29.374" v="13663" actId="1076"/>
          <ac:picMkLst>
            <pc:docMk/>
            <pc:sldMk cId="4135984882" sldId="524"/>
            <ac:picMk id="5" creationId="{F05E6C6A-6251-1041-08C8-BF3649A33556}"/>
          </ac:picMkLst>
        </pc:picChg>
      </pc:sldChg>
      <pc:sldChg chg="addSp delSp modSp add mod ord">
        <pc:chgData name="Arnaldo Satoru Gunzi" userId="41a30d14-40e4-4cae-bd0a-ce9e51e34c46" providerId="ADAL" clId="{E5A03375-E83D-4F99-81D0-C4D19F3F5752}" dt="2023-10-11T14:14:31.097" v="13717"/>
        <pc:sldMkLst>
          <pc:docMk/>
          <pc:sldMk cId="1864849981" sldId="525"/>
        </pc:sldMkLst>
        <pc:spChg chg="add del mod">
          <ac:chgData name="Arnaldo Satoru Gunzi" userId="41a30d14-40e4-4cae-bd0a-ce9e51e34c46" providerId="ADAL" clId="{E5A03375-E83D-4F99-81D0-C4D19F3F5752}" dt="2023-10-11T14:14:25.835" v="13715" actId="20577"/>
          <ac:spMkLst>
            <pc:docMk/>
            <pc:sldMk cId="1864849981" sldId="525"/>
            <ac:spMk id="3" creationId="{8C68C3B6-CC65-5D26-F7B0-1462F1C2894D}"/>
          </ac:spMkLst>
        </pc:spChg>
        <pc:spChg chg="add del mod">
          <ac:chgData name="Arnaldo Satoru Gunzi" userId="41a30d14-40e4-4cae-bd0a-ce9e51e34c46" providerId="ADAL" clId="{E5A03375-E83D-4F99-81D0-C4D19F3F5752}" dt="2023-10-11T14:13:22.459" v="13673" actId="478"/>
          <ac:spMkLst>
            <pc:docMk/>
            <pc:sldMk cId="1864849981" sldId="525"/>
            <ac:spMk id="5" creationId="{E2340DC4-3FE4-31CF-6CC1-3D5CD2B515C2}"/>
          </ac:spMkLst>
        </pc:spChg>
        <pc:picChg chg="add del">
          <ac:chgData name="Arnaldo Satoru Gunzi" userId="41a30d14-40e4-4cae-bd0a-ce9e51e34c46" providerId="ADAL" clId="{E5A03375-E83D-4F99-81D0-C4D19F3F5752}" dt="2023-10-11T14:13:24.649" v="13674" actId="478"/>
          <ac:picMkLst>
            <pc:docMk/>
            <pc:sldMk cId="1864849981" sldId="525"/>
            <ac:picMk id="6" creationId="{C41DD2BE-B26D-64E1-1F66-4AFCF9701ADA}"/>
          </ac:picMkLst>
        </pc:picChg>
        <pc:picChg chg="add mod">
          <ac:chgData name="Arnaldo Satoru Gunzi" userId="41a30d14-40e4-4cae-bd0a-ce9e51e34c46" providerId="ADAL" clId="{E5A03375-E83D-4F99-81D0-C4D19F3F5752}" dt="2023-10-11T14:14:10.184" v="13676" actId="1076"/>
          <ac:picMkLst>
            <pc:docMk/>
            <pc:sldMk cId="1864849981" sldId="525"/>
            <ac:picMk id="9" creationId="{34AE9FDA-C019-031F-2AA8-68FBFB579D45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3T10:32:03.585" v="13761" actId="1076"/>
        <pc:sldMkLst>
          <pc:docMk/>
          <pc:sldMk cId="4031850965" sldId="526"/>
        </pc:sldMkLst>
        <pc:spChg chg="mod">
          <ac:chgData name="Arnaldo Satoru Gunzi" userId="41a30d14-40e4-4cae-bd0a-ce9e51e34c46" providerId="ADAL" clId="{E5A03375-E83D-4F99-81D0-C4D19F3F5752}" dt="2023-10-13T10:31:57.595" v="13757" actId="108"/>
          <ac:spMkLst>
            <pc:docMk/>
            <pc:sldMk cId="4031850965" sldId="526"/>
            <ac:spMk id="3" creationId="{8435EA95-261F-EA47-137E-EB7B7F7147B7}"/>
          </ac:spMkLst>
        </pc:spChg>
        <pc:picChg chg="add mod">
          <ac:chgData name="Arnaldo Satoru Gunzi" userId="41a30d14-40e4-4cae-bd0a-ce9e51e34c46" providerId="ADAL" clId="{E5A03375-E83D-4F99-81D0-C4D19F3F5752}" dt="2023-10-13T10:32:03.585" v="13761" actId="1076"/>
          <ac:picMkLst>
            <pc:docMk/>
            <pc:sldMk cId="4031850965" sldId="526"/>
            <ac:picMk id="2" creationId="{FCEE5541-AC40-FC8C-84FA-8BB1EB991A11}"/>
          </ac:picMkLst>
        </pc:picChg>
        <pc:picChg chg="del">
          <ac:chgData name="Arnaldo Satoru Gunzi" userId="41a30d14-40e4-4cae-bd0a-ce9e51e34c46" providerId="ADAL" clId="{E5A03375-E83D-4F99-81D0-C4D19F3F5752}" dt="2023-10-13T10:31:31.592" v="13754" actId="478"/>
          <ac:picMkLst>
            <pc:docMk/>
            <pc:sldMk cId="4031850965" sldId="526"/>
            <ac:picMk id="15379" creationId="{2FD968B1-D91A-B3C9-69F5-64A1ECD97638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3T10:33:39.057" v="13810" actId="1036"/>
        <pc:sldMkLst>
          <pc:docMk/>
          <pc:sldMk cId="1513289529" sldId="527"/>
        </pc:sldMkLst>
        <pc:spChg chg="mod">
          <ac:chgData name="Arnaldo Satoru Gunzi" userId="41a30d14-40e4-4cae-bd0a-ce9e51e34c46" providerId="ADAL" clId="{E5A03375-E83D-4F99-81D0-C4D19F3F5752}" dt="2023-10-13T10:32:43.211" v="13786" actId="20577"/>
          <ac:spMkLst>
            <pc:docMk/>
            <pc:sldMk cId="1513289529" sldId="527"/>
            <ac:spMk id="3" creationId="{8435EA95-261F-EA47-137E-EB7B7F7147B7}"/>
          </ac:spMkLst>
        </pc:spChg>
        <pc:spChg chg="add mod">
          <ac:chgData name="Arnaldo Satoru Gunzi" userId="41a30d14-40e4-4cae-bd0a-ce9e51e34c46" providerId="ADAL" clId="{E5A03375-E83D-4F99-81D0-C4D19F3F5752}" dt="2023-10-13T10:33:39.057" v="13810" actId="1036"/>
          <ac:spMkLst>
            <pc:docMk/>
            <pc:sldMk cId="1513289529" sldId="527"/>
            <ac:spMk id="9" creationId="{15DBF0D2-B087-E76F-A2DA-9BD4C062BF3E}"/>
          </ac:spMkLst>
        </pc:spChg>
        <pc:picChg chg="del">
          <ac:chgData name="Arnaldo Satoru Gunzi" userId="41a30d14-40e4-4cae-bd0a-ce9e51e34c46" providerId="ADAL" clId="{E5A03375-E83D-4F99-81D0-C4D19F3F5752}" dt="2023-10-13T10:32:30.612" v="13776" actId="478"/>
          <ac:picMkLst>
            <pc:docMk/>
            <pc:sldMk cId="1513289529" sldId="527"/>
            <ac:picMk id="2" creationId="{FCEE5541-AC40-FC8C-84FA-8BB1EB991A11}"/>
          </ac:picMkLst>
        </pc:picChg>
        <pc:picChg chg="add mod">
          <ac:chgData name="Arnaldo Satoru Gunzi" userId="41a30d14-40e4-4cae-bd0a-ce9e51e34c46" providerId="ADAL" clId="{E5A03375-E83D-4F99-81D0-C4D19F3F5752}" dt="2023-10-13T10:32:32.053" v="13778" actId="1076"/>
          <ac:picMkLst>
            <pc:docMk/>
            <pc:sldMk cId="1513289529" sldId="527"/>
            <ac:picMk id="5" creationId="{D48ADF4F-1200-733D-DAA0-7CC70B72242B}"/>
          </ac:picMkLst>
        </pc:picChg>
        <pc:picChg chg="add mod">
          <ac:chgData name="Arnaldo Satoru Gunzi" userId="41a30d14-40e4-4cae-bd0a-ce9e51e34c46" providerId="ADAL" clId="{E5A03375-E83D-4F99-81D0-C4D19F3F5752}" dt="2023-10-13T10:32:48.623" v="13789" actId="1076"/>
          <ac:picMkLst>
            <pc:docMk/>
            <pc:sldMk cId="1513289529" sldId="527"/>
            <ac:picMk id="6" creationId="{D678F15A-B898-459A-85ED-7B48EFD95785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3T10:33:44.443" v="13812" actId="1076"/>
        <pc:sldMkLst>
          <pc:docMk/>
          <pc:sldMk cId="713677502" sldId="528"/>
        </pc:sldMkLst>
        <pc:spChg chg="mod">
          <ac:chgData name="Arnaldo Satoru Gunzi" userId="41a30d14-40e4-4cae-bd0a-ce9e51e34c46" providerId="ADAL" clId="{E5A03375-E83D-4F99-81D0-C4D19F3F5752}" dt="2023-10-13T10:33:22.356" v="13799" actId="21"/>
          <ac:spMkLst>
            <pc:docMk/>
            <pc:sldMk cId="713677502" sldId="528"/>
            <ac:spMk id="3" creationId="{8435EA95-261F-EA47-137E-EB7B7F7147B7}"/>
          </ac:spMkLst>
        </pc:spChg>
        <pc:picChg chg="add mod">
          <ac:chgData name="Arnaldo Satoru Gunzi" userId="41a30d14-40e4-4cae-bd0a-ce9e51e34c46" providerId="ADAL" clId="{E5A03375-E83D-4F99-81D0-C4D19F3F5752}" dt="2023-10-13T10:33:44.443" v="13812" actId="1076"/>
          <ac:picMkLst>
            <pc:docMk/>
            <pc:sldMk cId="713677502" sldId="528"/>
            <ac:picMk id="2" creationId="{494CB088-CCF5-0021-39D1-8549293BE12D}"/>
          </ac:picMkLst>
        </pc:picChg>
        <pc:picChg chg="del">
          <ac:chgData name="Arnaldo Satoru Gunzi" userId="41a30d14-40e4-4cae-bd0a-ce9e51e34c46" providerId="ADAL" clId="{E5A03375-E83D-4F99-81D0-C4D19F3F5752}" dt="2023-10-13T10:33:08.571" v="13794" actId="478"/>
          <ac:picMkLst>
            <pc:docMk/>
            <pc:sldMk cId="713677502" sldId="528"/>
            <ac:picMk id="5" creationId="{D48ADF4F-1200-733D-DAA0-7CC70B72242B}"/>
          </ac:picMkLst>
        </pc:picChg>
        <pc:picChg chg="del">
          <ac:chgData name="Arnaldo Satoru Gunzi" userId="41a30d14-40e4-4cae-bd0a-ce9e51e34c46" providerId="ADAL" clId="{E5A03375-E83D-4F99-81D0-C4D19F3F5752}" dt="2023-10-13T10:33:08.571" v="13794" actId="478"/>
          <ac:picMkLst>
            <pc:docMk/>
            <pc:sldMk cId="713677502" sldId="528"/>
            <ac:picMk id="6" creationId="{D678F15A-B898-459A-85ED-7B48EFD95785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3T10:34:14.961" v="13819" actId="6549"/>
        <pc:sldMkLst>
          <pc:docMk/>
          <pc:sldMk cId="936191699" sldId="529"/>
        </pc:sldMkLst>
        <pc:spChg chg="mod">
          <ac:chgData name="Arnaldo Satoru Gunzi" userId="41a30d14-40e4-4cae-bd0a-ce9e51e34c46" providerId="ADAL" clId="{E5A03375-E83D-4F99-81D0-C4D19F3F5752}" dt="2023-10-13T10:34:14.961" v="13819" actId="6549"/>
          <ac:spMkLst>
            <pc:docMk/>
            <pc:sldMk cId="936191699" sldId="529"/>
            <ac:spMk id="3" creationId="{8435EA95-261F-EA47-137E-EB7B7F7147B7}"/>
          </ac:spMkLst>
        </pc:spChg>
        <pc:picChg chg="del">
          <ac:chgData name="Arnaldo Satoru Gunzi" userId="41a30d14-40e4-4cae-bd0a-ce9e51e34c46" providerId="ADAL" clId="{E5A03375-E83D-4F99-81D0-C4D19F3F5752}" dt="2023-10-13T10:33:53.066" v="13813" actId="478"/>
          <ac:picMkLst>
            <pc:docMk/>
            <pc:sldMk cId="936191699" sldId="529"/>
            <ac:picMk id="2" creationId="{494CB088-CCF5-0021-39D1-8549293BE12D}"/>
          </ac:picMkLst>
        </pc:picChg>
        <pc:picChg chg="add mod">
          <ac:chgData name="Arnaldo Satoru Gunzi" userId="41a30d14-40e4-4cae-bd0a-ce9e51e34c46" providerId="ADAL" clId="{E5A03375-E83D-4F99-81D0-C4D19F3F5752}" dt="2023-10-13T10:34:00.538" v="13815" actId="1076"/>
          <ac:picMkLst>
            <pc:docMk/>
            <pc:sldMk cId="936191699" sldId="529"/>
            <ac:picMk id="5" creationId="{5814B8D1-4941-FBA4-CBA6-9A9EEFDBF2BB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3T10:34:47.032" v="13831" actId="14100"/>
        <pc:sldMkLst>
          <pc:docMk/>
          <pc:sldMk cId="4125788098" sldId="530"/>
        </pc:sldMkLst>
        <pc:spChg chg="mod">
          <ac:chgData name="Arnaldo Satoru Gunzi" userId="41a30d14-40e4-4cae-bd0a-ce9e51e34c46" providerId="ADAL" clId="{E5A03375-E83D-4F99-81D0-C4D19F3F5752}" dt="2023-10-13T10:34:40.725" v="13827" actId="2710"/>
          <ac:spMkLst>
            <pc:docMk/>
            <pc:sldMk cId="4125788098" sldId="530"/>
            <ac:spMk id="3" creationId="{8435EA95-261F-EA47-137E-EB7B7F7147B7}"/>
          </ac:spMkLst>
        </pc:spChg>
        <pc:picChg chg="add mod">
          <ac:chgData name="Arnaldo Satoru Gunzi" userId="41a30d14-40e4-4cae-bd0a-ce9e51e34c46" providerId="ADAL" clId="{E5A03375-E83D-4F99-81D0-C4D19F3F5752}" dt="2023-10-13T10:34:47.032" v="13831" actId="14100"/>
          <ac:picMkLst>
            <pc:docMk/>
            <pc:sldMk cId="4125788098" sldId="530"/>
            <ac:picMk id="2" creationId="{534EBCD4-4885-3199-A11E-029A59034859}"/>
          </ac:picMkLst>
        </pc:picChg>
        <pc:picChg chg="del">
          <ac:chgData name="Arnaldo Satoru Gunzi" userId="41a30d14-40e4-4cae-bd0a-ce9e51e34c46" providerId="ADAL" clId="{E5A03375-E83D-4F99-81D0-C4D19F3F5752}" dt="2023-10-13T10:34:34.646" v="13825" actId="478"/>
          <ac:picMkLst>
            <pc:docMk/>
            <pc:sldMk cId="4125788098" sldId="530"/>
            <ac:picMk id="5" creationId="{5814B8D1-4941-FBA4-CBA6-9A9EEFDBF2BB}"/>
          </ac:picMkLst>
        </pc:picChg>
      </pc:sldChg>
      <pc:sldChg chg="addSp delSp modSp add mod">
        <pc:chgData name="Arnaldo Satoru Gunzi" userId="41a30d14-40e4-4cae-bd0a-ce9e51e34c46" providerId="ADAL" clId="{E5A03375-E83D-4F99-81D0-C4D19F3F5752}" dt="2023-10-13T10:35:23.864" v="13847" actId="14100"/>
        <pc:sldMkLst>
          <pc:docMk/>
          <pc:sldMk cId="3961538677" sldId="531"/>
        </pc:sldMkLst>
        <pc:spChg chg="mod">
          <ac:chgData name="Arnaldo Satoru Gunzi" userId="41a30d14-40e4-4cae-bd0a-ce9e51e34c46" providerId="ADAL" clId="{E5A03375-E83D-4F99-81D0-C4D19F3F5752}" dt="2023-10-13T10:35:19.272" v="13844" actId="1076"/>
          <ac:spMkLst>
            <pc:docMk/>
            <pc:sldMk cId="3961538677" sldId="531"/>
            <ac:spMk id="3" creationId="{8435EA95-261F-EA47-137E-EB7B7F7147B7}"/>
          </ac:spMkLst>
        </pc:spChg>
        <pc:picChg chg="del">
          <ac:chgData name="Arnaldo Satoru Gunzi" userId="41a30d14-40e4-4cae-bd0a-ce9e51e34c46" providerId="ADAL" clId="{E5A03375-E83D-4F99-81D0-C4D19F3F5752}" dt="2023-10-13T10:35:09.752" v="13839" actId="478"/>
          <ac:picMkLst>
            <pc:docMk/>
            <pc:sldMk cId="3961538677" sldId="531"/>
            <ac:picMk id="2" creationId="{534EBCD4-4885-3199-A11E-029A59034859}"/>
          </ac:picMkLst>
        </pc:picChg>
        <pc:picChg chg="add mod">
          <ac:chgData name="Arnaldo Satoru Gunzi" userId="41a30d14-40e4-4cae-bd0a-ce9e51e34c46" providerId="ADAL" clId="{E5A03375-E83D-4F99-81D0-C4D19F3F5752}" dt="2023-10-13T10:35:23.864" v="13847" actId="14100"/>
          <ac:picMkLst>
            <pc:docMk/>
            <pc:sldMk cId="3961538677" sldId="531"/>
            <ac:picMk id="5" creationId="{9C98FA5B-1700-AC2B-6AEE-DDF8E33F6AFC}"/>
          </ac:picMkLst>
        </pc:picChg>
      </pc:sldChg>
    </pc:docChg>
  </pc:docChgLst>
  <pc:docChgLst>
    <pc:chgData name="Arnaldo Satoru Gunzi" userId="41a30d14-40e4-4cae-bd0a-ce9e51e34c46" providerId="ADAL" clId="{4935CC9A-D522-4B03-9404-C2BD55FCE1F4}"/>
    <pc:docChg chg="undo custSel addSld delSld modSld sldOrd">
      <pc:chgData name="Arnaldo Satoru Gunzi" userId="41a30d14-40e4-4cae-bd0a-ce9e51e34c46" providerId="ADAL" clId="{4935CC9A-D522-4B03-9404-C2BD55FCE1F4}" dt="2023-12-14T18:15:22.328" v="1104" actId="20577"/>
      <pc:docMkLst>
        <pc:docMk/>
      </pc:docMkLst>
      <pc:sldChg chg="modSp add del mod ord">
        <pc:chgData name="Arnaldo Satoru Gunzi" userId="41a30d14-40e4-4cae-bd0a-ce9e51e34c46" providerId="ADAL" clId="{4935CC9A-D522-4B03-9404-C2BD55FCE1F4}" dt="2023-11-24T13:47:37.291" v="886" actId="47"/>
        <pc:sldMkLst>
          <pc:docMk/>
          <pc:sldMk cId="0" sldId="256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0" sldId="256"/>
            <ac:spMk id="5" creationId="{00000000-0000-0000-0000-000000000000}"/>
          </ac:spMkLst>
        </pc:spChg>
      </pc:sldChg>
      <pc:sldChg chg="add del">
        <pc:chgData name="Arnaldo Satoru Gunzi" userId="41a30d14-40e4-4cae-bd0a-ce9e51e34c46" providerId="ADAL" clId="{4935CC9A-D522-4B03-9404-C2BD55FCE1F4}" dt="2023-11-24T13:51:49.868" v="930" actId="47"/>
        <pc:sldMkLst>
          <pc:docMk/>
          <pc:sldMk cId="0" sldId="257"/>
        </pc:sldMkLst>
      </pc:sldChg>
      <pc:sldChg chg="add del">
        <pc:chgData name="Arnaldo Satoru Gunzi" userId="41a30d14-40e4-4cae-bd0a-ce9e51e34c46" providerId="ADAL" clId="{4935CC9A-D522-4B03-9404-C2BD55FCE1F4}" dt="2023-11-10T10:54:39.980" v="207"/>
        <pc:sldMkLst>
          <pc:docMk/>
          <pc:sldMk cId="0" sldId="259"/>
        </pc:sldMkLst>
      </pc:sldChg>
      <pc:sldChg chg="add del">
        <pc:chgData name="Arnaldo Satoru Gunzi" userId="41a30d14-40e4-4cae-bd0a-ce9e51e34c46" providerId="ADAL" clId="{4935CC9A-D522-4B03-9404-C2BD55FCE1F4}" dt="2023-11-10T10:54:39.980" v="207"/>
        <pc:sldMkLst>
          <pc:docMk/>
          <pc:sldMk cId="0" sldId="260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2765506580" sldId="261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2510943921" sldId="264"/>
        </pc:sldMkLst>
      </pc:sldChg>
      <pc:sldChg chg="add del">
        <pc:chgData name="Arnaldo Satoru Gunzi" userId="41a30d14-40e4-4cae-bd0a-ce9e51e34c46" providerId="ADAL" clId="{4935CC9A-D522-4B03-9404-C2BD55FCE1F4}" dt="2023-11-10T10:53:26.551" v="194"/>
        <pc:sldMkLst>
          <pc:docMk/>
          <pc:sldMk cId="4024022888" sldId="267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868245564" sldId="270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305522477" sldId="271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1261819848" sldId="272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908638571" sldId="273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3729590969" sldId="274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3932304783" sldId="275"/>
        </pc:sldMkLst>
      </pc:sldChg>
      <pc:sldChg chg="add del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817071763" sldId="276"/>
        </pc:sldMkLst>
      </pc:sldChg>
      <pc:sldChg chg="add del">
        <pc:chgData name="Arnaldo Satoru Gunzi" userId="41a30d14-40e4-4cae-bd0a-ce9e51e34c46" providerId="ADAL" clId="{4935CC9A-D522-4B03-9404-C2BD55FCE1F4}" dt="2023-11-24T13:45:57.996" v="882" actId="47"/>
        <pc:sldMkLst>
          <pc:docMk/>
          <pc:sldMk cId="914716790" sldId="277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917259393" sldId="278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419073369" sldId="279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157910435" sldId="280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681705314" sldId="281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213134481" sldId="282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561194852" sldId="283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086662990" sldId="284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4280208353" sldId="285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418748991" sldId="289"/>
        </pc:sldMkLst>
      </pc:sldChg>
      <pc:sldChg chg="add del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938327412" sldId="297"/>
        </pc:sldMkLst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692210972" sldId="298"/>
        </pc:sldMkLst>
        <pc:spChg chg="mod">
          <ac:chgData name="Arnaldo Satoru Gunzi" userId="41a30d14-40e4-4cae-bd0a-ce9e51e34c46" providerId="ADAL" clId="{4935CC9A-D522-4B03-9404-C2BD55FCE1F4}" dt="2023-11-10T10:51:36.413" v="31" actId="27636"/>
          <ac:spMkLst>
            <pc:docMk/>
            <pc:sldMk cId="2692210972" sldId="298"/>
            <ac:spMk id="4" creationId="{00000000-0000-0000-0000-000000000000}"/>
          </ac:spMkLst>
        </pc:spChg>
      </pc:sldChg>
      <pc:sldChg chg="add del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635041161" sldId="299"/>
        </pc:sldMkLst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4119001715" sldId="300"/>
        </pc:sldMkLst>
        <pc:spChg chg="mod">
          <ac:chgData name="Arnaldo Satoru Gunzi" userId="41a30d14-40e4-4cae-bd0a-ce9e51e34c46" providerId="ADAL" clId="{4935CC9A-D522-4B03-9404-C2BD55FCE1F4}" dt="2023-11-10T10:51:36.361" v="26" actId="27636"/>
          <ac:spMkLst>
            <pc:docMk/>
            <pc:sldMk cId="4119001715" sldId="300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437995445" sldId="302"/>
        </pc:sldMkLst>
        <pc:spChg chg="mod">
          <ac:chgData name="Arnaldo Satoru Gunzi" userId="41a30d14-40e4-4cae-bd0a-ce9e51e34c46" providerId="ADAL" clId="{4935CC9A-D522-4B03-9404-C2BD55FCE1F4}" dt="2023-11-10T10:51:36.402" v="27" actId="27636"/>
          <ac:spMkLst>
            <pc:docMk/>
            <pc:sldMk cId="437995445" sldId="302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59977815" sldId="303"/>
        </pc:sldMkLst>
        <pc:spChg chg="mod">
          <ac:chgData name="Arnaldo Satoru Gunzi" userId="41a30d14-40e4-4cae-bd0a-ce9e51e34c46" providerId="ADAL" clId="{4935CC9A-D522-4B03-9404-C2BD55FCE1F4}" dt="2023-11-10T10:51:36.405" v="28" actId="27636"/>
          <ac:spMkLst>
            <pc:docMk/>
            <pc:sldMk cId="59977815" sldId="303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74330775" sldId="304"/>
        </pc:sldMkLst>
        <pc:spChg chg="mod">
          <ac:chgData name="Arnaldo Satoru Gunzi" userId="41a30d14-40e4-4cae-bd0a-ce9e51e34c46" providerId="ADAL" clId="{4935CC9A-D522-4B03-9404-C2BD55FCE1F4}" dt="2023-11-10T10:51:36.408" v="29" actId="27636"/>
          <ac:spMkLst>
            <pc:docMk/>
            <pc:sldMk cId="74330775" sldId="304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143642561" sldId="306"/>
        </pc:sldMkLst>
        <pc:spChg chg="mod">
          <ac:chgData name="Arnaldo Satoru Gunzi" userId="41a30d14-40e4-4cae-bd0a-ce9e51e34c46" providerId="ADAL" clId="{4935CC9A-D522-4B03-9404-C2BD55FCE1F4}" dt="2023-11-10T10:52:02.700" v="52" actId="27636"/>
          <ac:spMkLst>
            <pc:docMk/>
            <pc:sldMk cId="3143642561" sldId="306"/>
            <ac:spMk id="4" creationId="{00000000-0000-0000-0000-000000000000}"/>
          </ac:spMkLst>
        </pc:spChg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358758899" sldId="307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74073569" sldId="308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4235582160" sldId="309"/>
        </pc:sldMkLst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525414047" sldId="310"/>
        </pc:sldMkLst>
        <pc:spChg chg="mod">
          <ac:chgData name="Arnaldo Satoru Gunzi" userId="41a30d14-40e4-4cae-bd0a-ce9e51e34c46" providerId="ADAL" clId="{4935CC9A-D522-4B03-9404-C2BD55FCE1F4}" dt="2023-11-10T10:51:36.416" v="32" actId="27636"/>
          <ac:spMkLst>
            <pc:docMk/>
            <pc:sldMk cId="3525414047" sldId="310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015459437" sldId="311"/>
        </pc:sldMkLst>
        <pc:spChg chg="mod">
          <ac:chgData name="Arnaldo Satoru Gunzi" userId="41a30d14-40e4-4cae-bd0a-ce9e51e34c46" providerId="ADAL" clId="{4935CC9A-D522-4B03-9404-C2BD55FCE1F4}" dt="2023-11-10T10:51:36.410" v="30" actId="27636"/>
          <ac:spMkLst>
            <pc:docMk/>
            <pc:sldMk cId="3015459437" sldId="311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4117697853" sldId="312"/>
        </pc:sldMkLst>
        <pc:spChg chg="mod">
          <ac:chgData name="Arnaldo Satoru Gunzi" userId="41a30d14-40e4-4cae-bd0a-ce9e51e34c46" providerId="ADAL" clId="{4935CC9A-D522-4B03-9404-C2BD55FCE1F4}" dt="2023-11-10T10:51:36.418" v="33" actId="27636"/>
          <ac:spMkLst>
            <pc:docMk/>
            <pc:sldMk cId="4117697853" sldId="312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16565084" sldId="313"/>
        </pc:sldMkLst>
        <pc:spChg chg="mod">
          <ac:chgData name="Arnaldo Satoru Gunzi" userId="41a30d14-40e4-4cae-bd0a-ce9e51e34c46" providerId="ADAL" clId="{4935CC9A-D522-4B03-9404-C2BD55FCE1F4}" dt="2023-11-10T10:51:36.420" v="34" actId="27636"/>
          <ac:spMkLst>
            <pc:docMk/>
            <pc:sldMk cId="116565084" sldId="313"/>
            <ac:spMk id="4" creationId="{00000000-0000-0000-0000-000000000000}"/>
          </ac:spMkLst>
        </pc:spChg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1951900523" sldId="314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2260709372" sldId="314"/>
        </pc:sldMkLst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116071588" sldId="315"/>
        </pc:sldMkLst>
        <pc:spChg chg="mod">
          <ac:chgData name="Arnaldo Satoru Gunzi" userId="41a30d14-40e4-4cae-bd0a-ce9e51e34c46" providerId="ADAL" clId="{4935CC9A-D522-4B03-9404-C2BD55FCE1F4}" dt="2023-11-10T10:51:36.423" v="35" actId="27636"/>
          <ac:spMkLst>
            <pc:docMk/>
            <pc:sldMk cId="3116071588" sldId="315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4935CC9A-D522-4B03-9404-C2BD55FCE1F4}" dt="2023-11-10T10:51:36.426" v="36" actId="27636"/>
          <ac:spMkLst>
            <pc:docMk/>
            <pc:sldMk cId="3116071588" sldId="315"/>
            <ac:spMk id="5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4272395789" sldId="317"/>
        </pc:sldMkLst>
        <pc:spChg chg="mod">
          <ac:chgData name="Arnaldo Satoru Gunzi" userId="41a30d14-40e4-4cae-bd0a-ce9e51e34c46" providerId="ADAL" clId="{4935CC9A-D522-4B03-9404-C2BD55FCE1F4}" dt="2023-11-10T10:51:36.428" v="37" actId="27636"/>
          <ac:spMkLst>
            <pc:docMk/>
            <pc:sldMk cId="4272395789" sldId="317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4176778515" sldId="320"/>
        </pc:sldMkLst>
        <pc:spChg chg="mod">
          <ac:chgData name="Arnaldo Satoru Gunzi" userId="41a30d14-40e4-4cae-bd0a-ce9e51e34c46" providerId="ADAL" clId="{4935CC9A-D522-4B03-9404-C2BD55FCE1F4}" dt="2023-11-10T10:52:02.763" v="53" actId="27636"/>
          <ac:spMkLst>
            <pc:docMk/>
            <pc:sldMk cId="4176778515" sldId="320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967713124" sldId="322"/>
        </pc:sldMkLst>
        <pc:spChg chg="mod">
          <ac:chgData name="Arnaldo Satoru Gunzi" userId="41a30d14-40e4-4cae-bd0a-ce9e51e34c46" providerId="ADAL" clId="{4935CC9A-D522-4B03-9404-C2BD55FCE1F4}" dt="2023-11-10T10:52:02.767" v="54" actId="27636"/>
          <ac:spMkLst>
            <pc:docMk/>
            <pc:sldMk cId="1967713124" sldId="322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651345920" sldId="323"/>
        </pc:sldMkLst>
        <pc:spChg chg="mod">
          <ac:chgData name="Arnaldo Satoru Gunzi" userId="41a30d14-40e4-4cae-bd0a-ce9e51e34c46" providerId="ADAL" clId="{4935CC9A-D522-4B03-9404-C2BD55FCE1F4}" dt="2023-11-10T10:52:02.776" v="56" actId="27636"/>
          <ac:spMkLst>
            <pc:docMk/>
            <pc:sldMk cId="3651345920" sldId="323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03553139" sldId="324"/>
        </pc:sldMkLst>
        <pc:spChg chg="mod">
          <ac:chgData name="Arnaldo Satoru Gunzi" userId="41a30d14-40e4-4cae-bd0a-ce9e51e34c46" providerId="ADAL" clId="{4935CC9A-D522-4B03-9404-C2BD55FCE1F4}" dt="2023-11-10T10:52:02.780" v="58" actId="27636"/>
          <ac:spMkLst>
            <pc:docMk/>
            <pc:sldMk cId="303553139" sldId="324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635574160" sldId="325"/>
        </pc:sldMkLst>
        <pc:spChg chg="mod">
          <ac:chgData name="Arnaldo Satoru Gunzi" userId="41a30d14-40e4-4cae-bd0a-ce9e51e34c46" providerId="ADAL" clId="{4935CC9A-D522-4B03-9404-C2BD55FCE1F4}" dt="2023-11-10T10:52:02.778" v="57" actId="27636"/>
          <ac:spMkLst>
            <pc:docMk/>
            <pc:sldMk cId="3635574160" sldId="325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975008329" sldId="326"/>
        </pc:sldMkLst>
        <pc:spChg chg="mod">
          <ac:chgData name="Arnaldo Satoru Gunzi" userId="41a30d14-40e4-4cae-bd0a-ce9e51e34c46" providerId="ADAL" clId="{4935CC9A-D522-4B03-9404-C2BD55FCE1F4}" dt="2023-11-10T10:52:02.771" v="55" actId="27636"/>
          <ac:spMkLst>
            <pc:docMk/>
            <pc:sldMk cId="975008329" sldId="326"/>
            <ac:spMk id="4" creationId="{00000000-0000-0000-0000-000000000000}"/>
          </ac:spMkLst>
        </pc:spChg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558620805" sldId="327"/>
        </pc:sldMkLst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200005934" sldId="327"/>
        </pc:sldMkLst>
        <pc:spChg chg="mod">
          <ac:chgData name="Arnaldo Satoru Gunzi" userId="41a30d14-40e4-4cae-bd0a-ce9e51e34c46" providerId="ADAL" clId="{4935CC9A-D522-4B03-9404-C2BD55FCE1F4}" dt="2023-11-10T10:52:02.787" v="60" actId="27636"/>
          <ac:spMkLst>
            <pc:docMk/>
            <pc:sldMk cId="1200005934" sldId="327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022920788" sldId="328"/>
        </pc:sldMkLst>
        <pc:spChg chg="mod">
          <ac:chgData name="Arnaldo Satoru Gunzi" userId="41a30d14-40e4-4cae-bd0a-ce9e51e34c46" providerId="ADAL" clId="{4935CC9A-D522-4B03-9404-C2BD55FCE1F4}" dt="2023-11-10T10:52:02.783" v="59" actId="27636"/>
          <ac:spMkLst>
            <pc:docMk/>
            <pc:sldMk cId="2022920788" sldId="328"/>
            <ac:spMk id="4" creationId="{00000000-0000-0000-0000-000000000000}"/>
          </ac:spMkLst>
        </pc:spChg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3929458362" sldId="329"/>
        </pc:sldMkLst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445663471" sldId="330"/>
        </pc:sldMkLst>
        <pc:spChg chg="mod">
          <ac:chgData name="Arnaldo Satoru Gunzi" userId="41a30d14-40e4-4cae-bd0a-ce9e51e34c46" providerId="ADAL" clId="{4935CC9A-D522-4B03-9404-C2BD55FCE1F4}" dt="2023-11-10T10:52:21.737" v="83" actId="27636"/>
          <ac:spMkLst>
            <pc:docMk/>
            <pc:sldMk cId="3445663471" sldId="330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485617451" sldId="331"/>
        </pc:sldMkLst>
        <pc:spChg chg="mod">
          <ac:chgData name="Arnaldo Satoru Gunzi" userId="41a30d14-40e4-4cae-bd0a-ce9e51e34c46" providerId="ADAL" clId="{4935CC9A-D522-4B03-9404-C2BD55FCE1F4}" dt="2023-11-10T10:52:21.728" v="80" actId="27636"/>
          <ac:spMkLst>
            <pc:docMk/>
            <pc:sldMk cId="485617451" sldId="331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932410282" sldId="332"/>
        </pc:sldMkLst>
        <pc:spChg chg="mod">
          <ac:chgData name="Arnaldo Satoru Gunzi" userId="41a30d14-40e4-4cae-bd0a-ce9e51e34c46" providerId="ADAL" clId="{4935CC9A-D522-4B03-9404-C2BD55FCE1F4}" dt="2023-11-10T10:52:21.732" v="82" actId="27636"/>
          <ac:spMkLst>
            <pc:docMk/>
            <pc:sldMk cId="3932410282" sldId="332"/>
            <ac:spMk id="4" creationId="{00000000-0000-0000-0000-000000000000}"/>
          </ac:spMkLst>
        </pc:spChg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1276816870" sldId="333"/>
        </pc:sldMkLst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682579038" sldId="335"/>
        </pc:sldMkLst>
        <pc:spChg chg="mod">
          <ac:chgData name="Arnaldo Satoru Gunzi" userId="41a30d14-40e4-4cae-bd0a-ce9e51e34c46" providerId="ADAL" clId="{4935CC9A-D522-4B03-9404-C2BD55FCE1F4}" dt="2023-11-10T10:52:21.743" v="85" actId="27636"/>
          <ac:spMkLst>
            <pc:docMk/>
            <pc:sldMk cId="2682579038" sldId="335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876291997" sldId="336"/>
        </pc:sldMkLst>
        <pc:spChg chg="mod">
          <ac:chgData name="Arnaldo Satoru Gunzi" userId="41a30d14-40e4-4cae-bd0a-ce9e51e34c46" providerId="ADAL" clId="{4935CC9A-D522-4B03-9404-C2BD55FCE1F4}" dt="2023-11-10T10:52:21.746" v="86" actId="27636"/>
          <ac:spMkLst>
            <pc:docMk/>
            <pc:sldMk cId="876291997" sldId="336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031903255" sldId="337"/>
        </pc:sldMkLst>
        <pc:spChg chg="mod">
          <ac:chgData name="Arnaldo Satoru Gunzi" userId="41a30d14-40e4-4cae-bd0a-ce9e51e34c46" providerId="ADAL" clId="{4935CC9A-D522-4B03-9404-C2BD55FCE1F4}" dt="2023-11-10T10:52:21.748" v="87" actId="27636"/>
          <ac:spMkLst>
            <pc:docMk/>
            <pc:sldMk cId="1031903255" sldId="337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918284191" sldId="350"/>
        </pc:sldMkLst>
        <pc:spChg chg="mod">
          <ac:chgData name="Arnaldo Satoru Gunzi" userId="41a30d14-40e4-4cae-bd0a-ce9e51e34c46" providerId="ADAL" clId="{4935CC9A-D522-4B03-9404-C2BD55FCE1F4}" dt="2023-11-10T10:52:21.725" v="79" actId="27636"/>
          <ac:spMkLst>
            <pc:docMk/>
            <pc:sldMk cId="2918284191" sldId="350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654715149" sldId="362"/>
        </pc:sldMkLst>
        <pc:spChg chg="mod">
          <ac:chgData name="Arnaldo Satoru Gunzi" userId="41a30d14-40e4-4cae-bd0a-ce9e51e34c46" providerId="ADAL" clId="{4935CC9A-D522-4B03-9404-C2BD55FCE1F4}" dt="2023-11-10T10:52:21.719" v="78" actId="27636"/>
          <ac:spMkLst>
            <pc:docMk/>
            <pc:sldMk cId="3654715149" sldId="362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4082429722" sldId="364"/>
        </pc:sldMkLst>
        <pc:spChg chg="mod">
          <ac:chgData name="Arnaldo Satoru Gunzi" userId="41a30d14-40e4-4cae-bd0a-ce9e51e34c46" providerId="ADAL" clId="{4935CC9A-D522-4B03-9404-C2BD55FCE1F4}" dt="2023-11-10T10:52:21.740" v="84" actId="27636"/>
          <ac:spMkLst>
            <pc:docMk/>
            <pc:sldMk cId="4082429722" sldId="364"/>
            <ac:spMk id="4" creationId="{00000000-0000-0000-0000-000000000000}"/>
          </ac:spMkLst>
        </pc:spChg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4021080156" sldId="365"/>
        </pc:sldMkLst>
      </pc:sldChg>
      <pc:sldChg chg="add del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002189464" sldId="366"/>
        </pc:sldMkLst>
      </pc:sldChg>
      <pc:sldChg chg="add del">
        <pc:chgData name="Arnaldo Satoru Gunzi" userId="41a30d14-40e4-4cae-bd0a-ce9e51e34c46" providerId="ADAL" clId="{4935CC9A-D522-4B03-9404-C2BD55FCE1F4}" dt="2023-11-24T13:48:15.585" v="889" actId="47"/>
        <pc:sldMkLst>
          <pc:docMk/>
          <pc:sldMk cId="2236597137" sldId="367"/>
        </pc:sldMkLst>
      </pc:sldChg>
      <pc:sldChg chg="add del">
        <pc:chgData name="Arnaldo Satoru Gunzi" userId="41a30d14-40e4-4cae-bd0a-ce9e51e34c46" providerId="ADAL" clId="{4935CC9A-D522-4B03-9404-C2BD55FCE1F4}" dt="2023-11-24T13:50:24.826" v="894" actId="47"/>
        <pc:sldMkLst>
          <pc:docMk/>
          <pc:sldMk cId="2424638572" sldId="368"/>
        </pc:sldMkLst>
      </pc:sldChg>
      <pc:sldChg chg="add del">
        <pc:chgData name="Arnaldo Satoru Gunzi" userId="41a30d14-40e4-4cae-bd0a-ce9e51e34c46" providerId="ADAL" clId="{4935CC9A-D522-4B03-9404-C2BD55FCE1F4}" dt="2023-11-24T13:50:17.138" v="893" actId="47"/>
        <pc:sldMkLst>
          <pc:docMk/>
          <pc:sldMk cId="4065337409" sldId="369"/>
        </pc:sldMkLst>
      </pc:sldChg>
      <pc:sldChg chg="modSp add del mod">
        <pc:chgData name="Arnaldo Satoru Gunzi" userId="41a30d14-40e4-4cae-bd0a-ce9e51e34c46" providerId="ADAL" clId="{4935CC9A-D522-4B03-9404-C2BD55FCE1F4}" dt="2023-11-10T10:52:36.564" v="120" actId="27636"/>
        <pc:sldMkLst>
          <pc:docMk/>
          <pc:sldMk cId="3244002680" sldId="370"/>
        </pc:sldMkLst>
        <pc:spChg chg="mod">
          <ac:chgData name="Arnaldo Satoru Gunzi" userId="41a30d14-40e4-4cae-bd0a-ce9e51e34c46" providerId="ADAL" clId="{4935CC9A-D522-4B03-9404-C2BD55FCE1F4}" dt="2023-11-10T10:52:36.564" v="120" actId="27636"/>
          <ac:spMkLst>
            <pc:docMk/>
            <pc:sldMk cId="3244002680" sldId="370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580" v="124" actId="27636"/>
        <pc:sldMkLst>
          <pc:docMk/>
          <pc:sldMk cId="1639119700" sldId="371"/>
        </pc:sldMkLst>
        <pc:spChg chg="mod">
          <ac:chgData name="Arnaldo Satoru Gunzi" userId="41a30d14-40e4-4cae-bd0a-ce9e51e34c46" providerId="ADAL" clId="{4935CC9A-D522-4B03-9404-C2BD55FCE1F4}" dt="2023-11-10T10:52:36.578" v="123" actId="27636"/>
          <ac:spMkLst>
            <pc:docMk/>
            <pc:sldMk cId="1639119700" sldId="37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36.580" v="124" actId="27636"/>
          <ac:spMkLst>
            <pc:docMk/>
            <pc:sldMk cId="1639119700" sldId="371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574" v="122" actId="27636"/>
        <pc:sldMkLst>
          <pc:docMk/>
          <pc:sldMk cId="1472283737" sldId="372"/>
        </pc:sldMkLst>
        <pc:spChg chg="mod">
          <ac:chgData name="Arnaldo Satoru Gunzi" userId="41a30d14-40e4-4cae-bd0a-ce9e51e34c46" providerId="ADAL" clId="{4935CC9A-D522-4B03-9404-C2BD55FCE1F4}" dt="2023-11-10T10:52:36.574" v="122" actId="27636"/>
          <ac:spMkLst>
            <pc:docMk/>
            <pc:sldMk cId="1472283737" sldId="372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583" v="125" actId="27636"/>
        <pc:sldMkLst>
          <pc:docMk/>
          <pc:sldMk cId="2940724511" sldId="374"/>
        </pc:sldMkLst>
        <pc:spChg chg="mod">
          <ac:chgData name="Arnaldo Satoru Gunzi" userId="41a30d14-40e4-4cae-bd0a-ce9e51e34c46" providerId="ADAL" clId="{4935CC9A-D522-4B03-9404-C2BD55FCE1F4}" dt="2023-11-10T10:52:36.583" v="125" actId="27636"/>
          <ac:spMkLst>
            <pc:docMk/>
            <pc:sldMk cId="2940724511" sldId="374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592" v="129" actId="27636"/>
        <pc:sldMkLst>
          <pc:docMk/>
          <pc:sldMk cId="922867554" sldId="375"/>
        </pc:sldMkLst>
        <pc:spChg chg="mod">
          <ac:chgData name="Arnaldo Satoru Gunzi" userId="41a30d14-40e4-4cae-bd0a-ce9e51e34c46" providerId="ADAL" clId="{4935CC9A-D522-4B03-9404-C2BD55FCE1F4}" dt="2023-11-10T10:52:36.592" v="129" actId="27636"/>
          <ac:spMkLst>
            <pc:docMk/>
            <pc:sldMk cId="922867554" sldId="37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36.591" v="128" actId="27636"/>
          <ac:spMkLst>
            <pc:docMk/>
            <pc:sldMk cId="922867554" sldId="375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595" v="131" actId="27636"/>
        <pc:sldMkLst>
          <pc:docMk/>
          <pc:sldMk cId="4090578746" sldId="376"/>
        </pc:sldMkLst>
        <pc:spChg chg="mod">
          <ac:chgData name="Arnaldo Satoru Gunzi" userId="41a30d14-40e4-4cae-bd0a-ce9e51e34c46" providerId="ADAL" clId="{4935CC9A-D522-4B03-9404-C2BD55FCE1F4}" dt="2023-11-10T10:52:36.594" v="130" actId="27636"/>
          <ac:spMkLst>
            <pc:docMk/>
            <pc:sldMk cId="4090578746" sldId="376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36.595" v="131" actId="27636"/>
          <ac:spMkLst>
            <pc:docMk/>
            <pc:sldMk cId="4090578746" sldId="376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599" v="133" actId="27636"/>
        <pc:sldMkLst>
          <pc:docMk/>
          <pc:sldMk cId="4019138376" sldId="377"/>
        </pc:sldMkLst>
        <pc:spChg chg="mod">
          <ac:chgData name="Arnaldo Satoru Gunzi" userId="41a30d14-40e4-4cae-bd0a-ce9e51e34c46" providerId="ADAL" clId="{4935CC9A-D522-4B03-9404-C2BD55FCE1F4}" dt="2023-11-10T10:52:36.599" v="133" actId="27636"/>
          <ac:spMkLst>
            <pc:docMk/>
            <pc:sldMk cId="4019138376" sldId="377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36.597" v="132" actId="27636"/>
          <ac:spMkLst>
            <pc:docMk/>
            <pc:sldMk cId="4019138376" sldId="377"/>
            <ac:spMk id="4" creationId="{00000000-0000-0000-0000-000000000000}"/>
          </ac:spMkLst>
        </pc:spChg>
      </pc:sldChg>
      <pc:sldChg chg="addSp modSp add del mod">
        <pc:chgData name="Arnaldo Satoru Gunzi" userId="41a30d14-40e4-4cae-bd0a-ce9e51e34c46" providerId="ADAL" clId="{4935CC9A-D522-4B03-9404-C2BD55FCE1F4}" dt="2023-11-10T11:31:54.030" v="768" actId="1076"/>
        <pc:sldMkLst>
          <pc:docMk/>
          <pc:sldMk cId="2375802935" sldId="378"/>
        </pc:sldMkLst>
        <pc:spChg chg="add mod">
          <ac:chgData name="Arnaldo Satoru Gunzi" userId="41a30d14-40e4-4cae-bd0a-ce9e51e34c46" providerId="ADAL" clId="{4935CC9A-D522-4B03-9404-C2BD55FCE1F4}" dt="2023-11-10T11:31:54.030" v="768" actId="1076"/>
          <ac:spMkLst>
            <pc:docMk/>
            <pc:sldMk cId="2375802935" sldId="378"/>
            <ac:spMk id="2" creationId="{5C261495-1A83-1552-9E9F-6017B6C15DF7}"/>
          </ac:spMkLst>
        </pc:spChg>
        <pc:spChg chg="mod">
          <ac:chgData name="Arnaldo Satoru Gunzi" userId="41a30d14-40e4-4cae-bd0a-ce9e51e34c46" providerId="ADAL" clId="{4935CC9A-D522-4B03-9404-C2BD55FCE1F4}" dt="2023-11-10T10:52:36.601" v="134" actId="27636"/>
          <ac:spMkLst>
            <pc:docMk/>
            <pc:sldMk cId="2375802935" sldId="378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36.602" v="135" actId="27636"/>
          <ac:spMkLst>
            <pc:docMk/>
            <pc:sldMk cId="2375802935" sldId="378"/>
            <ac:spMk id="4" creationId="{00000000-0000-0000-0000-000000000000}"/>
          </ac:spMkLst>
        </pc:spChg>
        <pc:picChg chg="mod">
          <ac:chgData name="Arnaldo Satoru Gunzi" userId="41a30d14-40e4-4cae-bd0a-ce9e51e34c46" providerId="ADAL" clId="{4935CC9A-D522-4B03-9404-C2BD55FCE1F4}" dt="2023-11-10T11:31:28.138" v="702" actId="1076"/>
          <ac:picMkLst>
            <pc:docMk/>
            <pc:sldMk cId="2375802935" sldId="378"/>
            <ac:picMk id="5" creationId="{49FD5A15-0091-BC69-787F-8D0EC2708D0B}"/>
          </ac:picMkLst>
        </pc:picChg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175832618" sldId="379"/>
        </pc:sldMkLst>
      </pc:sldChg>
      <pc:sldChg chg="add del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776634026" sldId="380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1960726255" sldId="380"/>
        </pc:sldMkLst>
      </pc:sldChg>
      <pc:sldChg chg="add del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285504788" sldId="381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4256280714" sldId="381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1662278114" sldId="382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3884257327" sldId="383"/>
        </pc:sldMkLst>
      </pc:sldChg>
      <pc:sldChg chg="modSp add del mod">
        <pc:chgData name="Arnaldo Satoru Gunzi" userId="41a30d14-40e4-4cae-bd0a-ce9e51e34c46" providerId="ADAL" clId="{4935CC9A-D522-4B03-9404-C2BD55FCE1F4}" dt="2023-11-10T10:52:36.614" v="140" actId="27636"/>
        <pc:sldMkLst>
          <pc:docMk/>
          <pc:sldMk cId="1547859046" sldId="384"/>
        </pc:sldMkLst>
        <pc:spChg chg="mod">
          <ac:chgData name="Arnaldo Satoru Gunzi" userId="41a30d14-40e4-4cae-bd0a-ce9e51e34c46" providerId="ADAL" clId="{4935CC9A-D522-4B03-9404-C2BD55FCE1F4}" dt="2023-11-10T10:52:36.613" v="139" actId="27636"/>
          <ac:spMkLst>
            <pc:docMk/>
            <pc:sldMk cId="1547859046" sldId="384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36.614" v="140" actId="27636"/>
          <ac:spMkLst>
            <pc:docMk/>
            <pc:sldMk cId="1547859046" sldId="384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588" v="127" actId="27636"/>
        <pc:sldMkLst>
          <pc:docMk/>
          <pc:sldMk cId="1010814207" sldId="385"/>
        </pc:sldMkLst>
        <pc:spChg chg="mod">
          <ac:chgData name="Arnaldo Satoru Gunzi" userId="41a30d14-40e4-4cae-bd0a-ce9e51e34c46" providerId="ADAL" clId="{4935CC9A-D522-4B03-9404-C2BD55FCE1F4}" dt="2023-11-10T10:52:36.588" v="127" actId="27636"/>
          <ac:spMkLst>
            <pc:docMk/>
            <pc:sldMk cId="1010814207" sldId="38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36.586" v="126" actId="27636"/>
          <ac:spMkLst>
            <pc:docMk/>
            <pc:sldMk cId="1010814207" sldId="385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608" v="138" actId="27636"/>
        <pc:sldMkLst>
          <pc:docMk/>
          <pc:sldMk cId="1112635326" sldId="386"/>
        </pc:sldMkLst>
        <pc:spChg chg="mod">
          <ac:chgData name="Arnaldo Satoru Gunzi" userId="41a30d14-40e4-4cae-bd0a-ce9e51e34c46" providerId="ADAL" clId="{4935CC9A-D522-4B03-9404-C2BD55FCE1F4}" dt="2023-11-10T10:52:36.608" v="138" actId="27636"/>
          <ac:spMkLst>
            <pc:docMk/>
            <pc:sldMk cId="1112635326" sldId="386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606" v="137" actId="27636"/>
        <pc:sldMkLst>
          <pc:docMk/>
          <pc:sldMk cId="2813731100" sldId="387"/>
        </pc:sldMkLst>
        <pc:spChg chg="mod">
          <ac:chgData name="Arnaldo Satoru Gunzi" userId="41a30d14-40e4-4cae-bd0a-ce9e51e34c46" providerId="ADAL" clId="{4935CC9A-D522-4B03-9404-C2BD55FCE1F4}" dt="2023-11-10T10:52:36.606" v="137" actId="27636"/>
          <ac:spMkLst>
            <pc:docMk/>
            <pc:sldMk cId="2813731100" sldId="387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36.605" v="136" actId="27636"/>
          <ac:spMkLst>
            <pc:docMk/>
            <pc:sldMk cId="2813731100" sldId="387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617" v="142" actId="27636"/>
        <pc:sldMkLst>
          <pc:docMk/>
          <pc:sldMk cId="2594542369" sldId="388"/>
        </pc:sldMkLst>
        <pc:spChg chg="mod">
          <ac:chgData name="Arnaldo Satoru Gunzi" userId="41a30d14-40e4-4cae-bd0a-ce9e51e34c46" providerId="ADAL" clId="{4935CC9A-D522-4B03-9404-C2BD55FCE1F4}" dt="2023-11-10T10:52:36.617" v="142" actId="27636"/>
          <ac:spMkLst>
            <pc:docMk/>
            <pc:sldMk cId="2594542369" sldId="388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36.616" v="141" actId="27636"/>
          <ac:spMkLst>
            <pc:docMk/>
            <pc:sldMk cId="2594542369" sldId="388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619" v="143" actId="27636"/>
        <pc:sldMkLst>
          <pc:docMk/>
          <pc:sldMk cId="119511073" sldId="389"/>
        </pc:sldMkLst>
        <pc:spChg chg="mod">
          <ac:chgData name="Arnaldo Satoru Gunzi" userId="41a30d14-40e4-4cae-bd0a-ce9e51e34c46" providerId="ADAL" clId="{4935CC9A-D522-4B03-9404-C2BD55FCE1F4}" dt="2023-11-10T10:52:36.619" v="143" actId="27636"/>
          <ac:spMkLst>
            <pc:docMk/>
            <pc:sldMk cId="119511073" sldId="389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621" v="144" actId="27636"/>
        <pc:sldMkLst>
          <pc:docMk/>
          <pc:sldMk cId="555106317" sldId="390"/>
        </pc:sldMkLst>
        <pc:spChg chg="mod">
          <ac:chgData name="Arnaldo Satoru Gunzi" userId="41a30d14-40e4-4cae-bd0a-ce9e51e34c46" providerId="ADAL" clId="{4935CC9A-D522-4B03-9404-C2BD55FCE1F4}" dt="2023-11-10T10:52:36.621" v="144" actId="27636"/>
          <ac:spMkLst>
            <pc:docMk/>
            <pc:sldMk cId="555106317" sldId="390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36.625" v="146" actId="27636"/>
        <pc:sldMkLst>
          <pc:docMk/>
          <pc:sldMk cId="237711324" sldId="391"/>
        </pc:sldMkLst>
        <pc:spChg chg="mod">
          <ac:chgData name="Arnaldo Satoru Gunzi" userId="41a30d14-40e4-4cae-bd0a-ce9e51e34c46" providerId="ADAL" clId="{4935CC9A-D522-4B03-9404-C2BD55FCE1F4}" dt="2023-11-10T10:52:36.625" v="146" actId="27636"/>
          <ac:spMkLst>
            <pc:docMk/>
            <pc:sldMk cId="237711324" sldId="39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36.623" v="145" actId="27636"/>
          <ac:spMkLst>
            <pc:docMk/>
            <pc:sldMk cId="237711324" sldId="391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53.573" v="888" actId="47"/>
        <pc:sldMkLst>
          <pc:docMk/>
          <pc:sldMk cId="3186692531" sldId="392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186692531" sldId="39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186692531" sldId="392"/>
            <ac:spMk id="4" creationId="{00000000-0000-0000-0000-000000000000}"/>
          </ac:spMkLst>
        </pc:spChg>
      </pc:sldChg>
      <pc:sldChg chg="add del">
        <pc:chgData name="Arnaldo Satoru Gunzi" userId="41a30d14-40e4-4cae-bd0a-ce9e51e34c46" providerId="ADAL" clId="{4935CC9A-D522-4B03-9404-C2BD55FCE1F4}" dt="2023-11-10T10:53:26.551" v="194"/>
        <pc:sldMkLst>
          <pc:docMk/>
          <pc:sldMk cId="2664771519" sldId="394"/>
        </pc:sldMkLst>
      </pc:sldChg>
      <pc:sldChg chg="add del">
        <pc:chgData name="Arnaldo Satoru Gunzi" userId="41a30d14-40e4-4cae-bd0a-ce9e51e34c46" providerId="ADAL" clId="{4935CC9A-D522-4B03-9404-C2BD55FCE1F4}" dt="2023-11-10T10:53:26.551" v="194"/>
        <pc:sldMkLst>
          <pc:docMk/>
          <pc:sldMk cId="138425394" sldId="395"/>
        </pc:sldMkLst>
      </pc:sldChg>
      <pc:sldChg chg="add del">
        <pc:chgData name="Arnaldo Satoru Gunzi" userId="41a30d14-40e4-4cae-bd0a-ce9e51e34c46" providerId="ADAL" clId="{4935CC9A-D522-4B03-9404-C2BD55FCE1F4}" dt="2023-11-10T10:53:26.551" v="194"/>
        <pc:sldMkLst>
          <pc:docMk/>
          <pc:sldMk cId="2167482450" sldId="396"/>
        </pc:sldMkLst>
      </pc:sldChg>
      <pc:sldChg chg="add del mod modShow">
        <pc:chgData name="Arnaldo Satoru Gunzi" userId="41a30d14-40e4-4cae-bd0a-ce9e51e34c46" providerId="ADAL" clId="{4935CC9A-D522-4B03-9404-C2BD55FCE1F4}" dt="2023-11-10T11:36:37.532" v="772" actId="729"/>
        <pc:sldMkLst>
          <pc:docMk/>
          <pc:sldMk cId="1850304679" sldId="397"/>
        </pc:sldMkLst>
      </pc:sldChg>
      <pc:sldChg chg="add del mod modShow">
        <pc:chgData name="Arnaldo Satoru Gunzi" userId="41a30d14-40e4-4cae-bd0a-ce9e51e34c46" providerId="ADAL" clId="{4935CC9A-D522-4B03-9404-C2BD55FCE1F4}" dt="2023-11-24T13:48:33.569" v="890" actId="47"/>
        <pc:sldMkLst>
          <pc:docMk/>
          <pc:sldMk cId="3300331641" sldId="398"/>
        </pc:sldMkLst>
      </pc:sldChg>
      <pc:sldChg chg="add del mod modShow">
        <pc:chgData name="Arnaldo Satoru Gunzi" userId="41a30d14-40e4-4cae-bd0a-ce9e51e34c46" providerId="ADAL" clId="{4935CC9A-D522-4B03-9404-C2BD55FCE1F4}" dt="2023-11-24T13:48:33.569" v="890" actId="47"/>
        <pc:sldMkLst>
          <pc:docMk/>
          <pc:sldMk cId="1273261048" sldId="399"/>
        </pc:sldMkLst>
      </pc:sldChg>
      <pc:sldChg chg="add del mod modShow">
        <pc:chgData name="Arnaldo Satoru Gunzi" userId="41a30d14-40e4-4cae-bd0a-ce9e51e34c46" providerId="ADAL" clId="{4935CC9A-D522-4B03-9404-C2BD55FCE1F4}" dt="2023-11-24T13:48:33.569" v="890" actId="47"/>
        <pc:sldMkLst>
          <pc:docMk/>
          <pc:sldMk cId="2062528187" sldId="400"/>
        </pc:sldMkLst>
      </pc:sldChg>
      <pc:sldChg chg="add del mod modShow">
        <pc:chgData name="Arnaldo Satoru Gunzi" userId="41a30d14-40e4-4cae-bd0a-ce9e51e34c46" providerId="ADAL" clId="{4935CC9A-D522-4B03-9404-C2BD55FCE1F4}" dt="2023-11-24T13:48:33.569" v="890" actId="47"/>
        <pc:sldMkLst>
          <pc:docMk/>
          <pc:sldMk cId="1189844549" sldId="401"/>
        </pc:sldMkLst>
      </pc:sldChg>
      <pc:sldChg chg="add del mod modShow">
        <pc:chgData name="Arnaldo Satoru Gunzi" userId="41a30d14-40e4-4cae-bd0a-ce9e51e34c46" providerId="ADAL" clId="{4935CC9A-D522-4B03-9404-C2BD55FCE1F4}" dt="2023-11-24T13:48:33.569" v="890" actId="47"/>
        <pc:sldMkLst>
          <pc:docMk/>
          <pc:sldMk cId="830759687" sldId="402"/>
        </pc:sldMkLst>
      </pc:sldChg>
      <pc:sldChg chg="add del mod modShow">
        <pc:chgData name="Arnaldo Satoru Gunzi" userId="41a30d14-40e4-4cae-bd0a-ce9e51e34c46" providerId="ADAL" clId="{4935CC9A-D522-4B03-9404-C2BD55FCE1F4}" dt="2023-11-24T13:48:33.569" v="890" actId="47"/>
        <pc:sldMkLst>
          <pc:docMk/>
          <pc:sldMk cId="1672552183" sldId="403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2992169621" sldId="404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819201349" sldId="405"/>
        </pc:sldMkLst>
      </pc:sldChg>
      <pc:sldChg chg="add del">
        <pc:chgData name="Arnaldo Satoru Gunzi" userId="41a30d14-40e4-4cae-bd0a-ce9e51e34c46" providerId="ADAL" clId="{4935CC9A-D522-4B03-9404-C2BD55FCE1F4}" dt="2023-11-10T10:53:26.551" v="194"/>
        <pc:sldMkLst>
          <pc:docMk/>
          <pc:sldMk cId="2963348469" sldId="405"/>
        </pc:sldMkLst>
      </pc:sldChg>
      <pc:sldChg chg="add del">
        <pc:chgData name="Arnaldo Satoru Gunzi" userId="41a30d14-40e4-4cae-bd0a-ce9e51e34c46" providerId="ADAL" clId="{4935CC9A-D522-4B03-9404-C2BD55FCE1F4}" dt="2023-11-10T10:53:26.551" v="194"/>
        <pc:sldMkLst>
          <pc:docMk/>
          <pc:sldMk cId="1343052317" sldId="406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1953709617" sldId="406"/>
        </pc:sldMkLst>
      </pc:sldChg>
      <pc:sldChg chg="add del">
        <pc:chgData name="Arnaldo Satoru Gunzi" userId="41a30d14-40e4-4cae-bd0a-ce9e51e34c46" providerId="ADAL" clId="{4935CC9A-D522-4B03-9404-C2BD55FCE1F4}" dt="2023-11-24T13:45:57.996" v="882" actId="47"/>
        <pc:sldMkLst>
          <pc:docMk/>
          <pc:sldMk cId="2614960902" sldId="407"/>
        </pc:sldMkLst>
      </pc:sldChg>
      <pc:sldChg chg="add del mod modShow">
        <pc:chgData name="Arnaldo Satoru Gunzi" userId="41a30d14-40e4-4cae-bd0a-ce9e51e34c46" providerId="ADAL" clId="{4935CC9A-D522-4B03-9404-C2BD55FCE1F4}" dt="2023-11-24T13:46:07.910" v="883" actId="47"/>
        <pc:sldMkLst>
          <pc:docMk/>
          <pc:sldMk cId="3428417769" sldId="408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989178354" sldId="409"/>
        </pc:sldMkLst>
      </pc:sldChg>
      <pc:sldChg chg="add del mod modShow">
        <pc:chgData name="Arnaldo Satoru Gunzi" userId="41a30d14-40e4-4cae-bd0a-ce9e51e34c46" providerId="ADAL" clId="{4935CC9A-D522-4B03-9404-C2BD55FCE1F4}" dt="2023-11-24T13:45:57.996" v="882" actId="47"/>
        <pc:sldMkLst>
          <pc:docMk/>
          <pc:sldMk cId="1941851775" sldId="411"/>
        </pc:sldMkLst>
      </pc:sldChg>
      <pc:sldChg chg="add del mod modShow">
        <pc:chgData name="Arnaldo Satoru Gunzi" userId="41a30d14-40e4-4cae-bd0a-ce9e51e34c46" providerId="ADAL" clId="{4935CC9A-D522-4B03-9404-C2BD55FCE1F4}" dt="2023-11-24T13:45:57.996" v="882" actId="47"/>
        <pc:sldMkLst>
          <pc:docMk/>
          <pc:sldMk cId="855829440" sldId="412"/>
        </pc:sldMkLst>
      </pc:sldChg>
      <pc:sldChg chg="add del mod modShow">
        <pc:chgData name="Arnaldo Satoru Gunzi" userId="41a30d14-40e4-4cae-bd0a-ce9e51e34c46" providerId="ADAL" clId="{4935CC9A-D522-4B03-9404-C2BD55FCE1F4}" dt="2023-11-24T13:45:57.996" v="882" actId="47"/>
        <pc:sldMkLst>
          <pc:docMk/>
          <pc:sldMk cId="1684196129" sldId="413"/>
        </pc:sldMkLst>
      </pc:sldChg>
      <pc:sldChg chg="add del mod modShow">
        <pc:chgData name="Arnaldo Satoru Gunzi" userId="41a30d14-40e4-4cae-bd0a-ce9e51e34c46" providerId="ADAL" clId="{4935CC9A-D522-4B03-9404-C2BD55FCE1F4}" dt="2023-11-24T13:46:07.910" v="883" actId="47"/>
        <pc:sldMkLst>
          <pc:docMk/>
          <pc:sldMk cId="2256036468" sldId="414"/>
        </pc:sldMkLst>
      </pc:sldChg>
      <pc:sldChg chg="add del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46600686" sldId="415"/>
        </pc:sldMkLst>
      </pc:sldChg>
      <pc:sldChg chg="add del mod modShow">
        <pc:chgData name="Arnaldo Satoru Gunzi" userId="41a30d14-40e4-4cae-bd0a-ce9e51e34c46" providerId="ADAL" clId="{4935CC9A-D522-4B03-9404-C2BD55FCE1F4}" dt="2023-11-24T13:46:07.910" v="883" actId="47"/>
        <pc:sldMkLst>
          <pc:docMk/>
          <pc:sldMk cId="2607864171" sldId="416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319816402" sldId="417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871515899" sldId="418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3476278641" sldId="419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3225772314" sldId="420"/>
        </pc:sldMkLst>
      </pc:sldChg>
      <pc:sldChg chg="add del">
        <pc:chgData name="Arnaldo Satoru Gunzi" userId="41a30d14-40e4-4cae-bd0a-ce9e51e34c46" providerId="ADAL" clId="{4935CC9A-D522-4B03-9404-C2BD55FCE1F4}" dt="2023-11-10T10:50:23.153" v="11"/>
        <pc:sldMkLst>
          <pc:docMk/>
          <pc:sldMk cId="811556548" sldId="421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691054040" sldId="422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423936033" sldId="423"/>
        </pc:sldMkLst>
      </pc:sldChg>
      <pc:sldChg chg="add del mod modShow">
        <pc:chgData name="Arnaldo Satoru Gunzi" userId="41a30d14-40e4-4cae-bd0a-ce9e51e34c46" providerId="ADAL" clId="{4935CC9A-D522-4B03-9404-C2BD55FCE1F4}" dt="2023-11-24T13:45:57.996" v="882" actId="47"/>
        <pc:sldMkLst>
          <pc:docMk/>
          <pc:sldMk cId="3564646488" sldId="424"/>
        </pc:sldMkLst>
      </pc:sldChg>
      <pc:sldChg chg="modSp add del mod modShow">
        <pc:chgData name="Arnaldo Satoru Gunzi" userId="41a30d14-40e4-4cae-bd0a-ce9e51e34c46" providerId="ADAL" clId="{4935CC9A-D522-4B03-9404-C2BD55FCE1F4}" dt="2023-11-24T13:47:53.573" v="888" actId="47"/>
        <pc:sldMkLst>
          <pc:docMk/>
          <pc:sldMk cId="3890870151" sldId="425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890870151" sldId="42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890870151" sldId="425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53.573" v="888" actId="47"/>
        <pc:sldMkLst>
          <pc:docMk/>
          <pc:sldMk cId="1277270774" sldId="426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277270774" sldId="426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277270774" sldId="426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48.417" v="887" actId="47"/>
        <pc:sldMkLst>
          <pc:docMk/>
          <pc:sldMk cId="494628932" sldId="427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494628932" sldId="427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494628932" sldId="427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48.417" v="887" actId="47"/>
        <pc:sldMkLst>
          <pc:docMk/>
          <pc:sldMk cId="2617546358" sldId="428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2617546358" sldId="428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2617546358" sldId="428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47:48.417" v="887" actId="47"/>
        <pc:sldMkLst>
          <pc:docMk/>
          <pc:sldMk cId="1250524363" sldId="429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250524363" sldId="429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250524363" sldId="429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2385063223" sldId="430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2385063223" sldId="43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2385063223" sldId="430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1864158819" sldId="431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864158819" sldId="43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864158819" sldId="431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4293846529" sldId="432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4293846529" sldId="432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4293846529" sldId="432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3323645696" sldId="433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323645696" sldId="433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323645696" sldId="433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1798100447" sldId="434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798100447" sldId="434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798100447" sldId="434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3804874663" sldId="435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804874663" sldId="435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804874663" sldId="435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1216460420" sldId="436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216460420" sldId="436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2807814334" sldId="437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2807814334" sldId="437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326237385" sldId="438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26237385" sldId="438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1950709454" sldId="439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950709454" sldId="439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842369565" sldId="440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842369565" sldId="440"/>
            <ac:spMk id="4" creationId="{00000000-0000-0000-0000-000000000000}"/>
          </ac:spMkLst>
        </pc:spChg>
      </pc:sldChg>
      <pc:sldChg chg="add del">
        <pc:chgData name="Arnaldo Satoru Gunzi" userId="41a30d14-40e4-4cae-bd0a-ce9e51e34c46" providerId="ADAL" clId="{4935CC9A-D522-4B03-9404-C2BD55FCE1F4}" dt="2023-11-10T10:54:39.980" v="207"/>
        <pc:sldMkLst>
          <pc:docMk/>
          <pc:sldMk cId="4125488981" sldId="441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3592155639" sldId="442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2932390896" sldId="443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3024761595" sldId="444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2925936008" sldId="445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3092954916" sldId="446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1762372356" sldId="447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874472059" sldId="448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432701808" sldId="449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2922803419" sldId="450"/>
        </pc:sldMkLst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3984020109" sldId="451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984020109" sldId="451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984020109" sldId="451"/>
            <ac:spMk id="4" creationId="{00000000-0000-0000-0000-000000000000}"/>
          </ac:spMkLst>
        </pc:spChg>
      </pc:sldChg>
      <pc:sldChg chg="add del">
        <pc:chgData name="Arnaldo Satoru Gunzi" userId="41a30d14-40e4-4cae-bd0a-ce9e51e34c46" providerId="ADAL" clId="{4935CC9A-D522-4B03-9404-C2BD55FCE1F4}" dt="2023-11-24T13:49:08.378" v="892" actId="47"/>
        <pc:sldMkLst>
          <pc:docMk/>
          <pc:sldMk cId="3987660748" sldId="452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20586497" sldId="453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1825055183" sldId="454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200776739" sldId="455"/>
        </pc:sldMkLst>
      </pc:sldChg>
      <pc:sldChg chg="add del">
        <pc:chgData name="Arnaldo Satoru Gunzi" userId="41a30d14-40e4-4cae-bd0a-ce9e51e34c46" providerId="ADAL" clId="{4935CC9A-D522-4B03-9404-C2BD55FCE1F4}" dt="2023-11-10T10:54:39.980" v="207"/>
        <pc:sldMkLst>
          <pc:docMk/>
          <pc:sldMk cId="3141311297" sldId="457"/>
        </pc:sldMkLst>
      </pc:sldChg>
      <pc:sldChg chg="add del">
        <pc:chgData name="Arnaldo Satoru Gunzi" userId="41a30d14-40e4-4cae-bd0a-ce9e51e34c46" providerId="ADAL" clId="{4935CC9A-D522-4B03-9404-C2BD55FCE1F4}" dt="2023-11-10T10:54:39.980" v="207"/>
        <pc:sldMkLst>
          <pc:docMk/>
          <pc:sldMk cId="2226593243" sldId="458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900569430" sldId="459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3250060076" sldId="460"/>
        </pc:sldMkLst>
      </pc:sldChg>
      <pc:sldChg chg="add del">
        <pc:chgData name="Arnaldo Satoru Gunzi" userId="41a30d14-40e4-4cae-bd0a-ce9e51e34c46" providerId="ADAL" clId="{4935CC9A-D522-4B03-9404-C2BD55FCE1F4}" dt="2023-11-24T13:48:57.091" v="891" actId="47"/>
        <pc:sldMkLst>
          <pc:docMk/>
          <pc:sldMk cId="2954036848" sldId="461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3378525813" sldId="462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422595508" sldId="463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4186042533" sldId="464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98816571" sldId="465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2921115787" sldId="466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3022940940" sldId="467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992032731" sldId="468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551399846" sldId="469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2197414684" sldId="470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1967966094" sldId="471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570233113" sldId="472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1913723425" sldId="474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2474270861" sldId="475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10876491" sldId="476"/>
        </pc:sldMkLst>
      </pc:sldChg>
      <pc:sldChg chg="add del">
        <pc:chgData name="Arnaldo Satoru Gunzi" userId="41a30d14-40e4-4cae-bd0a-ce9e51e34c46" providerId="ADAL" clId="{4935CC9A-D522-4B03-9404-C2BD55FCE1F4}" dt="2023-11-10T10:54:39.980" v="207"/>
        <pc:sldMkLst>
          <pc:docMk/>
          <pc:sldMk cId="1963122703" sldId="477"/>
        </pc:sldMkLst>
      </pc:sldChg>
      <pc:sldChg chg="add del">
        <pc:chgData name="Arnaldo Satoru Gunzi" userId="41a30d14-40e4-4cae-bd0a-ce9e51e34c46" providerId="ADAL" clId="{4935CC9A-D522-4B03-9404-C2BD55FCE1F4}" dt="2023-11-10T10:54:39.980" v="207"/>
        <pc:sldMkLst>
          <pc:docMk/>
          <pc:sldMk cId="1709050638" sldId="478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3018607032" sldId="479"/>
        </pc:sldMkLst>
      </pc:sldChg>
      <pc:sldChg chg="add del mod modShow">
        <pc:chgData name="Arnaldo Satoru Gunzi" userId="41a30d14-40e4-4cae-bd0a-ce9e51e34c46" providerId="ADAL" clId="{4935CC9A-D522-4B03-9404-C2BD55FCE1F4}" dt="2023-11-24T13:47:12.418" v="885" actId="47"/>
        <pc:sldMkLst>
          <pc:docMk/>
          <pc:sldMk cId="3075377562" sldId="480"/>
        </pc:sldMkLst>
      </pc:sldChg>
      <pc:sldChg chg="add del mod modShow">
        <pc:chgData name="Arnaldo Satoru Gunzi" userId="41a30d14-40e4-4cae-bd0a-ce9e51e34c46" providerId="ADAL" clId="{4935CC9A-D522-4B03-9404-C2BD55FCE1F4}" dt="2023-11-24T13:47:12.418" v="885" actId="47"/>
        <pc:sldMkLst>
          <pc:docMk/>
          <pc:sldMk cId="3483652679" sldId="481"/>
        </pc:sldMkLst>
      </pc:sldChg>
      <pc:sldChg chg="add del mod modShow">
        <pc:chgData name="Arnaldo Satoru Gunzi" userId="41a30d14-40e4-4cae-bd0a-ce9e51e34c46" providerId="ADAL" clId="{4935CC9A-D522-4B03-9404-C2BD55FCE1F4}" dt="2023-11-24T13:47:12.418" v="885" actId="47"/>
        <pc:sldMkLst>
          <pc:docMk/>
          <pc:sldMk cId="2608566322" sldId="482"/>
        </pc:sldMkLst>
      </pc:sldChg>
      <pc:sldChg chg="add del mod modShow">
        <pc:chgData name="Arnaldo Satoru Gunzi" userId="41a30d14-40e4-4cae-bd0a-ce9e51e34c46" providerId="ADAL" clId="{4935CC9A-D522-4B03-9404-C2BD55FCE1F4}" dt="2023-11-24T13:47:12.418" v="885" actId="47"/>
        <pc:sldMkLst>
          <pc:docMk/>
          <pc:sldMk cId="791936560" sldId="483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4026966227" sldId="484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268539380" sldId="485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1990753565" sldId="486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255225291" sldId="487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1635541424" sldId="488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2515613417" sldId="489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2623521984" sldId="490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119606815" sldId="491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029593789" sldId="492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558509024" sldId="493"/>
        </pc:sldMkLst>
      </pc:sldChg>
      <pc:sldChg chg="add del mod modShow">
        <pc:chgData name="Arnaldo Satoru Gunzi" userId="41a30d14-40e4-4cae-bd0a-ce9e51e34c46" providerId="ADAL" clId="{4935CC9A-D522-4B03-9404-C2BD55FCE1F4}" dt="2023-11-24T13:48:15.585" v="889" actId="47"/>
        <pc:sldMkLst>
          <pc:docMk/>
          <pc:sldMk cId="173264403" sldId="494"/>
        </pc:sldMkLst>
      </pc:sldChg>
      <pc:sldChg chg="add del mod modShow">
        <pc:chgData name="Arnaldo Satoru Gunzi" userId="41a30d14-40e4-4cae-bd0a-ce9e51e34c46" providerId="ADAL" clId="{4935CC9A-D522-4B03-9404-C2BD55FCE1F4}" dt="2023-11-24T13:48:15.585" v="889" actId="47"/>
        <pc:sldMkLst>
          <pc:docMk/>
          <pc:sldMk cId="2732754760" sldId="495"/>
        </pc:sldMkLst>
      </pc:sldChg>
      <pc:sldChg chg="add del mod modShow">
        <pc:chgData name="Arnaldo Satoru Gunzi" userId="41a30d14-40e4-4cae-bd0a-ce9e51e34c46" providerId="ADAL" clId="{4935CC9A-D522-4B03-9404-C2BD55FCE1F4}" dt="2023-11-24T13:48:15.585" v="889" actId="47"/>
        <pc:sldMkLst>
          <pc:docMk/>
          <pc:sldMk cId="2877955241" sldId="496"/>
        </pc:sldMkLst>
      </pc:sldChg>
      <pc:sldChg chg="add del mod modShow">
        <pc:chgData name="Arnaldo Satoru Gunzi" userId="41a30d14-40e4-4cae-bd0a-ce9e51e34c46" providerId="ADAL" clId="{4935CC9A-D522-4B03-9404-C2BD55FCE1F4}" dt="2023-11-24T13:48:15.585" v="889" actId="47"/>
        <pc:sldMkLst>
          <pc:docMk/>
          <pc:sldMk cId="1087638922" sldId="497"/>
        </pc:sldMkLst>
      </pc:sldChg>
      <pc:sldChg chg="add del">
        <pc:chgData name="Arnaldo Satoru Gunzi" userId="41a30d14-40e4-4cae-bd0a-ce9e51e34c46" providerId="ADAL" clId="{4935CC9A-D522-4B03-9404-C2BD55FCE1F4}" dt="2023-11-24T13:48:15.585" v="889" actId="47"/>
        <pc:sldMkLst>
          <pc:docMk/>
          <pc:sldMk cId="261649818" sldId="498"/>
        </pc:sldMkLst>
      </pc:sldChg>
      <pc:sldChg chg="modSp add del modAnim">
        <pc:chgData name="Arnaldo Satoru Gunzi" userId="41a30d14-40e4-4cae-bd0a-ce9e51e34c46" providerId="ADAL" clId="{4935CC9A-D522-4B03-9404-C2BD55FCE1F4}" dt="2023-12-14T18:15:22.328" v="1104" actId="20577"/>
        <pc:sldMkLst>
          <pc:docMk/>
          <pc:sldMk cId="137340357" sldId="499"/>
        </pc:sldMkLst>
        <pc:graphicFrameChg chg="mod">
          <ac:chgData name="Arnaldo Satoru Gunzi" userId="41a30d14-40e4-4cae-bd0a-ce9e51e34c46" providerId="ADAL" clId="{4935CC9A-D522-4B03-9404-C2BD55FCE1F4}" dt="2023-12-14T18:15:22.328" v="1104" actId="20577"/>
          <ac:graphicFrameMkLst>
            <pc:docMk/>
            <pc:sldMk cId="137340357" sldId="499"/>
            <ac:graphicFrameMk id="4" creationId="{A44A1280-BC6B-E07E-17E8-91F2ADF24032}"/>
          </ac:graphicFrameMkLst>
        </pc:graphicFrameChg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3586104308" sldId="500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2423916944" sldId="501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2721589198" sldId="502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2788681177" sldId="502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308375685" sldId="503"/>
        </pc:sldMkLst>
      </pc:sldChg>
      <pc:sldChg chg="add del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664215617" sldId="504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2652246047" sldId="504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208062306" sldId="505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3826255726" sldId="505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771463471" sldId="506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145737507" sldId="506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108930543" sldId="507"/>
        </pc:sldMkLst>
      </pc:sldChg>
      <pc:sldChg chg="add del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459770789" sldId="507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951900523" sldId="508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2808684875" sldId="508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2546401264" sldId="509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2557912380" sldId="510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1138242021" sldId="511"/>
        </pc:sldMkLst>
      </pc:sldChg>
      <pc:sldChg chg="add del mod modShow">
        <pc:chgData name="Arnaldo Satoru Gunzi" userId="41a30d14-40e4-4cae-bd0a-ce9e51e34c46" providerId="ADAL" clId="{4935CC9A-D522-4B03-9404-C2BD55FCE1F4}" dt="2023-11-10T11:37:18.522" v="773" actId="729"/>
        <pc:sldMkLst>
          <pc:docMk/>
          <pc:sldMk cId="2436066507" sldId="512"/>
        </pc:sldMkLst>
      </pc:sldChg>
      <pc:sldChg chg="add del mod modShow">
        <pc:chgData name="Arnaldo Satoru Gunzi" userId="41a30d14-40e4-4cae-bd0a-ce9e51e34c46" providerId="ADAL" clId="{4935CC9A-D522-4B03-9404-C2BD55FCE1F4}" dt="2023-11-10T11:37:18.522" v="773" actId="729"/>
        <pc:sldMkLst>
          <pc:docMk/>
          <pc:sldMk cId="1490339516" sldId="513"/>
        </pc:sldMkLst>
      </pc:sldChg>
      <pc:sldChg chg="add del mod modShow">
        <pc:chgData name="Arnaldo Satoru Gunzi" userId="41a30d14-40e4-4cae-bd0a-ce9e51e34c46" providerId="ADAL" clId="{4935CC9A-D522-4B03-9404-C2BD55FCE1F4}" dt="2023-11-10T11:37:18.522" v="773" actId="729"/>
        <pc:sldMkLst>
          <pc:docMk/>
          <pc:sldMk cId="4289523402" sldId="514"/>
        </pc:sldMkLst>
      </pc:sldChg>
      <pc:sldChg chg="add del mod modShow">
        <pc:chgData name="Arnaldo Satoru Gunzi" userId="41a30d14-40e4-4cae-bd0a-ce9e51e34c46" providerId="ADAL" clId="{4935CC9A-D522-4B03-9404-C2BD55FCE1F4}" dt="2023-11-10T11:37:18.522" v="773" actId="729"/>
        <pc:sldMkLst>
          <pc:docMk/>
          <pc:sldMk cId="1394960770" sldId="515"/>
        </pc:sldMkLst>
      </pc:sldChg>
      <pc:sldChg chg="add del mod modShow">
        <pc:chgData name="Arnaldo Satoru Gunzi" userId="41a30d14-40e4-4cae-bd0a-ce9e51e34c46" providerId="ADAL" clId="{4935CC9A-D522-4B03-9404-C2BD55FCE1F4}" dt="2023-11-10T11:37:18.522" v="773" actId="729"/>
        <pc:sldMkLst>
          <pc:docMk/>
          <pc:sldMk cId="692849976" sldId="516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2439163668" sldId="517"/>
        </pc:sldMkLst>
      </pc:sldChg>
      <pc:sldChg chg="add del">
        <pc:chgData name="Arnaldo Satoru Gunzi" userId="41a30d14-40e4-4cae-bd0a-ce9e51e34c46" providerId="ADAL" clId="{4935CC9A-D522-4B03-9404-C2BD55FCE1F4}" dt="2023-11-24T13:49:08.378" v="892" actId="47"/>
        <pc:sldMkLst>
          <pc:docMk/>
          <pc:sldMk cId="4246063371" sldId="517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3678038991" sldId="518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3711975790" sldId="519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125386734" sldId="520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2213435157" sldId="521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4034280232" sldId="523"/>
        </pc:sldMkLst>
      </pc:sldChg>
      <pc:sldChg chg="del">
        <pc:chgData name="Arnaldo Satoru Gunzi" userId="41a30d14-40e4-4cae-bd0a-ce9e51e34c46" providerId="ADAL" clId="{4935CC9A-D522-4B03-9404-C2BD55FCE1F4}" dt="2023-11-10T10:49:09.725" v="2" actId="47"/>
        <pc:sldMkLst>
          <pc:docMk/>
          <pc:sldMk cId="4135984882" sldId="524"/>
        </pc:sldMkLst>
      </pc:sldChg>
      <pc:sldChg chg="modSp add del mod">
        <pc:chgData name="Arnaldo Satoru Gunzi" userId="41a30d14-40e4-4cae-bd0a-ce9e51e34c46" providerId="ADAL" clId="{4935CC9A-D522-4B03-9404-C2BD55FCE1F4}" dt="2023-11-10T10:52:36.571" v="121" actId="27636"/>
        <pc:sldMkLst>
          <pc:docMk/>
          <pc:sldMk cId="1864849981" sldId="525"/>
        </pc:sldMkLst>
        <pc:spChg chg="mod">
          <ac:chgData name="Arnaldo Satoru Gunzi" userId="41a30d14-40e4-4cae-bd0a-ce9e51e34c46" providerId="ADAL" clId="{4935CC9A-D522-4B03-9404-C2BD55FCE1F4}" dt="2023-11-10T10:52:36.571" v="121" actId="27636"/>
          <ac:spMkLst>
            <pc:docMk/>
            <pc:sldMk cId="1864849981" sldId="525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4031850965" sldId="526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4031850965" sldId="526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1513289529" sldId="527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1513289529" sldId="527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713677502" sldId="528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713677502" sldId="528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936191699" sldId="529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936191699" sldId="529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4125788098" sldId="530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4125788098" sldId="530"/>
            <ac:spMk id="4" creationId="{00000000-0000-0000-0000-000000000000}"/>
          </ac:spMkLst>
        </pc:spChg>
      </pc:sldChg>
      <pc:sldChg chg="modSp add del mod modShow">
        <pc:chgData name="Arnaldo Satoru Gunzi" userId="41a30d14-40e4-4cae-bd0a-ce9e51e34c46" providerId="ADAL" clId="{4935CC9A-D522-4B03-9404-C2BD55FCE1F4}" dt="2023-11-24T13:50:55.366" v="895" actId="729"/>
        <pc:sldMkLst>
          <pc:docMk/>
          <pc:sldMk cId="3961538677" sldId="531"/>
        </pc:sldMkLst>
        <pc:spChg chg="mod">
          <ac:chgData name="Arnaldo Satoru Gunzi" userId="41a30d14-40e4-4cae-bd0a-ce9e51e34c46" providerId="ADAL" clId="{4935CC9A-D522-4B03-9404-C2BD55FCE1F4}" dt="2023-11-10T10:52:51.276" v="187"/>
          <ac:spMkLst>
            <pc:docMk/>
            <pc:sldMk cId="3961538677" sldId="531"/>
            <ac:spMk id="4" creationId="{00000000-0000-0000-0000-000000000000}"/>
          </ac:spMkLst>
        </pc:spChg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2400063582" sldId="532"/>
        </pc:sldMkLst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60368649" sldId="533"/>
        </pc:sldMkLst>
      </pc:sldChg>
      <pc:sldChg chg="modSp add del mod">
        <pc:chgData name="Arnaldo Satoru Gunzi" userId="41a30d14-40e4-4cae-bd0a-ce9e51e34c46" providerId="ADAL" clId="{4935CC9A-D522-4B03-9404-C2BD55FCE1F4}" dt="2023-11-10T10:52:09.097" v="62" actId="47"/>
        <pc:sldMkLst>
          <pc:docMk/>
          <pc:sldMk cId="1681796804" sldId="533"/>
        </pc:sldMkLst>
        <pc:spChg chg="mod">
          <ac:chgData name="Arnaldo Satoru Gunzi" userId="41a30d14-40e4-4cae-bd0a-ce9e51e34c46" providerId="ADAL" clId="{4935CC9A-D522-4B03-9404-C2BD55FCE1F4}" dt="2023-11-10T10:52:02.792" v="61" actId="27636"/>
          <ac:spMkLst>
            <pc:docMk/>
            <pc:sldMk cId="1681796804" sldId="533"/>
            <ac:spMk id="3" creationId="{6711D756-6641-F254-AADE-C1765DE7D80C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02.587" v="50"/>
        <pc:sldMkLst>
          <pc:docMk/>
          <pc:sldMk cId="3096188844" sldId="533"/>
        </pc:sldMkLst>
        <pc:spChg chg="mod">
          <ac:chgData name="Arnaldo Satoru Gunzi" userId="41a30d14-40e4-4cae-bd0a-ce9e51e34c46" providerId="ADAL" clId="{4935CC9A-D522-4B03-9404-C2BD55FCE1F4}" dt="2023-11-10T10:52:02.587" v="50"/>
          <ac:spMkLst>
            <pc:docMk/>
            <pc:sldMk cId="3096188844" sldId="533"/>
            <ac:spMk id="3" creationId="{6711D756-6641-F254-AADE-C1765DE7D80C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1938837173" sldId="534"/>
        </pc:sldMkLst>
        <pc:spChg chg="mod">
          <ac:chgData name="Arnaldo Satoru Gunzi" userId="41a30d14-40e4-4cae-bd0a-ce9e51e34c46" providerId="ADAL" clId="{4935CC9A-D522-4B03-9404-C2BD55FCE1F4}" dt="2023-11-10T10:52:21.730" v="81" actId="27636"/>
          <ac:spMkLst>
            <pc:docMk/>
            <pc:sldMk cId="1938837173" sldId="534"/>
            <ac:spMk id="4" creationId="{00000000-0000-0000-0000-000000000000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415679105" sldId="535"/>
        </pc:sldMkLst>
        <pc:spChg chg="mod">
          <ac:chgData name="Arnaldo Satoru Gunzi" userId="41a30d14-40e4-4cae-bd0a-ce9e51e34c46" providerId="ADAL" clId="{4935CC9A-D522-4B03-9404-C2BD55FCE1F4}" dt="2023-11-10T10:52:21.751" v="88" actId="27636"/>
          <ac:spMkLst>
            <pc:docMk/>
            <pc:sldMk cId="415679105" sldId="535"/>
            <ac:spMk id="3" creationId="{6711D756-6641-F254-AADE-C1765DE7D80C}"/>
          </ac:spMkLst>
        </pc:spChg>
      </pc:sldChg>
      <pc:sldChg chg="modSp add del mod">
        <pc:chgData name="Arnaldo Satoru Gunzi" userId="41a30d14-40e4-4cae-bd0a-ce9e51e34c46" providerId="ADAL" clId="{4935CC9A-D522-4B03-9404-C2BD55FCE1F4}" dt="2023-11-10T10:52:21.417" v="76"/>
        <pc:sldMkLst>
          <pc:docMk/>
          <pc:sldMk cId="2120059019" sldId="535"/>
        </pc:sldMkLst>
        <pc:spChg chg="mod">
          <ac:chgData name="Arnaldo Satoru Gunzi" userId="41a30d14-40e4-4cae-bd0a-ce9e51e34c46" providerId="ADAL" clId="{4935CC9A-D522-4B03-9404-C2BD55FCE1F4}" dt="2023-11-10T10:52:21.417" v="76"/>
          <ac:spMkLst>
            <pc:docMk/>
            <pc:sldMk cId="2120059019" sldId="535"/>
            <ac:spMk id="3" creationId="{6711D756-6641-F254-AADE-C1765DE7D80C}"/>
          </ac:spMkLst>
        </pc:spChg>
      </pc:sldChg>
      <pc:sldChg chg="add del mod modShow">
        <pc:chgData name="Arnaldo Satoru Gunzi" userId="41a30d14-40e4-4cae-bd0a-ce9e51e34c46" providerId="ADAL" clId="{4935CC9A-D522-4B03-9404-C2BD55FCE1F4}" dt="2023-11-24T13:48:15.585" v="889" actId="47"/>
        <pc:sldMkLst>
          <pc:docMk/>
          <pc:sldMk cId="1285166803" sldId="536"/>
        </pc:sldMkLst>
      </pc:sldChg>
      <pc:sldChg chg="add del">
        <pc:chgData name="Arnaldo Satoru Gunzi" userId="41a30d14-40e4-4cae-bd0a-ce9e51e34c46" providerId="ADAL" clId="{4935CC9A-D522-4B03-9404-C2BD55FCE1F4}" dt="2023-11-24T13:48:15.585" v="889" actId="47"/>
        <pc:sldMkLst>
          <pc:docMk/>
          <pc:sldMk cId="1603869546" sldId="537"/>
        </pc:sldMkLst>
      </pc:sldChg>
      <pc:sldChg chg="add del">
        <pc:chgData name="Arnaldo Satoru Gunzi" userId="41a30d14-40e4-4cae-bd0a-ce9e51e34c46" providerId="ADAL" clId="{4935CC9A-D522-4B03-9404-C2BD55FCE1F4}" dt="2023-11-24T13:48:15.585" v="889" actId="47"/>
        <pc:sldMkLst>
          <pc:docMk/>
          <pc:sldMk cId="3081317345" sldId="538"/>
        </pc:sldMkLst>
      </pc:sldChg>
      <pc:sldChg chg="add del">
        <pc:chgData name="Arnaldo Satoru Gunzi" userId="41a30d14-40e4-4cae-bd0a-ce9e51e34c46" providerId="ADAL" clId="{4935CC9A-D522-4B03-9404-C2BD55FCE1F4}" dt="2023-11-10T11:32:43.423" v="770" actId="47"/>
        <pc:sldMkLst>
          <pc:docMk/>
          <pc:sldMk cId="325914181" sldId="539"/>
        </pc:sldMkLst>
      </pc:sldChg>
      <pc:sldChg chg="add del">
        <pc:chgData name="Arnaldo Satoru Gunzi" userId="41a30d14-40e4-4cae-bd0a-ce9e51e34c46" providerId="ADAL" clId="{4935CC9A-D522-4B03-9404-C2BD55FCE1F4}" dt="2023-11-10T10:53:10.149" v="190"/>
        <pc:sldMkLst>
          <pc:docMk/>
          <pc:sldMk cId="3090023239" sldId="539"/>
        </pc:sldMkLst>
      </pc:sldChg>
      <pc:sldChg chg="add">
        <pc:chgData name="Arnaldo Satoru Gunzi" userId="41a30d14-40e4-4cae-bd0a-ce9e51e34c46" providerId="ADAL" clId="{4935CC9A-D522-4B03-9404-C2BD55FCE1F4}" dt="2023-11-10T10:53:26.551" v="194"/>
        <pc:sldMkLst>
          <pc:docMk/>
          <pc:sldMk cId="2226553117" sldId="540"/>
        </pc:sldMkLst>
      </pc:sldChg>
      <pc:sldChg chg="add del">
        <pc:chgData name="Arnaldo Satoru Gunzi" userId="41a30d14-40e4-4cae-bd0a-ce9e51e34c46" providerId="ADAL" clId="{4935CC9A-D522-4B03-9404-C2BD55FCE1F4}" dt="2023-11-10T10:53:26.473" v="193"/>
        <pc:sldMkLst>
          <pc:docMk/>
          <pc:sldMk cId="3345686148" sldId="540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819201349" sldId="541"/>
        </pc:sldMkLst>
      </pc:sldChg>
      <pc:sldChg chg="add del">
        <pc:chgData name="Arnaldo Satoru Gunzi" userId="41a30d14-40e4-4cae-bd0a-ce9e51e34c46" providerId="ADAL" clId="{4935CC9A-D522-4B03-9404-C2BD55FCE1F4}" dt="2023-11-10T10:53:51.259" v="197"/>
        <pc:sldMkLst>
          <pc:docMk/>
          <pc:sldMk cId="1953709617" sldId="542"/>
        </pc:sldMkLst>
      </pc:sldChg>
      <pc:sldChg chg="add del">
        <pc:chgData name="Arnaldo Satoru Gunzi" userId="41a30d14-40e4-4cae-bd0a-ce9e51e34c46" providerId="ADAL" clId="{4935CC9A-D522-4B03-9404-C2BD55FCE1F4}" dt="2023-11-10T10:53:50.948" v="196"/>
        <pc:sldMkLst>
          <pc:docMk/>
          <pc:sldMk cId="2210512698" sldId="543"/>
        </pc:sldMkLst>
      </pc:sldChg>
      <pc:sldChg chg="add">
        <pc:chgData name="Arnaldo Satoru Gunzi" userId="41a30d14-40e4-4cae-bd0a-ce9e51e34c46" providerId="ADAL" clId="{4935CC9A-D522-4B03-9404-C2BD55FCE1F4}" dt="2023-11-10T10:53:51.259" v="197"/>
        <pc:sldMkLst>
          <pc:docMk/>
          <pc:sldMk cId="2658090967" sldId="543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2414604911" sldId="544"/>
        </pc:sldMkLst>
      </pc:sldChg>
      <pc:sldChg chg="add del">
        <pc:chgData name="Arnaldo Satoru Gunzi" userId="41a30d14-40e4-4cae-bd0a-ce9e51e34c46" providerId="ADAL" clId="{4935CC9A-D522-4B03-9404-C2BD55FCE1F4}" dt="2023-11-10T10:54:06.224" v="200"/>
        <pc:sldMkLst>
          <pc:docMk/>
          <pc:sldMk cId="1854763972" sldId="545"/>
        </pc:sldMkLst>
      </pc:sldChg>
      <pc:sldChg chg="add del">
        <pc:chgData name="Arnaldo Satoru Gunzi" userId="41a30d14-40e4-4cae-bd0a-ce9e51e34c46" providerId="ADAL" clId="{4935CC9A-D522-4B03-9404-C2BD55FCE1F4}" dt="2023-11-24T13:48:57.091" v="891" actId="47"/>
        <pc:sldMkLst>
          <pc:docMk/>
          <pc:sldMk cId="3696608144" sldId="546"/>
        </pc:sldMkLst>
      </pc:sldChg>
      <pc:sldChg chg="add del">
        <pc:chgData name="Arnaldo Satoru Gunzi" userId="41a30d14-40e4-4cae-bd0a-ce9e51e34c46" providerId="ADAL" clId="{4935CC9A-D522-4B03-9404-C2BD55FCE1F4}" dt="2023-11-10T10:54:21.993" v="202"/>
        <pc:sldMkLst>
          <pc:docMk/>
          <pc:sldMk cId="4045406723" sldId="546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2652246047" sldId="547"/>
        </pc:sldMkLst>
      </pc:sldChg>
      <pc:sldChg chg="add del mod modShow">
        <pc:chgData name="Arnaldo Satoru Gunzi" userId="41a30d14-40e4-4cae-bd0a-ce9e51e34c46" providerId="ADAL" clId="{4935CC9A-D522-4B03-9404-C2BD55FCE1F4}" dt="2023-11-10T11:37:18.522" v="773" actId="729"/>
        <pc:sldMkLst>
          <pc:docMk/>
          <pc:sldMk cId="3826255726" sldId="548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771463471" sldId="549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2808684875" sldId="550"/>
        </pc:sldMkLst>
      </pc:sldChg>
      <pc:sldChg chg="add del">
        <pc:chgData name="Arnaldo Satoru Gunzi" userId="41a30d14-40e4-4cae-bd0a-ce9e51e34c46" providerId="ADAL" clId="{4935CC9A-D522-4B03-9404-C2BD55FCE1F4}" dt="2023-11-10T10:54:22.126" v="203"/>
        <pc:sldMkLst>
          <pc:docMk/>
          <pc:sldMk cId="108930543" sldId="551"/>
        </pc:sldMkLst>
      </pc:sldChg>
      <pc:sldChg chg="add">
        <pc:chgData name="Arnaldo Satoru Gunzi" userId="41a30d14-40e4-4cae-bd0a-ce9e51e34c46" providerId="ADAL" clId="{4935CC9A-D522-4B03-9404-C2BD55FCE1F4}" dt="2023-11-10T10:54:22.126" v="203"/>
        <pc:sldMkLst>
          <pc:docMk/>
          <pc:sldMk cId="1128150243" sldId="552"/>
        </pc:sldMkLst>
      </pc:sldChg>
      <pc:sldChg chg="add del">
        <pc:chgData name="Arnaldo Satoru Gunzi" userId="41a30d14-40e4-4cae-bd0a-ce9e51e34c46" providerId="ADAL" clId="{4935CC9A-D522-4B03-9404-C2BD55FCE1F4}" dt="2023-11-10T10:54:21.993" v="202"/>
        <pc:sldMkLst>
          <pc:docMk/>
          <pc:sldMk cId="2159101646" sldId="552"/>
        </pc:sldMkLst>
      </pc:sldChg>
      <pc:sldChg chg="add del">
        <pc:chgData name="Arnaldo Satoru Gunzi" userId="41a30d14-40e4-4cae-bd0a-ce9e51e34c46" providerId="ADAL" clId="{4935CC9A-D522-4B03-9404-C2BD55FCE1F4}" dt="2023-11-10T10:54:21.993" v="202"/>
        <pc:sldMkLst>
          <pc:docMk/>
          <pc:sldMk cId="2323743966" sldId="553"/>
        </pc:sldMkLst>
      </pc:sldChg>
      <pc:sldChg chg="add del">
        <pc:chgData name="Arnaldo Satoru Gunzi" userId="41a30d14-40e4-4cae-bd0a-ce9e51e34c46" providerId="ADAL" clId="{4935CC9A-D522-4B03-9404-C2BD55FCE1F4}" dt="2023-11-10T10:54:39.980" v="207"/>
        <pc:sldMkLst>
          <pc:docMk/>
          <pc:sldMk cId="2788681177" sldId="553"/>
        </pc:sldMkLst>
      </pc:sldChg>
      <pc:sldChg chg="add del">
        <pc:chgData name="Arnaldo Satoru Gunzi" userId="41a30d14-40e4-4cae-bd0a-ce9e51e34c46" providerId="ADAL" clId="{4935CC9A-D522-4B03-9404-C2BD55FCE1F4}" dt="2023-11-10T10:54:28.852" v="204" actId="47"/>
        <pc:sldMkLst>
          <pc:docMk/>
          <pc:sldMk cId="3533416550" sldId="553"/>
        </pc:sldMkLst>
      </pc:sldChg>
      <pc:sldChg chg="add del">
        <pc:chgData name="Arnaldo Satoru Gunzi" userId="41a30d14-40e4-4cae-bd0a-ce9e51e34c46" providerId="ADAL" clId="{4935CC9A-D522-4B03-9404-C2BD55FCE1F4}" dt="2023-11-10T10:59:36.953" v="280" actId="2696"/>
        <pc:sldMkLst>
          <pc:docMk/>
          <pc:sldMk cId="948917078" sldId="554"/>
        </pc:sldMkLst>
      </pc:sldChg>
      <pc:sldChg chg="add">
        <pc:chgData name="Arnaldo Satoru Gunzi" userId="41a30d14-40e4-4cae-bd0a-ce9e51e34c46" providerId="ADAL" clId="{4935CC9A-D522-4B03-9404-C2BD55FCE1F4}" dt="2023-12-07T19:48:06.635" v="933"/>
        <pc:sldMkLst>
          <pc:docMk/>
          <pc:sldMk cId="1551122619" sldId="554"/>
        </pc:sldMkLst>
      </pc:sldChg>
      <pc:sldChg chg="addSp delSp modSp add del mod">
        <pc:chgData name="Arnaldo Satoru Gunzi" userId="41a30d14-40e4-4cae-bd0a-ce9e51e34c46" providerId="ADAL" clId="{4935CC9A-D522-4B03-9404-C2BD55FCE1F4}" dt="2023-11-10T10:58:12.867" v="276" actId="2696"/>
        <pc:sldMkLst>
          <pc:docMk/>
          <pc:sldMk cId="1813157027" sldId="554"/>
        </pc:sldMkLst>
        <pc:spChg chg="del">
          <ac:chgData name="Arnaldo Satoru Gunzi" userId="41a30d14-40e4-4cae-bd0a-ce9e51e34c46" providerId="ADAL" clId="{4935CC9A-D522-4B03-9404-C2BD55FCE1F4}" dt="2023-11-10T10:57:14.615" v="212" actId="478"/>
          <ac:spMkLst>
            <pc:docMk/>
            <pc:sldMk cId="1813157027" sldId="554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4935CC9A-D522-4B03-9404-C2BD55FCE1F4}" dt="2023-11-10T10:58:11.084" v="275" actId="20577"/>
          <ac:spMkLst>
            <pc:docMk/>
            <pc:sldMk cId="1813157027" sldId="554"/>
            <ac:spMk id="3" creationId="{6711D756-6641-F254-AADE-C1765DE7D80C}"/>
          </ac:spMkLst>
        </pc:spChg>
        <pc:spChg chg="del">
          <ac:chgData name="Arnaldo Satoru Gunzi" userId="41a30d14-40e4-4cae-bd0a-ce9e51e34c46" providerId="ADAL" clId="{4935CC9A-D522-4B03-9404-C2BD55FCE1F4}" dt="2023-11-10T10:57:05.226" v="211" actId="478"/>
          <ac:spMkLst>
            <pc:docMk/>
            <pc:sldMk cId="1813157027" sldId="554"/>
            <ac:spMk id="8" creationId="{C1305974-A92F-1885-4F5F-86FF695C22FC}"/>
          </ac:spMkLst>
        </pc:spChg>
        <pc:spChg chg="add del mod">
          <ac:chgData name="Arnaldo Satoru Gunzi" userId="41a30d14-40e4-4cae-bd0a-ce9e51e34c46" providerId="ADAL" clId="{4935CC9A-D522-4B03-9404-C2BD55FCE1F4}" dt="2023-11-10T10:57:16.119" v="213" actId="478"/>
          <ac:spMkLst>
            <pc:docMk/>
            <pc:sldMk cId="1813157027" sldId="554"/>
            <ac:spMk id="9" creationId="{B1D79AEB-6BC5-1A6D-2DBC-9F2547293CCB}"/>
          </ac:spMkLst>
        </pc:spChg>
        <pc:graphicFrameChg chg="add mod modGraphic">
          <ac:chgData name="Arnaldo Satoru Gunzi" userId="41a30d14-40e4-4cae-bd0a-ce9e51e34c46" providerId="ADAL" clId="{4935CC9A-D522-4B03-9404-C2BD55FCE1F4}" dt="2023-11-10T10:57:26.601" v="218" actId="1076"/>
          <ac:graphicFrameMkLst>
            <pc:docMk/>
            <pc:sldMk cId="1813157027" sldId="554"/>
            <ac:graphicFrameMk id="10" creationId="{A5764612-FFD1-1E76-3AED-768BF1798A83}"/>
          </ac:graphicFrameMkLst>
        </pc:graphicFrameChg>
        <pc:picChg chg="del">
          <ac:chgData name="Arnaldo Satoru Gunzi" userId="41a30d14-40e4-4cae-bd0a-ce9e51e34c46" providerId="ADAL" clId="{4935CC9A-D522-4B03-9404-C2BD55FCE1F4}" dt="2023-11-10T10:57:05.226" v="211" actId="478"/>
          <ac:picMkLst>
            <pc:docMk/>
            <pc:sldMk cId="1813157027" sldId="554"/>
            <ac:picMk id="5" creationId="{46788602-7A7C-1A93-2BCB-20505D5E466A}"/>
          </ac:picMkLst>
        </pc:picChg>
        <pc:picChg chg="del">
          <ac:chgData name="Arnaldo Satoru Gunzi" userId="41a30d14-40e4-4cae-bd0a-ce9e51e34c46" providerId="ADAL" clId="{4935CC9A-D522-4B03-9404-C2BD55FCE1F4}" dt="2023-11-10T10:57:02.734" v="210" actId="478"/>
          <ac:picMkLst>
            <pc:docMk/>
            <pc:sldMk cId="1813157027" sldId="554"/>
            <ac:picMk id="6" creationId="{01730869-84A4-1BF0-ADD5-05B55420CD0F}"/>
          </ac:picMkLst>
        </pc:picChg>
        <pc:picChg chg="add mod">
          <ac:chgData name="Arnaldo Satoru Gunzi" userId="41a30d14-40e4-4cae-bd0a-ce9e51e34c46" providerId="ADAL" clId="{4935CC9A-D522-4B03-9404-C2BD55FCE1F4}" dt="2023-11-10T10:57:31.209" v="221" actId="14100"/>
          <ac:picMkLst>
            <pc:docMk/>
            <pc:sldMk cId="1813157027" sldId="554"/>
            <ac:picMk id="1025" creationId="{344166D2-43F4-F041-6563-849586A2A809}"/>
          </ac:picMkLst>
        </pc:picChg>
      </pc:sldChg>
      <pc:sldChg chg="addSp delSp modSp add del mod">
        <pc:chgData name="Arnaldo Satoru Gunzi" userId="41a30d14-40e4-4cae-bd0a-ce9e51e34c46" providerId="ADAL" clId="{4935CC9A-D522-4B03-9404-C2BD55FCE1F4}" dt="2023-12-07T19:48:00.248" v="932" actId="2696"/>
        <pc:sldMkLst>
          <pc:docMk/>
          <pc:sldMk cId="4144301887" sldId="554"/>
        </pc:sldMkLst>
        <pc:spChg chg="add mod">
          <ac:chgData name="Arnaldo Satoru Gunzi" userId="41a30d14-40e4-4cae-bd0a-ce9e51e34c46" providerId="ADAL" clId="{4935CC9A-D522-4B03-9404-C2BD55FCE1F4}" dt="2023-11-10T11:10:49.345" v="511" actId="404"/>
          <ac:spMkLst>
            <pc:docMk/>
            <pc:sldMk cId="4144301887" sldId="554"/>
            <ac:spMk id="4" creationId="{3D52496A-0F01-4118-1637-DB63B23D8334}"/>
          </ac:spMkLst>
        </pc:spChg>
        <pc:graphicFrameChg chg="del mod modGraphic">
          <ac:chgData name="Arnaldo Satoru Gunzi" userId="41a30d14-40e4-4cae-bd0a-ce9e51e34c46" providerId="ADAL" clId="{4935CC9A-D522-4B03-9404-C2BD55FCE1F4}" dt="2023-11-10T11:10:33.560" v="508" actId="478"/>
          <ac:graphicFrameMkLst>
            <pc:docMk/>
            <pc:sldMk cId="4144301887" sldId="554"/>
            <ac:graphicFrameMk id="10" creationId="{A5764612-FFD1-1E76-3AED-768BF1798A83}"/>
          </ac:graphicFrameMkLst>
        </pc:graphicFrameChg>
      </pc:sldChg>
      <pc:sldChg chg="addSp delSp modSp add del mod">
        <pc:chgData name="Arnaldo Satoru Gunzi" userId="41a30d14-40e4-4cae-bd0a-ce9e51e34c46" providerId="ADAL" clId="{4935CC9A-D522-4B03-9404-C2BD55FCE1F4}" dt="2023-12-07T19:48:00.248" v="932" actId="2696"/>
        <pc:sldMkLst>
          <pc:docMk/>
          <pc:sldMk cId="794757730" sldId="555"/>
        </pc:sldMkLst>
        <pc:spChg chg="mod">
          <ac:chgData name="Arnaldo Satoru Gunzi" userId="41a30d14-40e4-4cae-bd0a-ce9e51e34c46" providerId="ADAL" clId="{4935CC9A-D522-4B03-9404-C2BD55FCE1F4}" dt="2023-11-10T10:59:55.090" v="303" actId="20577"/>
          <ac:spMkLst>
            <pc:docMk/>
            <pc:sldMk cId="794757730" sldId="555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4935CC9A-D522-4B03-9404-C2BD55FCE1F4}" dt="2023-11-10T11:08:13.038" v="494" actId="20577"/>
          <ac:spMkLst>
            <pc:docMk/>
            <pc:sldMk cId="794757730" sldId="555"/>
            <ac:spMk id="5" creationId="{2F42578D-6791-BC6C-617B-4E823FCB3EB1}"/>
          </ac:spMkLst>
        </pc:spChg>
        <pc:graphicFrameChg chg="del">
          <ac:chgData name="Arnaldo Satoru Gunzi" userId="41a30d14-40e4-4cae-bd0a-ce9e51e34c46" providerId="ADAL" clId="{4935CC9A-D522-4B03-9404-C2BD55FCE1F4}" dt="2023-11-10T11:04:57.336" v="376" actId="478"/>
          <ac:graphicFrameMkLst>
            <pc:docMk/>
            <pc:sldMk cId="794757730" sldId="555"/>
            <ac:graphicFrameMk id="10" creationId="{A5764612-FFD1-1E76-3AED-768BF1798A83}"/>
          </ac:graphicFrameMkLst>
        </pc:graphicFrameChg>
        <pc:picChg chg="add mod">
          <ac:chgData name="Arnaldo Satoru Gunzi" userId="41a30d14-40e4-4cae-bd0a-ce9e51e34c46" providerId="ADAL" clId="{4935CC9A-D522-4B03-9404-C2BD55FCE1F4}" dt="2023-11-10T11:10:55.733" v="512" actId="1076"/>
          <ac:picMkLst>
            <pc:docMk/>
            <pc:sldMk cId="794757730" sldId="555"/>
            <ac:picMk id="4" creationId="{BF4560DB-01EF-3A65-2AB7-FCCAA59F4A46}"/>
          </ac:picMkLst>
        </pc:picChg>
        <pc:picChg chg="del">
          <ac:chgData name="Arnaldo Satoru Gunzi" userId="41a30d14-40e4-4cae-bd0a-ce9e51e34c46" providerId="ADAL" clId="{4935CC9A-D522-4B03-9404-C2BD55FCE1F4}" dt="2023-11-10T11:07:26.340" v="377" actId="478"/>
          <ac:picMkLst>
            <pc:docMk/>
            <pc:sldMk cId="794757730" sldId="555"/>
            <ac:picMk id="1025" creationId="{344166D2-43F4-F041-6563-849586A2A809}"/>
          </ac:picMkLst>
        </pc:picChg>
      </pc:sldChg>
      <pc:sldChg chg="add">
        <pc:chgData name="Arnaldo Satoru Gunzi" userId="41a30d14-40e4-4cae-bd0a-ce9e51e34c46" providerId="ADAL" clId="{4935CC9A-D522-4B03-9404-C2BD55FCE1F4}" dt="2023-12-07T19:48:06.635" v="933"/>
        <pc:sldMkLst>
          <pc:docMk/>
          <pc:sldMk cId="1958898248" sldId="555"/>
        </pc:sldMkLst>
      </pc:sldChg>
      <pc:sldChg chg="add del">
        <pc:chgData name="Arnaldo Satoru Gunzi" userId="41a30d14-40e4-4cae-bd0a-ce9e51e34c46" providerId="ADAL" clId="{4935CC9A-D522-4B03-9404-C2BD55FCE1F4}" dt="2023-11-10T10:59:33.849" v="279" actId="47"/>
        <pc:sldMkLst>
          <pc:docMk/>
          <pc:sldMk cId="2288704524" sldId="555"/>
        </pc:sldMkLst>
      </pc:sldChg>
      <pc:sldChg chg="modSp add mod">
        <pc:chgData name="Arnaldo Satoru Gunzi" userId="41a30d14-40e4-4cae-bd0a-ce9e51e34c46" providerId="ADAL" clId="{4935CC9A-D522-4B03-9404-C2BD55FCE1F4}" dt="2023-11-10T11:03:31.895" v="375" actId="20577"/>
        <pc:sldMkLst>
          <pc:docMk/>
          <pc:sldMk cId="969477725" sldId="556"/>
        </pc:sldMkLst>
        <pc:spChg chg="mod">
          <ac:chgData name="Arnaldo Satoru Gunzi" userId="41a30d14-40e4-4cae-bd0a-ce9e51e34c46" providerId="ADAL" clId="{4935CC9A-D522-4B03-9404-C2BD55FCE1F4}" dt="2023-11-10T11:03:31.895" v="375" actId="20577"/>
          <ac:spMkLst>
            <pc:docMk/>
            <pc:sldMk cId="969477725" sldId="556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4935CC9A-D522-4B03-9404-C2BD55FCE1F4}" dt="2023-11-10T11:03:22.056" v="334" actId="20577"/>
          <ac:spMkLst>
            <pc:docMk/>
            <pc:sldMk cId="969477725" sldId="556"/>
            <ac:spMk id="3" creationId="{6711D756-6641-F254-AADE-C1765DE7D80C}"/>
          </ac:spMkLst>
        </pc:spChg>
      </pc:sldChg>
      <pc:sldChg chg="add del">
        <pc:chgData name="Arnaldo Satoru Gunzi" userId="41a30d14-40e4-4cae-bd0a-ce9e51e34c46" providerId="ADAL" clId="{4935CC9A-D522-4B03-9404-C2BD55FCE1F4}" dt="2023-11-10T11:03:09.465" v="305" actId="2696"/>
        <pc:sldMkLst>
          <pc:docMk/>
          <pc:sldMk cId="1883544067" sldId="556"/>
        </pc:sldMkLst>
      </pc:sldChg>
      <pc:sldChg chg="addSp delSp modSp add mod">
        <pc:chgData name="Arnaldo Satoru Gunzi" userId="41a30d14-40e4-4cae-bd0a-ce9e51e34c46" providerId="ADAL" clId="{4935CC9A-D522-4B03-9404-C2BD55FCE1F4}" dt="2023-11-10T11:11:15.098" v="518" actId="1076"/>
        <pc:sldMkLst>
          <pc:docMk/>
          <pc:sldMk cId="4069151966" sldId="557"/>
        </pc:sldMkLst>
        <pc:spChg chg="add del mod">
          <ac:chgData name="Arnaldo Satoru Gunzi" userId="41a30d14-40e4-4cae-bd0a-ce9e51e34c46" providerId="ADAL" clId="{4935CC9A-D522-4B03-9404-C2BD55FCE1F4}" dt="2023-11-10T11:10:15.283" v="499" actId="478"/>
          <ac:spMkLst>
            <pc:docMk/>
            <pc:sldMk cId="4069151966" sldId="557"/>
            <ac:spMk id="4" creationId="{51A9B8F1-84CC-97F1-428C-482CF6741E87}"/>
          </ac:spMkLst>
        </pc:spChg>
        <pc:spChg chg="add del mod">
          <ac:chgData name="Arnaldo Satoru Gunzi" userId="41a30d14-40e4-4cae-bd0a-ce9e51e34c46" providerId="ADAL" clId="{4935CC9A-D522-4B03-9404-C2BD55FCE1F4}" dt="2023-11-10T11:11:06.050" v="515" actId="1076"/>
          <ac:spMkLst>
            <pc:docMk/>
            <pc:sldMk cId="4069151966" sldId="557"/>
            <ac:spMk id="6" creationId="{C433EA28-5B5E-CE2C-E175-D6FC0743C0BA}"/>
          </ac:spMkLst>
        </pc:spChg>
        <pc:graphicFrameChg chg="add del mod">
          <ac:chgData name="Arnaldo Satoru Gunzi" userId="41a30d14-40e4-4cae-bd0a-ce9e51e34c46" providerId="ADAL" clId="{4935CC9A-D522-4B03-9404-C2BD55FCE1F4}" dt="2023-11-10T11:10:15.283" v="499" actId="478"/>
          <ac:graphicFrameMkLst>
            <pc:docMk/>
            <pc:sldMk cId="4069151966" sldId="557"/>
            <ac:graphicFrameMk id="2" creationId="{F618EA2A-A9D2-DBE6-CF73-94FE0B6599CE}"/>
          </ac:graphicFrameMkLst>
        </pc:graphicFrameChg>
        <pc:graphicFrameChg chg="add mod modGraphic">
          <ac:chgData name="Arnaldo Satoru Gunzi" userId="41a30d14-40e4-4cae-bd0a-ce9e51e34c46" providerId="ADAL" clId="{4935CC9A-D522-4B03-9404-C2BD55FCE1F4}" dt="2023-11-10T11:11:15.098" v="518" actId="1076"/>
          <ac:graphicFrameMkLst>
            <pc:docMk/>
            <pc:sldMk cId="4069151966" sldId="557"/>
            <ac:graphicFrameMk id="8" creationId="{8C35BC56-B918-99F2-0A22-8E308E66F6B7}"/>
          </ac:graphicFrameMkLst>
        </pc:graphicFrameChg>
        <pc:graphicFrameChg chg="del">
          <ac:chgData name="Arnaldo Satoru Gunzi" userId="41a30d14-40e4-4cae-bd0a-ce9e51e34c46" providerId="ADAL" clId="{4935CC9A-D522-4B03-9404-C2BD55FCE1F4}" dt="2023-11-10T11:10:02.581" v="497" actId="478"/>
          <ac:graphicFrameMkLst>
            <pc:docMk/>
            <pc:sldMk cId="4069151966" sldId="557"/>
            <ac:graphicFrameMk id="10" creationId="{A5764612-FFD1-1E76-3AED-768BF1798A83}"/>
          </ac:graphicFrameMkLst>
        </pc:graphicFrameChg>
        <pc:picChg chg="del">
          <ac:chgData name="Arnaldo Satoru Gunzi" userId="41a30d14-40e4-4cae-bd0a-ce9e51e34c46" providerId="ADAL" clId="{4935CC9A-D522-4B03-9404-C2BD55FCE1F4}" dt="2023-11-10T11:10:02.581" v="497" actId="478"/>
          <ac:picMkLst>
            <pc:docMk/>
            <pc:sldMk cId="4069151966" sldId="557"/>
            <ac:picMk id="1025" creationId="{344166D2-43F4-F041-6563-849586A2A809}"/>
          </ac:picMkLst>
        </pc:picChg>
      </pc:sldChg>
      <pc:sldChg chg="addSp delSp modSp add del mod">
        <pc:chgData name="Arnaldo Satoru Gunzi" userId="41a30d14-40e4-4cae-bd0a-ce9e51e34c46" providerId="ADAL" clId="{4935CC9A-D522-4B03-9404-C2BD55FCE1F4}" dt="2023-11-24T13:47:12.418" v="885" actId="47"/>
        <pc:sldMkLst>
          <pc:docMk/>
          <pc:sldMk cId="3214876388" sldId="558"/>
        </pc:sldMkLst>
        <pc:spChg chg="add del mod">
          <ac:chgData name="Arnaldo Satoru Gunzi" userId="41a30d14-40e4-4cae-bd0a-ce9e51e34c46" providerId="ADAL" clId="{4935CC9A-D522-4B03-9404-C2BD55FCE1F4}" dt="2023-11-10T11:13:26.546" v="695" actId="478"/>
          <ac:spMkLst>
            <pc:docMk/>
            <pc:sldMk cId="3214876388" sldId="558"/>
            <ac:spMk id="5" creationId="{83573F66-2855-D23C-3BBE-C92C63A44F80}"/>
          </ac:spMkLst>
        </pc:spChg>
        <pc:spChg chg="mod">
          <ac:chgData name="Arnaldo Satoru Gunzi" userId="41a30d14-40e4-4cae-bd0a-ce9e51e34c46" providerId="ADAL" clId="{4935CC9A-D522-4B03-9404-C2BD55FCE1F4}" dt="2023-11-10T11:13:00.916" v="594" actId="20577"/>
          <ac:spMkLst>
            <pc:docMk/>
            <pc:sldMk cId="3214876388" sldId="558"/>
            <ac:spMk id="6" creationId="{C433EA28-5B5E-CE2C-E175-D6FC0743C0BA}"/>
          </ac:spMkLst>
        </pc:spChg>
        <pc:graphicFrameChg chg="add del mod">
          <ac:chgData name="Arnaldo Satoru Gunzi" userId="41a30d14-40e4-4cae-bd0a-ce9e51e34c46" providerId="ADAL" clId="{4935CC9A-D522-4B03-9404-C2BD55FCE1F4}" dt="2023-11-10T11:12:50.422" v="581"/>
          <ac:graphicFrameMkLst>
            <pc:docMk/>
            <pc:sldMk cId="3214876388" sldId="558"/>
            <ac:graphicFrameMk id="2" creationId="{371D546C-5343-5D89-52FA-FE47F764DA95}"/>
          </ac:graphicFrameMkLst>
        </pc:graphicFrameChg>
        <pc:graphicFrameChg chg="add mod">
          <ac:chgData name="Arnaldo Satoru Gunzi" userId="41a30d14-40e4-4cae-bd0a-ce9e51e34c46" providerId="ADAL" clId="{4935CC9A-D522-4B03-9404-C2BD55FCE1F4}" dt="2023-11-10T11:12:52.683" v="583" actId="1076"/>
          <ac:graphicFrameMkLst>
            <pc:docMk/>
            <pc:sldMk cId="3214876388" sldId="558"/>
            <ac:graphicFrameMk id="4" creationId="{A0663F37-84F3-AD0A-18BC-4A594F996042}"/>
          </ac:graphicFrameMkLst>
        </pc:graphicFrameChg>
        <pc:graphicFrameChg chg="del">
          <ac:chgData name="Arnaldo Satoru Gunzi" userId="41a30d14-40e4-4cae-bd0a-ce9e51e34c46" providerId="ADAL" clId="{4935CC9A-D522-4B03-9404-C2BD55FCE1F4}" dt="2023-11-10T11:11:33.128" v="573" actId="478"/>
          <ac:graphicFrameMkLst>
            <pc:docMk/>
            <pc:sldMk cId="3214876388" sldId="558"/>
            <ac:graphicFrameMk id="8" creationId="{8C35BC56-B918-99F2-0A22-8E308E66F6B7}"/>
          </ac:graphicFrameMkLst>
        </pc:graphicFrameChg>
      </pc:sldChg>
      <pc:sldChg chg="add del mod modShow">
        <pc:chgData name="Arnaldo Satoru Gunzi" userId="41a30d14-40e4-4cae-bd0a-ce9e51e34c46" providerId="ADAL" clId="{4935CC9A-D522-4B03-9404-C2BD55FCE1F4}" dt="2023-11-24T13:47:03.922" v="884" actId="47"/>
        <pc:sldMkLst>
          <pc:docMk/>
          <pc:sldMk cId="3982432366" sldId="559"/>
        </pc:sldMkLst>
      </pc:sldChg>
      <pc:sldChg chg="addSp delSp modSp add mod modAnim">
        <pc:chgData name="Arnaldo Satoru Gunzi" userId="41a30d14-40e4-4cae-bd0a-ce9e51e34c46" providerId="ADAL" clId="{4935CC9A-D522-4B03-9404-C2BD55FCE1F4}" dt="2023-11-10T11:43:48.195" v="881" actId="6549"/>
        <pc:sldMkLst>
          <pc:docMk/>
          <pc:sldMk cId="2335272879" sldId="560"/>
        </pc:sldMkLst>
        <pc:spChg chg="mod">
          <ac:chgData name="Arnaldo Satoru Gunzi" userId="41a30d14-40e4-4cae-bd0a-ce9e51e34c46" providerId="ADAL" clId="{4935CC9A-D522-4B03-9404-C2BD55FCE1F4}" dt="2023-11-10T11:43:48.195" v="881" actId="6549"/>
          <ac:spMkLst>
            <pc:docMk/>
            <pc:sldMk cId="2335272879" sldId="560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4935CC9A-D522-4B03-9404-C2BD55FCE1F4}" dt="2023-11-10T11:41:22.043" v="854" actId="20577"/>
          <ac:spMkLst>
            <pc:docMk/>
            <pc:sldMk cId="2335272879" sldId="560"/>
            <ac:spMk id="3" creationId="{6711D756-6641-F254-AADE-C1765DE7D80C}"/>
          </ac:spMkLst>
        </pc:spChg>
        <pc:graphicFrameChg chg="add del mod">
          <ac:chgData name="Arnaldo Satoru Gunzi" userId="41a30d14-40e4-4cae-bd0a-ce9e51e34c46" providerId="ADAL" clId="{4935CC9A-D522-4B03-9404-C2BD55FCE1F4}" dt="2023-11-10T11:41:28.236" v="856"/>
          <ac:graphicFrameMkLst>
            <pc:docMk/>
            <pc:sldMk cId="2335272879" sldId="560"/>
            <ac:graphicFrameMk id="4" creationId="{67550ADB-0D35-76B2-41E9-CBCAE50C139C}"/>
          </ac:graphicFrameMkLst>
        </pc:graphicFrameChg>
        <pc:graphicFrameChg chg="add del mod">
          <ac:chgData name="Arnaldo Satoru Gunzi" userId="41a30d14-40e4-4cae-bd0a-ce9e51e34c46" providerId="ADAL" clId="{4935CC9A-D522-4B03-9404-C2BD55FCE1F4}" dt="2023-11-10T11:41:34.384" v="864"/>
          <ac:graphicFrameMkLst>
            <pc:docMk/>
            <pc:sldMk cId="2335272879" sldId="560"/>
            <ac:graphicFrameMk id="5" creationId="{5D2F30BD-ED61-0329-0D7E-0B21FAA4619A}"/>
          </ac:graphicFrameMkLst>
        </pc:graphicFrameChg>
        <pc:graphicFrameChg chg="add mod modGraphic">
          <ac:chgData name="Arnaldo Satoru Gunzi" userId="41a30d14-40e4-4cae-bd0a-ce9e51e34c46" providerId="ADAL" clId="{4935CC9A-D522-4B03-9404-C2BD55FCE1F4}" dt="2023-11-10T11:41:37.968" v="867" actId="14100"/>
          <ac:graphicFrameMkLst>
            <pc:docMk/>
            <pc:sldMk cId="2335272879" sldId="560"/>
            <ac:graphicFrameMk id="6" creationId="{592C2931-14A0-10AA-9B9F-F1AEE196DFCD}"/>
          </ac:graphicFrameMkLst>
        </pc:graphicFrameChg>
        <pc:picChg chg="del">
          <ac:chgData name="Arnaldo Satoru Gunzi" userId="41a30d14-40e4-4cae-bd0a-ce9e51e34c46" providerId="ADAL" clId="{4935CC9A-D522-4B03-9404-C2BD55FCE1F4}" dt="2023-11-10T11:41:04.203" v="778" actId="478"/>
          <ac:picMkLst>
            <pc:docMk/>
            <pc:sldMk cId="2335272879" sldId="560"/>
            <ac:picMk id="1026" creationId="{2ABC766A-6C1C-13F1-E20A-6824E81366FC}"/>
          </ac:picMkLst>
        </pc:picChg>
      </pc:sldChg>
      <pc:sldChg chg="delSp add del modAnim">
        <pc:chgData name="Arnaldo Satoru Gunzi" userId="41a30d14-40e4-4cae-bd0a-ce9e51e34c46" providerId="ADAL" clId="{4935CC9A-D522-4B03-9404-C2BD55FCE1F4}" dt="2023-11-10T11:40:54.433" v="776" actId="47"/>
        <pc:sldMkLst>
          <pc:docMk/>
          <pc:sldMk cId="2518700417" sldId="560"/>
        </pc:sldMkLst>
        <pc:picChg chg="del">
          <ac:chgData name="Arnaldo Satoru Gunzi" userId="41a30d14-40e4-4cae-bd0a-ce9e51e34c46" providerId="ADAL" clId="{4935CC9A-D522-4B03-9404-C2BD55FCE1F4}" dt="2023-11-10T11:40:49.871" v="775" actId="478"/>
          <ac:picMkLst>
            <pc:docMk/>
            <pc:sldMk cId="2518700417" sldId="560"/>
            <ac:picMk id="1026" creationId="{2ABC766A-6C1C-13F1-E20A-6824E81366FC}"/>
          </ac:picMkLst>
        </pc:picChg>
      </pc:sldChg>
      <pc:sldChg chg="modSp add mod">
        <pc:chgData name="Arnaldo Satoru Gunzi" userId="41a30d14-40e4-4cae-bd0a-ce9e51e34c46" providerId="ADAL" clId="{4935CC9A-D522-4B03-9404-C2BD55FCE1F4}" dt="2023-11-24T13:51:41.196" v="920" actId="12"/>
        <pc:sldMkLst>
          <pc:docMk/>
          <pc:sldMk cId="2629743853" sldId="561"/>
        </pc:sldMkLst>
        <pc:spChg chg="mod">
          <ac:chgData name="Arnaldo Satoru Gunzi" userId="41a30d14-40e4-4cae-bd0a-ce9e51e34c46" providerId="ADAL" clId="{4935CC9A-D522-4B03-9404-C2BD55FCE1F4}" dt="2023-11-24T13:51:41.196" v="920" actId="12"/>
          <ac:spMkLst>
            <pc:docMk/>
            <pc:sldMk cId="2629743853" sldId="561"/>
            <ac:spMk id="8" creationId="{00000000-0000-0000-0000-000000000000}"/>
          </ac:spMkLst>
        </pc:spChg>
      </pc:sldChg>
      <pc:sldChg chg="modSp add mod">
        <pc:chgData name="Arnaldo Satoru Gunzi" userId="41a30d14-40e4-4cae-bd0a-ce9e51e34c46" providerId="ADAL" clId="{4935CC9A-D522-4B03-9404-C2BD55FCE1F4}" dt="2023-11-24T13:51:47.552" v="929" actId="20577"/>
        <pc:sldMkLst>
          <pc:docMk/>
          <pc:sldMk cId="1717494784" sldId="562"/>
        </pc:sldMkLst>
        <pc:spChg chg="mod">
          <ac:chgData name="Arnaldo Satoru Gunzi" userId="41a30d14-40e4-4cae-bd0a-ce9e51e34c46" providerId="ADAL" clId="{4935CC9A-D522-4B03-9404-C2BD55FCE1F4}" dt="2023-11-24T13:51:47.552" v="929" actId="20577"/>
          <ac:spMkLst>
            <pc:docMk/>
            <pc:sldMk cId="1717494784" sldId="562"/>
            <ac:spMk id="8" creationId="{00000000-0000-0000-0000-000000000000}"/>
          </ac:spMkLst>
        </pc:spChg>
      </pc:sldChg>
      <pc:sldChg chg="new">
        <pc:chgData name="Arnaldo Satoru Gunzi" userId="41a30d14-40e4-4cae-bd0a-ce9e51e34c46" providerId="ADAL" clId="{4935CC9A-D522-4B03-9404-C2BD55FCE1F4}" dt="2023-11-24T13:52:04.055" v="931" actId="680"/>
        <pc:sldMkLst>
          <pc:docMk/>
          <pc:sldMk cId="2148890896" sldId="563"/>
        </pc:sldMkLst>
      </pc:sldChg>
      <pc:sldChg chg="modSp mod">
        <pc:chgData name="Arnaldo Satoru Gunzi" userId="41a30d14-40e4-4cae-bd0a-ce9e51e34c46" providerId="ADAL" clId="{4935CC9A-D522-4B03-9404-C2BD55FCE1F4}" dt="2023-12-14T11:36:00.125" v="1046" actId="20577"/>
        <pc:sldMkLst>
          <pc:docMk/>
          <pc:sldMk cId="3411662195" sldId="573"/>
        </pc:sldMkLst>
        <pc:spChg chg="mod">
          <ac:chgData name="Arnaldo Satoru Gunzi" userId="41a30d14-40e4-4cae-bd0a-ce9e51e34c46" providerId="ADAL" clId="{4935CC9A-D522-4B03-9404-C2BD55FCE1F4}" dt="2023-12-14T11:36:00.125" v="1046" actId="20577"/>
          <ac:spMkLst>
            <pc:docMk/>
            <pc:sldMk cId="3411662195" sldId="573"/>
            <ac:spMk id="2" creationId="{58723E6B-1387-77C9-ED34-B5D5775ED995}"/>
          </ac:spMkLst>
        </pc:spChg>
      </pc:sldChg>
      <pc:sldChg chg="modSp mod">
        <pc:chgData name="Arnaldo Satoru Gunzi" userId="41a30d14-40e4-4cae-bd0a-ce9e51e34c46" providerId="ADAL" clId="{4935CC9A-D522-4B03-9404-C2BD55FCE1F4}" dt="2023-12-14T18:13:42.195" v="1101" actId="14100"/>
        <pc:sldMkLst>
          <pc:docMk/>
          <pc:sldMk cId="1820887784" sldId="576"/>
        </pc:sldMkLst>
        <pc:spChg chg="mod">
          <ac:chgData name="Arnaldo Satoru Gunzi" userId="41a30d14-40e4-4cae-bd0a-ce9e51e34c46" providerId="ADAL" clId="{4935CC9A-D522-4B03-9404-C2BD55FCE1F4}" dt="2023-12-14T18:13:42.195" v="1101" actId="14100"/>
          <ac:spMkLst>
            <pc:docMk/>
            <pc:sldMk cId="1820887784" sldId="576"/>
            <ac:spMk id="2" creationId="{57E21633-A7D6-D567-FA20-99E6993F52B2}"/>
          </ac:spMkLst>
        </pc:spChg>
      </pc:sldChg>
      <pc:sldChg chg="addSp delSp modSp add del mod">
        <pc:chgData name="Arnaldo Satoru Gunzi" userId="41a30d14-40e4-4cae-bd0a-ce9e51e34c46" providerId="ADAL" clId="{4935CC9A-D522-4B03-9404-C2BD55FCE1F4}" dt="2023-12-14T18:14:46.884" v="1102" actId="47"/>
        <pc:sldMkLst>
          <pc:docMk/>
          <pc:sldMk cId="1628798519" sldId="577"/>
        </pc:sldMkLst>
        <pc:spChg chg="mod">
          <ac:chgData name="Arnaldo Satoru Gunzi" userId="41a30d14-40e4-4cae-bd0a-ce9e51e34c46" providerId="ADAL" clId="{4935CC9A-D522-4B03-9404-C2BD55FCE1F4}" dt="2023-12-13T10:38:58.182" v="954" actId="20577"/>
          <ac:spMkLst>
            <pc:docMk/>
            <pc:sldMk cId="1628798519" sldId="577"/>
            <ac:spMk id="2" creationId="{B8304D8B-CBCB-F7BB-C3B6-1A4432DA5EEF}"/>
          </ac:spMkLst>
        </pc:spChg>
        <pc:picChg chg="add mod modCrop">
          <ac:chgData name="Arnaldo Satoru Gunzi" userId="41a30d14-40e4-4cae-bd0a-ce9e51e34c46" providerId="ADAL" clId="{4935CC9A-D522-4B03-9404-C2BD55FCE1F4}" dt="2023-12-13T10:39:40.067" v="966" actId="1076"/>
          <ac:picMkLst>
            <pc:docMk/>
            <pc:sldMk cId="1628798519" sldId="577"/>
            <ac:picMk id="5" creationId="{CDB99AE4-14FE-DE8B-02D5-6575CA2C471F}"/>
          </ac:picMkLst>
        </pc:picChg>
        <pc:picChg chg="del">
          <ac:chgData name="Arnaldo Satoru Gunzi" userId="41a30d14-40e4-4cae-bd0a-ce9e51e34c46" providerId="ADAL" clId="{4935CC9A-D522-4B03-9404-C2BD55FCE1F4}" dt="2023-12-13T10:39:00.685" v="955" actId="478"/>
          <ac:picMkLst>
            <pc:docMk/>
            <pc:sldMk cId="1628798519" sldId="577"/>
            <ac:picMk id="8" creationId="{9E96064C-5FD9-DE01-C4BA-D01A9168C557}"/>
          </ac:picMkLst>
        </pc:picChg>
        <pc:picChg chg="del">
          <ac:chgData name="Arnaldo Satoru Gunzi" userId="41a30d14-40e4-4cae-bd0a-ce9e51e34c46" providerId="ADAL" clId="{4935CC9A-D522-4B03-9404-C2BD55FCE1F4}" dt="2023-12-13T10:39:00.685" v="955" actId="478"/>
          <ac:picMkLst>
            <pc:docMk/>
            <pc:sldMk cId="1628798519" sldId="577"/>
            <ac:picMk id="10" creationId="{374EE301-140F-87FD-CD0C-A07919B38105}"/>
          </ac:picMkLst>
        </pc:picChg>
      </pc:sldChg>
      <pc:sldChg chg="delSp modSp add mod">
        <pc:chgData name="Arnaldo Satoru Gunzi" userId="41a30d14-40e4-4cae-bd0a-ce9e51e34c46" providerId="ADAL" clId="{4935CC9A-D522-4B03-9404-C2BD55FCE1F4}" dt="2023-12-14T11:53:02.972" v="1098" actId="1076"/>
        <pc:sldMkLst>
          <pc:docMk/>
          <pc:sldMk cId="4161540902" sldId="578"/>
        </pc:sldMkLst>
        <pc:spChg chg="mod">
          <ac:chgData name="Arnaldo Satoru Gunzi" userId="41a30d14-40e4-4cae-bd0a-ce9e51e34c46" providerId="ADAL" clId="{4935CC9A-D522-4B03-9404-C2BD55FCE1F4}" dt="2023-12-14T11:53:02.972" v="1098" actId="1076"/>
          <ac:spMkLst>
            <pc:docMk/>
            <pc:sldMk cId="4161540902" sldId="578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4935CC9A-D522-4B03-9404-C2BD55FCE1F4}" dt="2023-12-14T11:52:48.701" v="1077" actId="20577"/>
          <ac:spMkLst>
            <pc:docMk/>
            <pc:sldMk cId="4161540902" sldId="578"/>
            <ac:spMk id="3" creationId="{6711D756-6641-F254-AADE-C1765DE7D80C}"/>
          </ac:spMkLst>
        </pc:spChg>
        <pc:graphicFrameChg chg="del">
          <ac:chgData name="Arnaldo Satoru Gunzi" userId="41a30d14-40e4-4cae-bd0a-ce9e51e34c46" providerId="ADAL" clId="{4935CC9A-D522-4B03-9404-C2BD55FCE1F4}" dt="2023-12-14T11:52:37.444" v="1048" actId="478"/>
          <ac:graphicFrameMkLst>
            <pc:docMk/>
            <pc:sldMk cId="4161540902" sldId="578"/>
            <ac:graphicFrameMk id="5" creationId="{7FC17C87-C926-2779-F1B8-8A447097EF82}"/>
          </ac:graphicFrameMkLst>
        </pc:graphicFrameChg>
      </pc:sldChg>
      <pc:sldMasterChg chg="delSldLayout">
        <pc:chgData name="Arnaldo Satoru Gunzi" userId="41a30d14-40e4-4cae-bd0a-ce9e51e34c46" providerId="ADAL" clId="{4935CC9A-D522-4B03-9404-C2BD55FCE1F4}" dt="2023-11-10T10:49:09.725" v="2" actId="47"/>
        <pc:sldMasterMkLst>
          <pc:docMk/>
          <pc:sldMasterMk cId="2931398619" sldId="2147483660"/>
        </pc:sldMasterMkLst>
        <pc:sldLayoutChg chg="del">
          <pc:chgData name="Arnaldo Satoru Gunzi" userId="41a30d14-40e4-4cae-bd0a-ce9e51e34c46" providerId="ADAL" clId="{4935CC9A-D522-4B03-9404-C2BD55FCE1F4}" dt="2023-11-10T10:49:09.725" v="2" actId="47"/>
          <pc:sldLayoutMkLst>
            <pc:docMk/>
            <pc:sldMasterMk cId="2931398619" sldId="2147483660"/>
            <pc:sldLayoutMk cId="3460641480" sldId="2147483666"/>
          </pc:sldLayoutMkLst>
        </pc:sldLayoutChg>
      </pc:sldMasterChg>
      <pc:sldMasterChg chg="delSldLayout">
        <pc:chgData name="Arnaldo Satoru Gunzi" userId="41a30d14-40e4-4cae-bd0a-ce9e51e34c46" providerId="ADAL" clId="{4935CC9A-D522-4B03-9404-C2BD55FCE1F4}" dt="2023-11-10T11:03:09.465" v="305" actId="2696"/>
        <pc:sldMasterMkLst>
          <pc:docMk/>
          <pc:sldMasterMk cId="1159453371" sldId="2147483666"/>
        </pc:sldMasterMkLst>
        <pc:sldLayoutChg chg="del">
          <pc:chgData name="Arnaldo Satoru Gunzi" userId="41a30d14-40e4-4cae-bd0a-ce9e51e34c46" providerId="ADAL" clId="{4935CC9A-D522-4B03-9404-C2BD55FCE1F4}" dt="2023-11-10T11:03:09.465" v="305" actId="2696"/>
          <pc:sldLayoutMkLst>
            <pc:docMk/>
            <pc:sldMasterMk cId="1159453371" sldId="2147483666"/>
            <pc:sldLayoutMk cId="4235965198" sldId="2147483692"/>
          </pc:sldLayoutMkLst>
        </pc:sldLayoutChg>
      </pc:sldMasterChg>
      <pc:sldMasterChg chg="delSldLayout">
        <pc:chgData name="Arnaldo Satoru Gunzi" userId="41a30d14-40e4-4cae-bd0a-ce9e51e34c46" providerId="ADAL" clId="{4935CC9A-D522-4B03-9404-C2BD55FCE1F4}" dt="2023-11-24T13:50:24.826" v="894" actId="47"/>
        <pc:sldMasterMkLst>
          <pc:docMk/>
          <pc:sldMasterMk cId="1629208314" sldId="2147483671"/>
        </pc:sldMasterMkLst>
        <pc:sldLayoutChg chg="del">
          <pc:chgData name="Arnaldo Satoru Gunzi" userId="41a30d14-40e4-4cae-bd0a-ce9e51e34c46" providerId="ADAL" clId="{4935CC9A-D522-4B03-9404-C2BD55FCE1F4}" dt="2023-11-24T13:50:24.826" v="894" actId="47"/>
          <pc:sldLayoutMkLst>
            <pc:docMk/>
            <pc:sldMasterMk cId="1629208314" sldId="2147483671"/>
            <pc:sldLayoutMk cId="1296064344" sldId="2147483676"/>
          </pc:sldLayoutMkLst>
        </pc:sldLayoutChg>
      </pc:sldMasterChg>
      <pc:sldMasterChg chg="delSldLayout">
        <pc:chgData name="Arnaldo Satoru Gunzi" userId="41a30d14-40e4-4cae-bd0a-ce9e51e34c46" providerId="ADAL" clId="{4935CC9A-D522-4B03-9404-C2BD55FCE1F4}" dt="2023-11-24T13:47:03.922" v="884" actId="47"/>
        <pc:sldMasterMkLst>
          <pc:docMk/>
          <pc:sldMasterMk cId="2897599685" sldId="2147483677"/>
        </pc:sldMasterMkLst>
        <pc:sldLayoutChg chg="del">
          <pc:chgData name="Arnaldo Satoru Gunzi" userId="41a30d14-40e4-4cae-bd0a-ce9e51e34c46" providerId="ADAL" clId="{4935CC9A-D522-4B03-9404-C2BD55FCE1F4}" dt="2023-11-24T13:47:03.922" v="884" actId="47"/>
          <pc:sldLayoutMkLst>
            <pc:docMk/>
            <pc:sldMasterMk cId="2897599685" sldId="2147483677"/>
            <pc:sldLayoutMk cId="2252883895" sldId="2147483689"/>
          </pc:sldLayoutMkLst>
        </pc:sldLayoutChg>
        <pc:sldLayoutChg chg="del">
          <pc:chgData name="Arnaldo Satoru Gunzi" userId="41a30d14-40e4-4cae-bd0a-ce9e51e34c46" providerId="ADAL" clId="{4935CC9A-D522-4B03-9404-C2BD55FCE1F4}" dt="2023-11-24T13:47:03.922" v="884" actId="47"/>
          <pc:sldLayoutMkLst>
            <pc:docMk/>
            <pc:sldMasterMk cId="2897599685" sldId="2147483677"/>
            <pc:sldLayoutMk cId="2710346345" sldId="2147483691"/>
          </pc:sldLayoutMkLst>
        </pc:sldLayoutChg>
        <pc:sldLayoutChg chg="del">
          <pc:chgData name="Arnaldo Satoru Gunzi" userId="41a30d14-40e4-4cae-bd0a-ce9e51e34c46" providerId="ADAL" clId="{4935CC9A-D522-4B03-9404-C2BD55FCE1F4}" dt="2023-11-10T10:52:09.097" v="62" actId="47"/>
          <pc:sldLayoutMkLst>
            <pc:docMk/>
            <pc:sldMasterMk cId="2897599685" sldId="2147483677"/>
            <pc:sldLayoutMk cId="2790143925" sldId="2147483691"/>
          </pc:sldLayoutMkLst>
        </pc:sldLayoutChg>
      </pc:sldMasterChg>
    </pc:docChg>
  </pc:docChgLst>
  <pc:docChgLst>
    <pc:chgData name="Arnaldo Satoru Gunzi" userId="41a30d14-40e4-4cae-bd0a-ce9e51e34c46" providerId="ADAL" clId="{E8F18C8F-220C-4ED6-B86F-1F047FF6FC1D}"/>
    <pc:docChg chg="undo custSel addSld delSld modSld">
      <pc:chgData name="Arnaldo Satoru Gunzi" userId="41a30d14-40e4-4cae-bd0a-ce9e51e34c46" providerId="ADAL" clId="{E8F18C8F-220C-4ED6-B86F-1F047FF6FC1D}" dt="2024-06-09T11:46:34.834" v="1112" actId="1076"/>
      <pc:docMkLst>
        <pc:docMk/>
      </pc:docMkLst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0" sldId="259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0" sldId="260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3849851723" sldId="394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2847382528" sldId="395"/>
        </pc:sldMkLst>
      </pc:sldChg>
      <pc:sldChg chg="del">
        <pc:chgData name="Arnaldo Satoru Gunzi" userId="41a30d14-40e4-4cae-bd0a-ce9e51e34c46" providerId="ADAL" clId="{E8F18C8F-220C-4ED6-B86F-1F047FF6FC1D}" dt="2024-06-08T17:44:19.646" v="6" actId="47"/>
        <pc:sldMkLst>
          <pc:docMk/>
          <pc:sldMk cId="2992169621" sldId="404"/>
        </pc:sldMkLst>
      </pc:sldChg>
      <pc:sldChg chg="del">
        <pc:chgData name="Arnaldo Satoru Gunzi" userId="41a30d14-40e4-4cae-bd0a-ce9e51e34c46" providerId="ADAL" clId="{E8F18C8F-220C-4ED6-B86F-1F047FF6FC1D}" dt="2024-06-08T17:44:08.216" v="3" actId="47"/>
        <pc:sldMkLst>
          <pc:docMk/>
          <pc:sldMk cId="2745552327" sldId="406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4125488981" sldId="441"/>
        </pc:sldMkLst>
      </pc:sldChg>
      <pc:sldChg chg="del">
        <pc:chgData name="Arnaldo Satoru Gunzi" userId="41a30d14-40e4-4cae-bd0a-ce9e51e34c46" providerId="ADAL" clId="{E8F18C8F-220C-4ED6-B86F-1F047FF6FC1D}" dt="2024-06-08T17:44:19.646" v="6" actId="47"/>
        <pc:sldMkLst>
          <pc:docMk/>
          <pc:sldMk cId="3592155639" sldId="442"/>
        </pc:sldMkLst>
      </pc:sldChg>
      <pc:sldChg chg="del">
        <pc:chgData name="Arnaldo Satoru Gunzi" userId="41a30d14-40e4-4cae-bd0a-ce9e51e34c46" providerId="ADAL" clId="{E8F18C8F-220C-4ED6-B86F-1F047FF6FC1D}" dt="2024-06-08T17:44:16.072" v="5" actId="47"/>
        <pc:sldMkLst>
          <pc:docMk/>
          <pc:sldMk cId="2932390896" sldId="443"/>
        </pc:sldMkLst>
      </pc:sldChg>
      <pc:sldChg chg="del">
        <pc:chgData name="Arnaldo Satoru Gunzi" userId="41a30d14-40e4-4cae-bd0a-ce9e51e34c46" providerId="ADAL" clId="{E8F18C8F-220C-4ED6-B86F-1F047FF6FC1D}" dt="2024-06-08T17:44:16.072" v="5" actId="47"/>
        <pc:sldMkLst>
          <pc:docMk/>
          <pc:sldMk cId="3024761595" sldId="444"/>
        </pc:sldMkLst>
      </pc:sldChg>
      <pc:sldChg chg="del">
        <pc:chgData name="Arnaldo Satoru Gunzi" userId="41a30d14-40e4-4cae-bd0a-ce9e51e34c46" providerId="ADAL" clId="{E8F18C8F-220C-4ED6-B86F-1F047FF6FC1D}" dt="2024-06-08T17:44:16.072" v="5" actId="47"/>
        <pc:sldMkLst>
          <pc:docMk/>
          <pc:sldMk cId="2925936008" sldId="445"/>
        </pc:sldMkLst>
      </pc:sldChg>
      <pc:sldChg chg="del">
        <pc:chgData name="Arnaldo Satoru Gunzi" userId="41a30d14-40e4-4cae-bd0a-ce9e51e34c46" providerId="ADAL" clId="{E8F18C8F-220C-4ED6-B86F-1F047FF6FC1D}" dt="2024-06-08T17:44:16.072" v="5" actId="47"/>
        <pc:sldMkLst>
          <pc:docMk/>
          <pc:sldMk cId="3092954916" sldId="446"/>
        </pc:sldMkLst>
      </pc:sldChg>
      <pc:sldChg chg="del">
        <pc:chgData name="Arnaldo Satoru Gunzi" userId="41a30d14-40e4-4cae-bd0a-ce9e51e34c46" providerId="ADAL" clId="{E8F18C8F-220C-4ED6-B86F-1F047FF6FC1D}" dt="2024-06-08T17:44:12.521" v="4" actId="47"/>
        <pc:sldMkLst>
          <pc:docMk/>
          <pc:sldMk cId="1762372356" sldId="447"/>
        </pc:sldMkLst>
      </pc:sldChg>
      <pc:sldChg chg="del">
        <pc:chgData name="Arnaldo Satoru Gunzi" userId="41a30d14-40e4-4cae-bd0a-ce9e51e34c46" providerId="ADAL" clId="{E8F18C8F-220C-4ED6-B86F-1F047FF6FC1D}" dt="2024-06-08T17:44:12.521" v="4" actId="47"/>
        <pc:sldMkLst>
          <pc:docMk/>
          <pc:sldMk cId="874472059" sldId="448"/>
        </pc:sldMkLst>
      </pc:sldChg>
      <pc:sldChg chg="del">
        <pc:chgData name="Arnaldo Satoru Gunzi" userId="41a30d14-40e4-4cae-bd0a-ce9e51e34c46" providerId="ADAL" clId="{E8F18C8F-220C-4ED6-B86F-1F047FF6FC1D}" dt="2024-06-08T17:44:12.521" v="4" actId="47"/>
        <pc:sldMkLst>
          <pc:docMk/>
          <pc:sldMk cId="432701808" sldId="449"/>
        </pc:sldMkLst>
      </pc:sldChg>
      <pc:sldChg chg="del">
        <pc:chgData name="Arnaldo Satoru Gunzi" userId="41a30d14-40e4-4cae-bd0a-ce9e51e34c46" providerId="ADAL" clId="{E8F18C8F-220C-4ED6-B86F-1F047FF6FC1D}" dt="2024-06-08T17:44:12.521" v="4" actId="47"/>
        <pc:sldMkLst>
          <pc:docMk/>
          <pc:sldMk cId="2922803419" sldId="450"/>
        </pc:sldMkLst>
      </pc:sldChg>
      <pc:sldChg chg="del">
        <pc:chgData name="Arnaldo Satoru Gunzi" userId="41a30d14-40e4-4cae-bd0a-ce9e51e34c46" providerId="ADAL" clId="{E8F18C8F-220C-4ED6-B86F-1F047FF6FC1D}" dt="2024-06-08T17:44:08.216" v="3" actId="47"/>
        <pc:sldMkLst>
          <pc:docMk/>
          <pc:sldMk cId="20586497" sldId="453"/>
        </pc:sldMkLst>
      </pc:sldChg>
      <pc:sldChg chg="del">
        <pc:chgData name="Arnaldo Satoru Gunzi" userId="41a30d14-40e4-4cae-bd0a-ce9e51e34c46" providerId="ADAL" clId="{E8F18C8F-220C-4ED6-B86F-1F047FF6FC1D}" dt="2024-06-08T17:44:12.521" v="4" actId="47"/>
        <pc:sldMkLst>
          <pc:docMk/>
          <pc:sldMk cId="1825055183" sldId="454"/>
        </pc:sldMkLst>
      </pc:sldChg>
      <pc:sldChg chg="del">
        <pc:chgData name="Arnaldo Satoru Gunzi" userId="41a30d14-40e4-4cae-bd0a-ce9e51e34c46" providerId="ADAL" clId="{E8F18C8F-220C-4ED6-B86F-1F047FF6FC1D}" dt="2024-06-08T17:44:12.521" v="4" actId="47"/>
        <pc:sldMkLst>
          <pc:docMk/>
          <pc:sldMk cId="200776739" sldId="455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3141311297" sldId="457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2226593243" sldId="458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900569430" sldId="459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3250060076" sldId="460"/>
        </pc:sldMkLst>
      </pc:sldChg>
      <pc:sldChg chg="del">
        <pc:chgData name="Arnaldo Satoru Gunzi" userId="41a30d14-40e4-4cae-bd0a-ce9e51e34c46" providerId="ADAL" clId="{E8F18C8F-220C-4ED6-B86F-1F047FF6FC1D}" dt="2024-06-08T17:44:08.216" v="3" actId="47"/>
        <pc:sldMkLst>
          <pc:docMk/>
          <pc:sldMk cId="3378525813" sldId="462"/>
        </pc:sldMkLst>
      </pc:sldChg>
      <pc:sldChg chg="del">
        <pc:chgData name="Arnaldo Satoru Gunzi" userId="41a30d14-40e4-4cae-bd0a-ce9e51e34c46" providerId="ADAL" clId="{E8F18C8F-220C-4ED6-B86F-1F047FF6FC1D}" dt="2024-06-08T17:44:08.216" v="3" actId="47"/>
        <pc:sldMkLst>
          <pc:docMk/>
          <pc:sldMk cId="422595508" sldId="463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4186042533" sldId="464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98816571" sldId="465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2921115787" sldId="466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3022940940" sldId="467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992032731" sldId="468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551399846" sldId="469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2197414684" sldId="470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1967966094" sldId="471"/>
        </pc:sldMkLst>
      </pc:sldChg>
      <pc:sldChg chg="del">
        <pc:chgData name="Arnaldo Satoru Gunzi" userId="41a30d14-40e4-4cae-bd0a-ce9e51e34c46" providerId="ADAL" clId="{E8F18C8F-220C-4ED6-B86F-1F047FF6FC1D}" dt="2024-06-08T17:44:04.895" v="2" actId="47"/>
        <pc:sldMkLst>
          <pc:docMk/>
          <pc:sldMk cId="570233113" sldId="472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2474270861" sldId="475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10876491" sldId="476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1963122703" sldId="477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1709050638" sldId="478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3018607032" sldId="479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4026966227" sldId="484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268539380" sldId="485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1635541424" sldId="488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2515613417" sldId="489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2623521984" sldId="490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119606815" sldId="491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137340357" sldId="499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3586104308" sldId="500"/>
        </pc:sldMkLst>
      </pc:sldChg>
      <pc:sldChg chg="del">
        <pc:chgData name="Arnaldo Satoru Gunzi" userId="41a30d14-40e4-4cae-bd0a-ce9e51e34c46" providerId="ADAL" clId="{E8F18C8F-220C-4ED6-B86F-1F047FF6FC1D}" dt="2024-06-08T17:44:12.521" v="4" actId="47"/>
        <pc:sldMkLst>
          <pc:docMk/>
          <pc:sldMk cId="2423916944" sldId="501"/>
        </pc:sldMkLst>
      </pc:sldChg>
      <pc:sldChg chg="del">
        <pc:chgData name="Arnaldo Satoru Gunzi" userId="41a30d14-40e4-4cae-bd0a-ce9e51e34c46" providerId="ADAL" clId="{E8F18C8F-220C-4ED6-B86F-1F047FF6FC1D}" dt="2024-06-08T17:44:12.521" v="4" actId="47"/>
        <pc:sldMkLst>
          <pc:docMk/>
          <pc:sldMk cId="2721589198" sldId="502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2546401264" sldId="509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2557912380" sldId="510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1138242021" sldId="511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2436066507" sldId="512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1490339516" sldId="513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4289523402" sldId="514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1394960770" sldId="515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692849976" sldId="516"/>
        </pc:sldMkLst>
      </pc:sldChg>
      <pc:sldChg chg="del">
        <pc:chgData name="Arnaldo Satoru Gunzi" userId="41a30d14-40e4-4cae-bd0a-ce9e51e34c46" providerId="ADAL" clId="{E8F18C8F-220C-4ED6-B86F-1F047FF6FC1D}" dt="2024-06-08T17:44:08.216" v="3" actId="47"/>
        <pc:sldMkLst>
          <pc:docMk/>
          <pc:sldMk cId="1360499524" sldId="540"/>
        </pc:sldMkLst>
      </pc:sldChg>
      <pc:sldChg chg="del">
        <pc:chgData name="Arnaldo Satoru Gunzi" userId="41a30d14-40e4-4cae-bd0a-ce9e51e34c46" providerId="ADAL" clId="{E8F18C8F-220C-4ED6-B86F-1F047FF6FC1D}" dt="2024-06-08T17:44:19.646" v="6" actId="47"/>
        <pc:sldMkLst>
          <pc:docMk/>
          <pc:sldMk cId="819201349" sldId="541"/>
        </pc:sldMkLst>
      </pc:sldChg>
      <pc:sldChg chg="del">
        <pc:chgData name="Arnaldo Satoru Gunzi" userId="41a30d14-40e4-4cae-bd0a-ce9e51e34c46" providerId="ADAL" clId="{E8F18C8F-220C-4ED6-B86F-1F047FF6FC1D}" dt="2024-06-08T17:44:16.072" v="5" actId="47"/>
        <pc:sldMkLst>
          <pc:docMk/>
          <pc:sldMk cId="1953709617" sldId="542"/>
        </pc:sldMkLst>
      </pc:sldChg>
      <pc:sldChg chg="del">
        <pc:chgData name="Arnaldo Satoru Gunzi" userId="41a30d14-40e4-4cae-bd0a-ce9e51e34c46" providerId="ADAL" clId="{E8F18C8F-220C-4ED6-B86F-1F047FF6FC1D}" dt="2024-06-08T17:44:12.521" v="4" actId="47"/>
        <pc:sldMkLst>
          <pc:docMk/>
          <pc:sldMk cId="2658090967" sldId="543"/>
        </pc:sldMkLst>
      </pc:sldChg>
      <pc:sldChg chg="del">
        <pc:chgData name="Arnaldo Satoru Gunzi" userId="41a30d14-40e4-4cae-bd0a-ce9e51e34c46" providerId="ADAL" clId="{E8F18C8F-220C-4ED6-B86F-1F047FF6FC1D}" dt="2024-06-08T17:44:08.216" v="3" actId="47"/>
        <pc:sldMkLst>
          <pc:docMk/>
          <pc:sldMk cId="2414604911" sldId="544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1854763972" sldId="545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2652246047" sldId="547"/>
        </pc:sldMkLst>
      </pc:sldChg>
      <pc:sldChg chg="del">
        <pc:chgData name="Arnaldo Satoru Gunzi" userId="41a30d14-40e4-4cae-bd0a-ce9e51e34c46" providerId="ADAL" clId="{E8F18C8F-220C-4ED6-B86F-1F047FF6FC1D}" dt="2024-06-08T17:44:00.932" v="1" actId="47"/>
        <pc:sldMkLst>
          <pc:docMk/>
          <pc:sldMk cId="3826255726" sldId="548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771463471" sldId="549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2808684875" sldId="550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108930543" sldId="551"/>
        </pc:sldMkLst>
      </pc:sldChg>
      <pc:sldChg chg="del">
        <pc:chgData name="Arnaldo Satoru Gunzi" userId="41a30d14-40e4-4cae-bd0a-ce9e51e34c46" providerId="ADAL" clId="{E8F18C8F-220C-4ED6-B86F-1F047FF6FC1D}" dt="2024-06-08T17:43:56.474" v="0" actId="47"/>
        <pc:sldMkLst>
          <pc:docMk/>
          <pc:sldMk cId="2788681177" sldId="553"/>
        </pc:sldMkLst>
      </pc:sldChg>
      <pc:sldChg chg="del">
        <pc:chgData name="Arnaldo Satoru Gunzi" userId="41a30d14-40e4-4cae-bd0a-ce9e51e34c46" providerId="ADAL" clId="{E8F18C8F-220C-4ED6-B86F-1F047FF6FC1D}" dt="2024-06-08T17:44:22.411" v="7" actId="47"/>
        <pc:sldMkLst>
          <pc:docMk/>
          <pc:sldMk cId="2629743853" sldId="561"/>
        </pc:sldMkLst>
      </pc:sldChg>
      <pc:sldChg chg="delSp modSp add mod modAnim">
        <pc:chgData name="Arnaldo Satoru Gunzi" userId="41a30d14-40e4-4cae-bd0a-ce9e51e34c46" providerId="ADAL" clId="{E8F18C8F-220C-4ED6-B86F-1F047FF6FC1D}" dt="2024-06-09T10:44:21.321" v="133" actId="120"/>
        <pc:sldMkLst>
          <pc:docMk/>
          <pc:sldMk cId="1978478108" sldId="569"/>
        </pc:sldMkLst>
        <pc:spChg chg="mod">
          <ac:chgData name="Arnaldo Satoru Gunzi" userId="41a30d14-40e4-4cae-bd0a-ce9e51e34c46" providerId="ADAL" clId="{E8F18C8F-220C-4ED6-B86F-1F047FF6FC1D}" dt="2024-06-09T10:43:33.218" v="15" actId="20577"/>
          <ac:spMkLst>
            <pc:docMk/>
            <pc:sldMk cId="1978478108" sldId="569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E8F18C8F-220C-4ED6-B86F-1F047FF6FC1D}" dt="2024-06-09T10:44:21.321" v="133" actId="120"/>
          <ac:spMkLst>
            <pc:docMk/>
            <pc:sldMk cId="1978478108" sldId="569"/>
            <ac:spMk id="8" creationId="{98E6450E-B38A-343C-EA45-A762920A4820}"/>
          </ac:spMkLst>
        </pc:spChg>
        <pc:picChg chg="del">
          <ac:chgData name="Arnaldo Satoru Gunzi" userId="41a30d14-40e4-4cae-bd0a-ce9e51e34c46" providerId="ADAL" clId="{E8F18C8F-220C-4ED6-B86F-1F047FF6FC1D}" dt="2024-06-09T10:43:29.112" v="10" actId="478"/>
          <ac:picMkLst>
            <pc:docMk/>
            <pc:sldMk cId="1978478108" sldId="569"/>
            <ac:picMk id="2" creationId="{61B0BA1A-CDFC-14A1-2D4D-853DEE63A960}"/>
          </ac:picMkLst>
        </pc:picChg>
        <pc:picChg chg="del">
          <ac:chgData name="Arnaldo Satoru Gunzi" userId="41a30d14-40e4-4cae-bd0a-ce9e51e34c46" providerId="ADAL" clId="{E8F18C8F-220C-4ED6-B86F-1F047FF6FC1D}" dt="2024-06-09T10:43:27.387" v="9" actId="478"/>
          <ac:picMkLst>
            <pc:docMk/>
            <pc:sldMk cId="1978478108" sldId="569"/>
            <ac:picMk id="1028" creationId="{AA92ED44-FE16-27FE-78A7-83CF3D45E37C}"/>
          </ac:picMkLst>
        </pc:picChg>
      </pc:sldChg>
      <pc:sldChg chg="del">
        <pc:chgData name="Arnaldo Satoru Gunzi" userId="41a30d14-40e4-4cae-bd0a-ce9e51e34c46" providerId="ADAL" clId="{E8F18C8F-220C-4ED6-B86F-1F047FF6FC1D}" dt="2024-06-08T17:44:19.646" v="6" actId="47"/>
        <pc:sldMkLst>
          <pc:docMk/>
          <pc:sldMk cId="1980826355" sldId="569"/>
        </pc:sldMkLst>
      </pc:sldChg>
      <pc:sldChg chg="delSp modSp add mod">
        <pc:chgData name="Arnaldo Satoru Gunzi" userId="41a30d14-40e4-4cae-bd0a-ce9e51e34c46" providerId="ADAL" clId="{E8F18C8F-220C-4ED6-B86F-1F047FF6FC1D}" dt="2024-06-09T11:33:27.885" v="436" actId="20577"/>
        <pc:sldMkLst>
          <pc:docMk/>
          <pc:sldMk cId="1383156555" sldId="570"/>
        </pc:sldMkLst>
        <pc:spChg chg="mod">
          <ac:chgData name="Arnaldo Satoru Gunzi" userId="41a30d14-40e4-4cae-bd0a-ce9e51e34c46" providerId="ADAL" clId="{E8F18C8F-220C-4ED6-B86F-1F047FF6FC1D}" dt="2024-06-09T11:33:27.885" v="436" actId="20577"/>
          <ac:spMkLst>
            <pc:docMk/>
            <pc:sldMk cId="1383156555" sldId="570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E8F18C8F-220C-4ED6-B86F-1F047FF6FC1D}" dt="2024-06-09T10:44:51.149" v="178" actId="20577"/>
          <ac:spMkLst>
            <pc:docMk/>
            <pc:sldMk cId="1383156555" sldId="570"/>
            <ac:spMk id="4" creationId="{00000000-0000-0000-0000-000000000000}"/>
          </ac:spMkLst>
        </pc:spChg>
        <pc:picChg chg="del">
          <ac:chgData name="Arnaldo Satoru Gunzi" userId="41a30d14-40e4-4cae-bd0a-ce9e51e34c46" providerId="ADAL" clId="{E8F18C8F-220C-4ED6-B86F-1F047FF6FC1D}" dt="2024-06-09T10:44:52.920" v="179" actId="478"/>
          <ac:picMkLst>
            <pc:docMk/>
            <pc:sldMk cId="1383156555" sldId="570"/>
            <ac:picMk id="5" creationId="{9C98FA5B-1700-AC2B-6AEE-DDF8E33F6AFC}"/>
          </ac:picMkLst>
        </pc:picChg>
      </pc:sldChg>
      <pc:sldChg chg="del">
        <pc:chgData name="Arnaldo Satoru Gunzi" userId="41a30d14-40e4-4cae-bd0a-ce9e51e34c46" providerId="ADAL" clId="{E8F18C8F-220C-4ED6-B86F-1F047FF6FC1D}" dt="2024-06-08T17:44:16.072" v="5" actId="47"/>
        <pc:sldMkLst>
          <pc:docMk/>
          <pc:sldMk cId="3277534952" sldId="570"/>
        </pc:sldMkLst>
      </pc:sldChg>
      <pc:sldChg chg="addSp modSp add mod">
        <pc:chgData name="Arnaldo Satoru Gunzi" userId="41a30d14-40e4-4cae-bd0a-ce9e51e34c46" providerId="ADAL" clId="{E8F18C8F-220C-4ED6-B86F-1F047FF6FC1D}" dt="2024-06-09T11:45:18.291" v="1071" actId="14100"/>
        <pc:sldMkLst>
          <pc:docMk/>
          <pc:sldMk cId="1429235477" sldId="571"/>
        </pc:sldMkLst>
        <pc:spChg chg="mod">
          <ac:chgData name="Arnaldo Satoru Gunzi" userId="41a30d14-40e4-4cae-bd0a-ce9e51e34c46" providerId="ADAL" clId="{E8F18C8F-220C-4ED6-B86F-1F047FF6FC1D}" dt="2024-06-09T11:45:10.950" v="1069" actId="20577"/>
          <ac:spMkLst>
            <pc:docMk/>
            <pc:sldMk cId="1429235477" sldId="571"/>
            <ac:spMk id="3" creationId="{8435EA95-261F-EA47-137E-EB7B7F7147B7}"/>
          </ac:spMkLst>
        </pc:spChg>
        <pc:spChg chg="add mod">
          <ac:chgData name="Arnaldo Satoru Gunzi" userId="41a30d14-40e4-4cae-bd0a-ce9e51e34c46" providerId="ADAL" clId="{E8F18C8F-220C-4ED6-B86F-1F047FF6FC1D}" dt="2024-06-09T11:45:18.291" v="1071" actId="14100"/>
          <ac:spMkLst>
            <pc:docMk/>
            <pc:sldMk cId="1429235477" sldId="571"/>
            <ac:spMk id="8" creationId="{8A787BC8-9802-0F76-CB7E-26E2EFC48CF2}"/>
          </ac:spMkLst>
        </pc:spChg>
        <pc:picChg chg="add mod">
          <ac:chgData name="Arnaldo Satoru Gunzi" userId="41a30d14-40e4-4cae-bd0a-ce9e51e34c46" providerId="ADAL" clId="{E8F18C8F-220C-4ED6-B86F-1F047FF6FC1D}" dt="2024-06-09T11:40:01.580" v="730" actId="1076"/>
          <ac:picMkLst>
            <pc:docMk/>
            <pc:sldMk cId="1429235477" sldId="571"/>
            <ac:picMk id="5" creationId="{EC21F502-CAB9-9A1B-68D8-8E39803D960F}"/>
          </ac:picMkLst>
        </pc:picChg>
      </pc:sldChg>
      <pc:sldChg chg="del">
        <pc:chgData name="Arnaldo Satoru Gunzi" userId="41a30d14-40e4-4cae-bd0a-ce9e51e34c46" providerId="ADAL" clId="{E8F18C8F-220C-4ED6-B86F-1F047FF6FC1D}" dt="2024-06-08T17:44:16.072" v="5" actId="47"/>
        <pc:sldMkLst>
          <pc:docMk/>
          <pc:sldMk cId="3699735661" sldId="571"/>
        </pc:sldMkLst>
      </pc:sldChg>
      <pc:sldChg chg="modSp add mod">
        <pc:chgData name="Arnaldo Satoru Gunzi" userId="41a30d14-40e4-4cae-bd0a-ce9e51e34c46" providerId="ADAL" clId="{E8F18C8F-220C-4ED6-B86F-1F047FF6FC1D}" dt="2024-06-09T11:41:29.001" v="981" actId="1076"/>
        <pc:sldMkLst>
          <pc:docMk/>
          <pc:sldMk cId="491182509" sldId="572"/>
        </pc:sldMkLst>
        <pc:spChg chg="mod">
          <ac:chgData name="Arnaldo Satoru Gunzi" userId="41a30d14-40e4-4cae-bd0a-ce9e51e34c46" providerId="ADAL" clId="{E8F18C8F-220C-4ED6-B86F-1F047FF6FC1D}" dt="2024-06-09T11:41:29.001" v="981" actId="1076"/>
          <ac:spMkLst>
            <pc:docMk/>
            <pc:sldMk cId="491182509" sldId="572"/>
            <ac:spMk id="3" creationId="{8435EA95-261F-EA47-137E-EB7B7F7147B7}"/>
          </ac:spMkLst>
        </pc:spChg>
      </pc:sldChg>
      <pc:sldChg chg="del">
        <pc:chgData name="Arnaldo Satoru Gunzi" userId="41a30d14-40e4-4cae-bd0a-ce9e51e34c46" providerId="ADAL" clId="{E8F18C8F-220C-4ED6-B86F-1F047FF6FC1D}" dt="2024-06-08T17:44:22.411" v="7" actId="47"/>
        <pc:sldMkLst>
          <pc:docMk/>
          <pc:sldMk cId="1161538080" sldId="572"/>
        </pc:sldMkLst>
      </pc:sldChg>
      <pc:sldChg chg="addSp delSp modSp add mod">
        <pc:chgData name="Arnaldo Satoru Gunzi" userId="41a30d14-40e4-4cae-bd0a-ce9e51e34c46" providerId="ADAL" clId="{E8F18C8F-220C-4ED6-B86F-1F047FF6FC1D}" dt="2024-06-09T11:44:10.449" v="1067" actId="14100"/>
        <pc:sldMkLst>
          <pc:docMk/>
          <pc:sldMk cId="805630193" sldId="573"/>
        </pc:sldMkLst>
        <pc:spChg chg="add mod">
          <ac:chgData name="Arnaldo Satoru Gunzi" userId="41a30d14-40e4-4cae-bd0a-ce9e51e34c46" providerId="ADAL" clId="{E8F18C8F-220C-4ED6-B86F-1F047FF6FC1D}" dt="2024-06-09T11:42:22.681" v="997" actId="14100"/>
          <ac:spMkLst>
            <pc:docMk/>
            <pc:sldMk cId="805630193" sldId="573"/>
            <ac:spMk id="2" creationId="{1E03D382-87D9-8FD4-E2A5-4074B2AE5E90}"/>
          </ac:spMkLst>
        </pc:spChg>
        <pc:spChg chg="add del mod">
          <ac:chgData name="Arnaldo Satoru Gunzi" userId="41a30d14-40e4-4cae-bd0a-ce9e51e34c46" providerId="ADAL" clId="{E8F18C8F-220C-4ED6-B86F-1F047FF6FC1D}" dt="2024-06-09T11:41:54.274" v="989" actId="478"/>
          <ac:spMkLst>
            <pc:docMk/>
            <pc:sldMk cId="805630193" sldId="573"/>
            <ac:spMk id="3" creationId="{8435EA95-261F-EA47-137E-EB7B7F7147B7}"/>
          </ac:spMkLst>
        </pc:spChg>
        <pc:spChg chg="add mod">
          <ac:chgData name="Arnaldo Satoru Gunzi" userId="41a30d14-40e4-4cae-bd0a-ce9e51e34c46" providerId="ADAL" clId="{E8F18C8F-220C-4ED6-B86F-1F047FF6FC1D}" dt="2024-06-09T11:43:28.074" v="1041" actId="1076"/>
          <ac:spMkLst>
            <pc:docMk/>
            <pc:sldMk cId="805630193" sldId="573"/>
            <ac:spMk id="5" creationId="{35856A23-8A1D-457E-EB36-1C7D0D722A8B}"/>
          </ac:spMkLst>
        </pc:spChg>
        <pc:spChg chg="add mod">
          <ac:chgData name="Arnaldo Satoru Gunzi" userId="41a30d14-40e4-4cae-bd0a-ce9e51e34c46" providerId="ADAL" clId="{E8F18C8F-220C-4ED6-B86F-1F047FF6FC1D}" dt="2024-06-09T11:42:37.263" v="1019" actId="20577"/>
          <ac:spMkLst>
            <pc:docMk/>
            <pc:sldMk cId="805630193" sldId="573"/>
            <ac:spMk id="6" creationId="{F0DB02D1-E3CD-C460-DFCA-15717EFD510E}"/>
          </ac:spMkLst>
        </pc:spChg>
        <pc:spChg chg="add mod">
          <ac:chgData name="Arnaldo Satoru Gunzi" userId="41a30d14-40e4-4cae-bd0a-ce9e51e34c46" providerId="ADAL" clId="{E8F18C8F-220C-4ED6-B86F-1F047FF6FC1D}" dt="2024-06-09T11:42:58.402" v="1029" actId="1076"/>
          <ac:spMkLst>
            <pc:docMk/>
            <pc:sldMk cId="805630193" sldId="573"/>
            <ac:spMk id="8" creationId="{EE9CFF33-5F1B-7BCE-2FEF-B8ADFEFB2E0A}"/>
          </ac:spMkLst>
        </pc:spChg>
        <pc:spChg chg="add mod">
          <ac:chgData name="Arnaldo Satoru Gunzi" userId="41a30d14-40e4-4cae-bd0a-ce9e51e34c46" providerId="ADAL" clId="{E8F18C8F-220C-4ED6-B86F-1F047FF6FC1D}" dt="2024-06-09T11:42:52.316" v="1028" actId="1076"/>
          <ac:spMkLst>
            <pc:docMk/>
            <pc:sldMk cId="805630193" sldId="573"/>
            <ac:spMk id="9" creationId="{2528F4DB-0E3D-FE39-ED45-1C0E5525A42A}"/>
          </ac:spMkLst>
        </pc:spChg>
        <pc:spChg chg="add mod">
          <ac:chgData name="Arnaldo Satoru Gunzi" userId="41a30d14-40e4-4cae-bd0a-ce9e51e34c46" providerId="ADAL" clId="{E8F18C8F-220C-4ED6-B86F-1F047FF6FC1D}" dt="2024-06-09T11:42:50.744" v="1027" actId="1076"/>
          <ac:spMkLst>
            <pc:docMk/>
            <pc:sldMk cId="805630193" sldId="573"/>
            <ac:spMk id="10" creationId="{09127A5A-62B0-C65D-ABCD-46C3C4B48410}"/>
          </ac:spMkLst>
        </pc:spChg>
        <pc:spChg chg="add del mod">
          <ac:chgData name="Arnaldo Satoru Gunzi" userId="41a30d14-40e4-4cae-bd0a-ce9e51e34c46" providerId="ADAL" clId="{E8F18C8F-220C-4ED6-B86F-1F047FF6FC1D}" dt="2024-06-09T11:43:16.592" v="1036" actId="478"/>
          <ac:spMkLst>
            <pc:docMk/>
            <pc:sldMk cId="805630193" sldId="573"/>
            <ac:spMk id="11" creationId="{754AFAC1-87C5-3C45-09CE-F28165EF3B22}"/>
          </ac:spMkLst>
        </pc:spChg>
        <pc:spChg chg="add mod">
          <ac:chgData name="Arnaldo Satoru Gunzi" userId="41a30d14-40e4-4cae-bd0a-ce9e51e34c46" providerId="ADAL" clId="{E8F18C8F-220C-4ED6-B86F-1F047FF6FC1D}" dt="2024-06-09T11:43:13.698" v="1035" actId="1076"/>
          <ac:spMkLst>
            <pc:docMk/>
            <pc:sldMk cId="805630193" sldId="573"/>
            <ac:spMk id="12" creationId="{D9643626-D15D-341F-42A7-205D43814D1D}"/>
          </ac:spMkLst>
        </pc:spChg>
        <pc:cxnChg chg="add mod">
          <ac:chgData name="Arnaldo Satoru Gunzi" userId="41a30d14-40e4-4cae-bd0a-ce9e51e34c46" providerId="ADAL" clId="{E8F18C8F-220C-4ED6-B86F-1F047FF6FC1D}" dt="2024-06-09T11:43:31.245" v="1043" actId="13822"/>
          <ac:cxnSpMkLst>
            <pc:docMk/>
            <pc:sldMk cId="805630193" sldId="573"/>
            <ac:cxnSpMk id="14" creationId="{13C0DABF-DF31-5AEA-46FC-9017B8B85344}"/>
          </ac:cxnSpMkLst>
        </pc:cxnChg>
        <pc:cxnChg chg="add mod">
          <ac:chgData name="Arnaldo Satoru Gunzi" userId="41a30d14-40e4-4cae-bd0a-ce9e51e34c46" providerId="ADAL" clId="{E8F18C8F-220C-4ED6-B86F-1F047FF6FC1D}" dt="2024-06-09T11:43:35.888" v="1046" actId="14100"/>
          <ac:cxnSpMkLst>
            <pc:docMk/>
            <pc:sldMk cId="805630193" sldId="573"/>
            <ac:cxnSpMk id="17" creationId="{F89189EE-E906-06A7-1DEA-2967CA55B30D}"/>
          </ac:cxnSpMkLst>
        </pc:cxnChg>
        <pc:cxnChg chg="add mod">
          <ac:chgData name="Arnaldo Satoru Gunzi" userId="41a30d14-40e4-4cae-bd0a-ce9e51e34c46" providerId="ADAL" clId="{E8F18C8F-220C-4ED6-B86F-1F047FF6FC1D}" dt="2024-06-09T11:43:41.913" v="1050" actId="14100"/>
          <ac:cxnSpMkLst>
            <pc:docMk/>
            <pc:sldMk cId="805630193" sldId="573"/>
            <ac:cxnSpMk id="20" creationId="{BBE6D7EB-426A-5C99-38BB-236D6A64F429}"/>
          </ac:cxnSpMkLst>
        </pc:cxnChg>
        <pc:cxnChg chg="add mod">
          <ac:chgData name="Arnaldo Satoru Gunzi" userId="41a30d14-40e4-4cae-bd0a-ce9e51e34c46" providerId="ADAL" clId="{E8F18C8F-220C-4ED6-B86F-1F047FF6FC1D}" dt="2024-06-09T11:43:46.546" v="1053" actId="14100"/>
          <ac:cxnSpMkLst>
            <pc:docMk/>
            <pc:sldMk cId="805630193" sldId="573"/>
            <ac:cxnSpMk id="23" creationId="{E24D819B-B27C-AE3F-7F3C-59EFE2BDEBD9}"/>
          </ac:cxnSpMkLst>
        </pc:cxnChg>
        <pc:cxnChg chg="add mod">
          <ac:chgData name="Arnaldo Satoru Gunzi" userId="41a30d14-40e4-4cae-bd0a-ce9e51e34c46" providerId="ADAL" clId="{E8F18C8F-220C-4ED6-B86F-1F047FF6FC1D}" dt="2024-06-09T11:43:53.898" v="1057" actId="14100"/>
          <ac:cxnSpMkLst>
            <pc:docMk/>
            <pc:sldMk cId="805630193" sldId="573"/>
            <ac:cxnSpMk id="26" creationId="{E364452A-E7E2-1BA8-2AE6-9C6F9EF8B498}"/>
          </ac:cxnSpMkLst>
        </pc:cxnChg>
        <pc:cxnChg chg="add mod">
          <ac:chgData name="Arnaldo Satoru Gunzi" userId="41a30d14-40e4-4cae-bd0a-ce9e51e34c46" providerId="ADAL" clId="{E8F18C8F-220C-4ED6-B86F-1F047FF6FC1D}" dt="2024-06-09T11:43:59.306" v="1060" actId="14100"/>
          <ac:cxnSpMkLst>
            <pc:docMk/>
            <pc:sldMk cId="805630193" sldId="573"/>
            <ac:cxnSpMk id="29" creationId="{6BA26E90-C42F-CEB2-4E16-8E611147FE5D}"/>
          </ac:cxnSpMkLst>
        </pc:cxnChg>
        <pc:cxnChg chg="add mod">
          <ac:chgData name="Arnaldo Satoru Gunzi" userId="41a30d14-40e4-4cae-bd0a-ce9e51e34c46" providerId="ADAL" clId="{E8F18C8F-220C-4ED6-B86F-1F047FF6FC1D}" dt="2024-06-09T11:44:05.522" v="1064" actId="14100"/>
          <ac:cxnSpMkLst>
            <pc:docMk/>
            <pc:sldMk cId="805630193" sldId="573"/>
            <ac:cxnSpMk id="32" creationId="{3D9C8E8F-1FB1-E602-B87A-09CCE3125F2D}"/>
          </ac:cxnSpMkLst>
        </pc:cxnChg>
        <pc:cxnChg chg="add mod">
          <ac:chgData name="Arnaldo Satoru Gunzi" userId="41a30d14-40e4-4cae-bd0a-ce9e51e34c46" providerId="ADAL" clId="{E8F18C8F-220C-4ED6-B86F-1F047FF6FC1D}" dt="2024-06-09T11:44:10.449" v="1067" actId="14100"/>
          <ac:cxnSpMkLst>
            <pc:docMk/>
            <pc:sldMk cId="805630193" sldId="573"/>
            <ac:cxnSpMk id="35" creationId="{21EDF378-F4B6-70D6-47CA-04D2B549E392}"/>
          </ac:cxnSpMkLst>
        </pc:cxnChg>
      </pc:sldChg>
      <pc:sldChg chg="del">
        <pc:chgData name="Arnaldo Satoru Gunzi" userId="41a30d14-40e4-4cae-bd0a-ce9e51e34c46" providerId="ADAL" clId="{E8F18C8F-220C-4ED6-B86F-1F047FF6FC1D}" dt="2024-06-08T17:44:22.411" v="7" actId="47"/>
        <pc:sldMkLst>
          <pc:docMk/>
          <pc:sldMk cId="3411662195" sldId="573"/>
        </pc:sldMkLst>
      </pc:sldChg>
      <pc:sldChg chg="delSp modSp add mod delAnim">
        <pc:chgData name="Arnaldo Satoru Gunzi" userId="41a30d14-40e4-4cae-bd0a-ce9e51e34c46" providerId="ADAL" clId="{E8F18C8F-220C-4ED6-B86F-1F047FF6FC1D}" dt="2024-06-09T11:46:34.834" v="1112" actId="1076"/>
        <pc:sldMkLst>
          <pc:docMk/>
          <pc:sldMk cId="2589856483" sldId="574"/>
        </pc:sldMkLst>
        <pc:spChg chg="mod">
          <ac:chgData name="Arnaldo Satoru Gunzi" userId="41a30d14-40e4-4cae-bd0a-ce9e51e34c46" providerId="ADAL" clId="{E8F18C8F-220C-4ED6-B86F-1F047FF6FC1D}" dt="2024-06-09T11:46:34.834" v="1112" actId="1076"/>
          <ac:spMkLst>
            <pc:docMk/>
            <pc:sldMk cId="2589856483" sldId="574"/>
            <ac:spMk id="2" creationId="{4591C293-9D87-C39D-C9CF-0EA12A6A9510}"/>
          </ac:spMkLst>
        </pc:spChg>
        <pc:spChg chg="del">
          <ac:chgData name="Arnaldo Satoru Gunzi" userId="41a30d14-40e4-4cae-bd0a-ce9e51e34c46" providerId="ADAL" clId="{E8F18C8F-220C-4ED6-B86F-1F047FF6FC1D}" dt="2024-06-09T11:46:20.460" v="1073" actId="478"/>
          <ac:spMkLst>
            <pc:docMk/>
            <pc:sldMk cId="2589856483" sldId="574"/>
            <ac:spMk id="5" creationId="{F9ADB4BA-3444-57EC-A666-4B61B7A2BE54}"/>
          </ac:spMkLst>
        </pc:spChg>
        <pc:spChg chg="del">
          <ac:chgData name="Arnaldo Satoru Gunzi" userId="41a30d14-40e4-4cae-bd0a-ce9e51e34c46" providerId="ADAL" clId="{E8F18C8F-220C-4ED6-B86F-1F047FF6FC1D}" dt="2024-06-09T11:46:20.460" v="1073" actId="478"/>
          <ac:spMkLst>
            <pc:docMk/>
            <pc:sldMk cId="2589856483" sldId="574"/>
            <ac:spMk id="9" creationId="{1DAB79FE-426A-10E0-0CE7-782696F81766}"/>
          </ac:spMkLst>
        </pc:spChg>
        <pc:picChg chg="del">
          <ac:chgData name="Arnaldo Satoru Gunzi" userId="41a30d14-40e4-4cae-bd0a-ce9e51e34c46" providerId="ADAL" clId="{E8F18C8F-220C-4ED6-B86F-1F047FF6FC1D}" dt="2024-06-09T11:46:20.460" v="1073" actId="478"/>
          <ac:picMkLst>
            <pc:docMk/>
            <pc:sldMk cId="2589856483" sldId="574"/>
            <ac:picMk id="11" creationId="{2C30F0F9-9267-BDD5-0AC9-2813B36BD526}"/>
          </ac:picMkLst>
        </pc:picChg>
      </pc:sldChg>
      <pc:sldChg chg="del">
        <pc:chgData name="Arnaldo Satoru Gunzi" userId="41a30d14-40e4-4cae-bd0a-ce9e51e34c46" providerId="ADAL" clId="{E8F18C8F-220C-4ED6-B86F-1F047FF6FC1D}" dt="2024-06-08T17:44:22.411" v="7" actId="47"/>
        <pc:sldMkLst>
          <pc:docMk/>
          <pc:sldMk cId="3159322364" sldId="574"/>
        </pc:sldMkLst>
      </pc:sldChg>
      <pc:sldChg chg="del">
        <pc:chgData name="Arnaldo Satoru Gunzi" userId="41a30d14-40e4-4cae-bd0a-ce9e51e34c46" providerId="ADAL" clId="{E8F18C8F-220C-4ED6-B86F-1F047FF6FC1D}" dt="2024-06-08T17:44:08.216" v="3" actId="47"/>
        <pc:sldMkLst>
          <pc:docMk/>
          <pc:sldMk cId="227117119" sldId="575"/>
        </pc:sldMkLst>
      </pc:sldChg>
      <pc:sldChg chg="del">
        <pc:chgData name="Arnaldo Satoru Gunzi" userId="41a30d14-40e4-4cae-bd0a-ce9e51e34c46" providerId="ADAL" clId="{E8F18C8F-220C-4ED6-B86F-1F047FF6FC1D}" dt="2024-06-08T17:44:08.216" v="3" actId="47"/>
        <pc:sldMkLst>
          <pc:docMk/>
          <pc:sldMk cId="1820887784" sldId="576"/>
        </pc:sldMkLst>
      </pc:sldChg>
      <pc:sldChg chg="del">
        <pc:chgData name="Arnaldo Satoru Gunzi" userId="41a30d14-40e4-4cae-bd0a-ce9e51e34c46" providerId="ADAL" clId="{E8F18C8F-220C-4ED6-B86F-1F047FF6FC1D}" dt="2024-06-08T17:44:19.646" v="6" actId="47"/>
        <pc:sldMkLst>
          <pc:docMk/>
          <pc:sldMk cId="4161540902" sldId="578"/>
        </pc:sldMkLst>
      </pc:sldChg>
      <pc:sldMasterChg chg="delSldLayout">
        <pc:chgData name="Arnaldo Satoru Gunzi" userId="41a30d14-40e4-4cae-bd0a-ce9e51e34c46" providerId="ADAL" clId="{E8F18C8F-220C-4ED6-B86F-1F047FF6FC1D}" dt="2024-06-08T17:44:22.411" v="7" actId="47"/>
        <pc:sldMasterMkLst>
          <pc:docMk/>
          <pc:sldMasterMk cId="2931398619" sldId="2147483660"/>
        </pc:sldMasterMkLst>
        <pc:sldLayoutChg chg="del">
          <pc:chgData name="Arnaldo Satoru Gunzi" userId="41a30d14-40e4-4cae-bd0a-ce9e51e34c46" providerId="ADAL" clId="{E8F18C8F-220C-4ED6-B86F-1F047FF6FC1D}" dt="2024-06-08T17:44:22.411" v="7" actId="47"/>
          <pc:sldLayoutMkLst>
            <pc:docMk/>
            <pc:sldMasterMk cId="2931398619" sldId="2147483660"/>
            <pc:sldLayoutMk cId="489507201" sldId="2147483691"/>
          </pc:sldLayoutMkLst>
        </pc:sldLayoutChg>
      </pc:sldMasterChg>
    </pc:docChg>
  </pc:docChgLst>
  <pc:docChgLst>
    <pc:chgData name="Arnaldo Satoru Gunzi" userId="41a30d14-40e4-4cae-bd0a-ce9e51e34c46" providerId="ADAL" clId="{CDBA1296-79E9-4519-9DF4-5FB7156F07BB}"/>
    <pc:docChg chg="undo redo custSel addSld delSld modSld">
      <pc:chgData name="Arnaldo Satoru Gunzi" userId="41a30d14-40e4-4cae-bd0a-ce9e51e34c46" providerId="ADAL" clId="{CDBA1296-79E9-4519-9DF4-5FB7156F07BB}" dt="2023-10-03T11:31:01.749" v="5501" actId="114"/>
      <pc:docMkLst>
        <pc:docMk/>
      </pc:docMkLst>
      <pc:sldChg chg="addSp delSp modSp mod">
        <pc:chgData name="Arnaldo Satoru Gunzi" userId="41a30d14-40e4-4cae-bd0a-ce9e51e34c46" providerId="ADAL" clId="{CDBA1296-79E9-4519-9DF4-5FB7156F07BB}" dt="2023-10-01T08:48:09.651" v="302" actId="1076"/>
        <pc:sldMkLst>
          <pc:docMk/>
          <pc:sldMk cId="0" sldId="256"/>
        </pc:sldMkLst>
        <pc:spChg chg="add del mod">
          <ac:chgData name="Arnaldo Satoru Gunzi" userId="41a30d14-40e4-4cae-bd0a-ce9e51e34c46" providerId="ADAL" clId="{CDBA1296-79E9-4519-9DF4-5FB7156F07BB}" dt="2023-09-27T06:25:35.939" v="50" actId="478"/>
          <ac:spMkLst>
            <pc:docMk/>
            <pc:sldMk cId="0" sldId="256"/>
            <ac:spMk id="3" creationId="{E025444A-AE80-9ECE-34CD-31F7BF88D60F}"/>
          </ac:spMkLst>
        </pc:spChg>
        <pc:spChg chg="mod">
          <ac:chgData name="Arnaldo Satoru Gunzi" userId="41a30d14-40e4-4cae-bd0a-ce9e51e34c46" providerId="ADAL" clId="{CDBA1296-79E9-4519-9DF4-5FB7156F07BB}" dt="2023-09-27T06:25:44.295" v="78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rnaldo Satoru Gunzi" userId="41a30d14-40e4-4cae-bd0a-ce9e51e34c46" providerId="ADAL" clId="{CDBA1296-79E9-4519-9DF4-5FB7156F07BB}" dt="2023-10-01T08:48:03.041" v="300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rnaldo Satoru Gunzi" userId="41a30d14-40e4-4cae-bd0a-ce9e51e34c46" providerId="ADAL" clId="{CDBA1296-79E9-4519-9DF4-5FB7156F07BB}" dt="2023-10-01T08:48:09.651" v="302" actId="1076"/>
          <ac:spMkLst>
            <pc:docMk/>
            <pc:sldMk cId="0" sldId="256"/>
            <ac:spMk id="8" creationId="{00000000-0000-0000-0000-000000000000}"/>
          </ac:spMkLst>
        </pc:spChg>
        <pc:spChg chg="del">
          <ac:chgData name="Arnaldo Satoru Gunzi" userId="41a30d14-40e4-4cae-bd0a-ce9e51e34c46" providerId="ADAL" clId="{CDBA1296-79E9-4519-9DF4-5FB7156F07BB}" dt="2023-09-27T06:25:32.405" v="49" actId="478"/>
          <ac:spMkLst>
            <pc:docMk/>
            <pc:sldMk cId="0" sldId="256"/>
            <ac:spMk id="9" creationId="{00000000-0000-0000-0000-000000000000}"/>
          </ac:spMkLst>
        </pc:spChg>
      </pc:sldChg>
      <pc:sldChg chg="addSp delSp modSp mod">
        <pc:chgData name="Arnaldo Satoru Gunzi" userId="41a30d14-40e4-4cae-bd0a-ce9e51e34c46" providerId="ADAL" clId="{CDBA1296-79E9-4519-9DF4-5FB7156F07BB}" dt="2023-10-01T09:05:41.456" v="588" actId="113"/>
        <pc:sldMkLst>
          <pc:docMk/>
          <pc:sldMk cId="2765506580" sldId="261"/>
        </pc:sldMkLst>
        <pc:spChg chg="add mod">
          <ac:chgData name="Arnaldo Satoru Gunzi" userId="41a30d14-40e4-4cae-bd0a-ce9e51e34c46" providerId="ADAL" clId="{CDBA1296-79E9-4519-9DF4-5FB7156F07BB}" dt="2023-10-01T09:05:41.456" v="588" actId="113"/>
          <ac:spMkLst>
            <pc:docMk/>
            <pc:sldMk cId="2765506580" sldId="261"/>
            <ac:spMk id="2" creationId="{4591C293-9D87-C39D-C9CF-0EA12A6A9510}"/>
          </ac:spMkLst>
        </pc:spChg>
        <pc:spChg chg="del">
          <ac:chgData name="Arnaldo Satoru Gunzi" userId="41a30d14-40e4-4cae-bd0a-ce9e51e34c46" providerId="ADAL" clId="{CDBA1296-79E9-4519-9DF4-5FB7156F07BB}" dt="2023-09-27T06:29:22.984" v="115" actId="478"/>
          <ac:spMkLst>
            <pc:docMk/>
            <pc:sldMk cId="2765506580" sldId="261"/>
            <ac:spMk id="2" creationId="{CDA98798-203A-4C36-A690-D7DB3F4EE844}"/>
          </ac:spMkLst>
        </pc:spChg>
        <pc:spChg chg="mod">
          <ac:chgData name="Arnaldo Satoru Gunzi" userId="41a30d14-40e4-4cae-bd0a-ce9e51e34c46" providerId="ADAL" clId="{CDBA1296-79E9-4519-9DF4-5FB7156F07BB}" dt="2023-09-27T06:26:18.248" v="104" actId="20577"/>
          <ac:spMkLst>
            <pc:docMk/>
            <pc:sldMk cId="2765506580" sldId="261"/>
            <ac:spMk id="3" creationId="{6711D756-6641-F254-AADE-C1765DE7D80C}"/>
          </ac:spMkLst>
        </pc:spChg>
        <pc:spChg chg="add del">
          <ac:chgData name="Arnaldo Satoru Gunzi" userId="41a30d14-40e4-4cae-bd0a-ce9e51e34c46" providerId="ADAL" clId="{CDBA1296-79E9-4519-9DF4-5FB7156F07BB}" dt="2023-10-01T08:59:37.933" v="561"/>
          <ac:spMkLst>
            <pc:docMk/>
            <pc:sldMk cId="2765506580" sldId="261"/>
            <ac:spMk id="4" creationId="{FB7D3BE2-D85F-EFF5-C1A0-DC1662B4C804}"/>
          </ac:spMkLst>
        </pc:spChg>
        <pc:spChg chg="del mod">
          <ac:chgData name="Arnaldo Satoru Gunzi" userId="41a30d14-40e4-4cae-bd0a-ce9e51e34c46" providerId="ADAL" clId="{CDBA1296-79E9-4519-9DF4-5FB7156F07BB}" dt="2023-09-27T06:30:05.445" v="162" actId="478"/>
          <ac:spMkLst>
            <pc:docMk/>
            <pc:sldMk cId="2765506580" sldId="261"/>
            <ac:spMk id="6" creationId="{81CE388F-2822-8A4F-B2FC-5BFDC083B644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8" creationId="{7BCC5ECA-E81E-F5D3-B11A-4E125550534A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9" creationId="{1668C511-7F64-AA8F-C932-EB1900F7C486}"/>
          </ac:spMkLst>
        </pc:spChg>
        <pc:spChg chg="add mod">
          <ac:chgData name="Arnaldo Satoru Gunzi" userId="41a30d14-40e4-4cae-bd0a-ce9e51e34c46" providerId="ADAL" clId="{CDBA1296-79E9-4519-9DF4-5FB7156F07BB}" dt="2023-10-01T09:02:22.527" v="577" actId="20577"/>
          <ac:spMkLst>
            <pc:docMk/>
            <pc:sldMk cId="2765506580" sldId="261"/>
            <ac:spMk id="9" creationId="{1DAB79FE-426A-10E0-0CE7-782696F81766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10" creationId="{803180A9-F6E7-6E66-3DA1-CC001EA50443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11" creationId="{74D3E65B-C027-5087-16B5-36DEBDFFCA3A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12" creationId="{19E1143E-4F50-A17F-FC46-E3D81D85359D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13" creationId="{3F5E7D14-34C3-FCF6-38AA-7DDA4A8EA9B2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14" creationId="{9546A780-CAAF-F0C4-F192-F2E3C1DBA3E3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15" creationId="{F8C2903E-79CC-6730-F93D-B17A11D3F942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16" creationId="{176A0086-6167-179A-34A1-FE77B0A8BA37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17" creationId="{DC80103E-6C68-E45A-5D77-9F9DD35A635F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18" creationId="{A080C97B-DC82-379D-5FE8-A75E3468A5E3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19" creationId="{F6B10D5B-BCB1-B4CB-E3BC-3D4A71E217F6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20" creationId="{8D456D49-605B-226F-FC96-AACF8A2E68C6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21" creationId="{E5198EC8-0C1F-4292-D2DE-1F4AD33565CF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22" creationId="{7CDD4C1E-AEBB-A0D9-D5E4-DA6BDD937903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23" creationId="{0DE52C6B-B4E2-5D69-CC45-EF7E30A38F36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24" creationId="{04D5EC08-E16A-958E-D969-9868BD1347B6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25" creationId="{6839ED70-6397-D384-5B02-BC827E22FF32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26" creationId="{759CB8AA-2CB7-4E75-74F4-4A8E13AF9A9E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27" creationId="{7659AA27-A711-ADEE-FA2B-D137AE29A166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49" creationId="{16FF70A6-ED4A-F1F5-5DA6-9F22DEA85411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50" creationId="{B9F60739-F6D6-B42E-3A9C-5FAE43D747D1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51" creationId="{AAEDC5F3-3782-A6EB-06D4-AF3724C38391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52" creationId="{090C3A23-50FE-6537-1C22-446FE7CA359D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53" creationId="{6BC1ACC3-5ABF-6F53-BAEC-CD4EC876A5E6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54" creationId="{D1CFF80C-6520-72CD-0F39-BFE416035E65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55" creationId="{8798CF29-3C57-0BE7-6830-4443BEFFEBD6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56" creationId="{000B95CF-700C-50C8-4267-058A7147C62C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57" creationId="{85ABCCBC-8BAC-87CC-6C3D-D7200CBA5996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58" creationId="{9FB8ED1D-ACB5-87A8-36E4-BB80A4D4F3EB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59" creationId="{E39CD3BA-FA04-B21C-0B5B-317AC5634F43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60" creationId="{9F586390-6F6F-8ABA-A16B-FCD38C6F5D6E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61" creationId="{AE6A8555-CE4D-E3D5-742F-1409F97F3BE5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62" creationId="{A3AE7B5A-AB4E-2620-F0ED-DCC8FEF989F0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63" creationId="{3817FD3D-45D2-F4F5-4385-AB2A559FAB2D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64" creationId="{8532C1CD-06F2-8AEE-8629-8C50907C9E59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65" creationId="{3B353B89-F4FE-F518-52EA-6C081CF18510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66" creationId="{4C74A618-225C-9B89-316F-544C5F44E8F3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67" creationId="{146BCA31-5718-4588-6477-0DFE8FF92A8F}"/>
          </ac:spMkLst>
        </pc:spChg>
        <pc:spChg chg="mod">
          <ac:chgData name="Arnaldo Satoru Gunzi" userId="41a30d14-40e4-4cae-bd0a-ce9e51e34c46" providerId="ADAL" clId="{CDBA1296-79E9-4519-9DF4-5FB7156F07BB}" dt="2023-09-27T06:29:01.301" v="105"/>
          <ac:spMkLst>
            <pc:docMk/>
            <pc:sldMk cId="2765506580" sldId="261"/>
            <ac:spMk id="68" creationId="{E7625B81-7739-BA77-E5D7-F1F0CC0B3541}"/>
          </ac:spMkLst>
        </pc:spChg>
        <pc:spChg chg="add del mod">
          <ac:chgData name="Arnaldo Satoru Gunzi" userId="41a30d14-40e4-4cae-bd0a-ce9e51e34c46" providerId="ADAL" clId="{CDBA1296-79E9-4519-9DF4-5FB7156F07BB}" dt="2023-09-27T06:30:08.560" v="164" actId="478"/>
          <ac:spMkLst>
            <pc:docMk/>
            <pc:sldMk cId="2765506580" sldId="261"/>
            <ac:spMk id="69" creationId="{4E1EB7D3-BC8D-7624-8903-BDF7403BFD34}"/>
          </ac:spMkLst>
        </pc:spChg>
        <pc:spChg chg="add del mod">
          <ac:chgData name="Arnaldo Satoru Gunzi" userId="41a30d14-40e4-4cae-bd0a-ce9e51e34c46" providerId="ADAL" clId="{CDBA1296-79E9-4519-9DF4-5FB7156F07BB}" dt="2023-09-27T06:29:24.810" v="116" actId="478"/>
          <ac:spMkLst>
            <pc:docMk/>
            <pc:sldMk cId="2765506580" sldId="261"/>
            <ac:spMk id="71" creationId="{A26E290C-115C-701B-7C20-3D9A7FB42BEC}"/>
          </ac:spMkLst>
        </pc:spChg>
        <pc:grpChg chg="add del mod">
          <ac:chgData name="Arnaldo Satoru Gunzi" userId="41a30d14-40e4-4cae-bd0a-ce9e51e34c46" providerId="ADAL" clId="{CDBA1296-79E9-4519-9DF4-5FB7156F07BB}" dt="2023-09-27T06:30:09.999" v="165" actId="478"/>
          <ac:grpSpMkLst>
            <pc:docMk/>
            <pc:sldMk cId="2765506580" sldId="261"/>
            <ac:grpSpMk id="4" creationId="{BB18633E-E061-DD9B-F027-AFE748CB40C7}"/>
          </ac:grpSpMkLst>
        </pc:grpChg>
        <pc:picChg chg="add del mod">
          <ac:chgData name="Arnaldo Satoru Gunzi" userId="41a30d14-40e4-4cae-bd0a-ce9e51e34c46" providerId="ADAL" clId="{CDBA1296-79E9-4519-9DF4-5FB7156F07BB}" dt="2023-10-01T09:05:14.924" v="582" actId="478"/>
          <ac:picMkLst>
            <pc:docMk/>
            <pc:sldMk cId="2765506580" sldId="261"/>
            <ac:picMk id="6" creationId="{06574F87-EF7C-A90F-5881-6A953A513975}"/>
          </ac:picMkLst>
        </pc:picChg>
        <pc:picChg chg="add mod">
          <ac:chgData name="Arnaldo Satoru Gunzi" userId="41a30d14-40e4-4cae-bd0a-ce9e51e34c46" providerId="ADAL" clId="{CDBA1296-79E9-4519-9DF4-5FB7156F07BB}" dt="2023-10-01T09:05:21.380" v="586" actId="1076"/>
          <ac:picMkLst>
            <pc:docMk/>
            <pc:sldMk cId="2765506580" sldId="261"/>
            <ac:picMk id="11" creationId="{2C30F0F9-9267-BDD5-0AC9-2813B36BD526}"/>
          </ac:picMkLst>
        </pc:pic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5" creationId="{1775D5C1-C70B-5228-2D38-7ECCC3AA9B20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28" creationId="{54C71D08-C544-48E8-DAD4-8906A74CC6F8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29" creationId="{D845AE7A-383C-1E96-3C28-6AB26C8C27E0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30" creationId="{5CBFF9B9-BCA4-B52B-29AD-6EA5F1E247CB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31" creationId="{8338AC45-2877-34C1-EEBE-0EA186F94E9A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32" creationId="{A0DA1585-C694-F32D-3557-FEB20609652E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33" creationId="{B7384238-104B-3075-C1D5-A84085A2AEF5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34" creationId="{6231888C-68B5-4190-E1B6-08D97C03849F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35" creationId="{ED45B2FF-0ADF-17BB-1A6D-1CB77E50338E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36" creationId="{AC82ECF4-397B-F37B-5D7B-324EDACAA657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37" creationId="{94D1B285-108E-15E9-C6DC-6B1C7607915B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38" creationId="{8F4074B5-DE46-8584-0A67-4C20A6B69F48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39" creationId="{31832CD0-4598-94E6-BD30-320B58D4BABD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40" creationId="{C0681B93-2337-678C-DEFC-3B80E71F47E3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41" creationId="{8500B28B-E333-EE48-5350-5A62E65F22AE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42" creationId="{4E79F8C7-1B36-8D92-BBC9-6BC7E8063A20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43" creationId="{8A574F95-0AE5-B69E-3283-E4B10DEFBD37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44" creationId="{76C50BF7-C987-281A-A503-C5E039E0160F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45" creationId="{88E11BC1-4152-EC3D-CF13-95AECA41AE84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46" creationId="{2AFE33D2-8CA8-EBF5-D814-9E8B22B1D8D4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47" creationId="{B8F42F05-CECD-0BC5-2338-FCA082C0A31B}"/>
          </ac:cxnSpMkLst>
        </pc:cxnChg>
        <pc:cxnChg chg="mod">
          <ac:chgData name="Arnaldo Satoru Gunzi" userId="41a30d14-40e4-4cae-bd0a-ce9e51e34c46" providerId="ADAL" clId="{CDBA1296-79E9-4519-9DF4-5FB7156F07BB}" dt="2023-09-27T06:29:01.301" v="105"/>
          <ac:cxnSpMkLst>
            <pc:docMk/>
            <pc:sldMk cId="2765506580" sldId="261"/>
            <ac:cxnSpMk id="48" creationId="{13A172DB-93C5-7D63-B0F0-B8B6EBFE913D}"/>
          </ac:cxnSpMkLst>
        </pc:cxnChg>
      </pc:sldChg>
      <pc:sldChg chg="addSp delSp modSp mod">
        <pc:chgData name="Arnaldo Satoru Gunzi" userId="41a30d14-40e4-4cae-bd0a-ce9e51e34c46" providerId="ADAL" clId="{CDBA1296-79E9-4519-9DF4-5FB7156F07BB}" dt="2023-09-27T06:33:18.305" v="263" actId="20577"/>
        <pc:sldMkLst>
          <pc:docMk/>
          <pc:sldMk cId="2510943921" sldId="264"/>
        </pc:sldMkLst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2" creationId="{D5D50146-EE5F-F945-15B4-60607FA6A5D5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3" creationId="{2783393E-07AE-E0A9-CADF-95A1365C95EA}"/>
          </ac:spMkLst>
        </pc:spChg>
        <pc:spChg chg="del">
          <ac:chgData name="Arnaldo Satoru Gunzi" userId="41a30d14-40e4-4cae-bd0a-ce9e51e34c46" providerId="ADAL" clId="{CDBA1296-79E9-4519-9DF4-5FB7156F07BB}" dt="2023-09-27T06:32:40.393" v="247" actId="478"/>
          <ac:spMkLst>
            <pc:docMk/>
            <pc:sldMk cId="2510943921" sldId="264"/>
            <ac:spMk id="5" creationId="{00000000-0000-0000-0000-000000000000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6" creationId="{192953AA-09E7-552C-D2FD-4C4DD00A768C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11" creationId="{C4F01E09-F0E6-4DAB-3742-EE99E4F85758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12" creationId="{7AAB9B9F-D1AC-63B9-C6D3-DB2B6949B270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16" creationId="{E76D85AF-E04D-6F7C-7B24-80A182982E19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17" creationId="{084AD060-4FAD-4A65-B261-F8507C6CC8C6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21" creationId="{4E3A974C-B4CE-F971-B173-B5026F911161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22" creationId="{4721FAB6-8484-9CD9-90F9-0B95D88F56CE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23" creationId="{4747F2E7-9DF5-F846-36EF-B096F5578089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24" creationId="{F591C190-632D-927D-E436-F5BF640E61B0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25" creationId="{B44F36F5-4E0C-1135-547F-1496CFC55061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26" creationId="{78DAEA4C-6EC0-C2CE-A105-58E4E02FC272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27" creationId="{9ADEFC92-7BA5-560D-2D1F-8E516E8D65A3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28" creationId="{860ACCD5-E86C-A36F-B150-684B70206ABA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29" creationId="{D7634265-FFD2-FDEF-C30D-E39B17F35D99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33" creationId="{85851B17-6E40-A0A0-8C9E-0DFF6D386D83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34" creationId="{DDBA61EF-E74C-8B97-226A-E91CC6955102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38" creationId="{58B9A193-EE55-55B5-9E1A-158EBC95BAAE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39" creationId="{1D09166A-618B-AF49-30F2-9931B901532B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40" creationId="{DC4196FD-BDF2-49FD-2988-34672AF0A352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41" creationId="{B828C228-2BDE-0C15-A167-6EF704BEEF8D}"/>
          </ac:spMkLst>
        </pc:spChg>
        <pc:spChg chg="add del mod">
          <ac:chgData name="Arnaldo Satoru Gunzi" userId="41a30d14-40e4-4cae-bd0a-ce9e51e34c46" providerId="ADAL" clId="{CDBA1296-79E9-4519-9DF4-5FB7156F07BB}" dt="2023-09-27T06:32:37.461" v="246"/>
          <ac:spMkLst>
            <pc:docMk/>
            <pc:sldMk cId="2510943921" sldId="264"/>
            <ac:spMk id="42" creationId="{D11EEEE2-44D9-63BE-B2E1-E9A0C1C9E484}"/>
          </ac:spMkLst>
        </pc:spChg>
        <pc:spChg chg="add mod">
          <ac:chgData name="Arnaldo Satoru Gunzi" userId="41a30d14-40e4-4cae-bd0a-ce9e51e34c46" providerId="ADAL" clId="{CDBA1296-79E9-4519-9DF4-5FB7156F07BB}" dt="2023-09-27T06:33:09.504" v="260" actId="1076"/>
          <ac:spMkLst>
            <pc:docMk/>
            <pc:sldMk cId="2510943921" sldId="264"/>
            <ac:spMk id="43" creationId="{2295B856-DECB-1FBE-9DDD-7E5CBC9C683D}"/>
          </ac:spMkLst>
        </pc:spChg>
        <pc:spChg chg="mod">
          <ac:chgData name="Arnaldo Satoru Gunzi" userId="41a30d14-40e4-4cae-bd0a-ce9e51e34c46" providerId="ADAL" clId="{CDBA1296-79E9-4519-9DF4-5FB7156F07BB}" dt="2023-09-27T06:32:59.896" v="257"/>
          <ac:spMkLst>
            <pc:docMk/>
            <pc:sldMk cId="2510943921" sldId="264"/>
            <ac:spMk id="45" creationId="{86A0C155-E0AD-E86B-A8A6-85F76B7AEE8C}"/>
          </ac:spMkLst>
        </pc:spChg>
        <pc:spChg chg="mod">
          <ac:chgData name="Arnaldo Satoru Gunzi" userId="41a30d14-40e4-4cae-bd0a-ce9e51e34c46" providerId="ADAL" clId="{CDBA1296-79E9-4519-9DF4-5FB7156F07BB}" dt="2023-09-27T06:32:59.896" v="257"/>
          <ac:spMkLst>
            <pc:docMk/>
            <pc:sldMk cId="2510943921" sldId="264"/>
            <ac:spMk id="46" creationId="{3ECC10C1-4934-719B-1036-F2A4AF3BB437}"/>
          </ac:spMkLst>
        </pc:spChg>
        <pc:spChg chg="mod">
          <ac:chgData name="Arnaldo Satoru Gunzi" userId="41a30d14-40e4-4cae-bd0a-ce9e51e34c46" providerId="ADAL" clId="{CDBA1296-79E9-4519-9DF4-5FB7156F07BB}" dt="2023-09-27T06:32:59.896" v="257"/>
          <ac:spMkLst>
            <pc:docMk/>
            <pc:sldMk cId="2510943921" sldId="264"/>
            <ac:spMk id="47" creationId="{E019D7D3-A606-1A48-C6A9-4193E6A1CDB3}"/>
          </ac:spMkLst>
        </pc:spChg>
        <pc:spChg chg="mod">
          <ac:chgData name="Arnaldo Satoru Gunzi" userId="41a30d14-40e4-4cae-bd0a-ce9e51e34c46" providerId="ADAL" clId="{CDBA1296-79E9-4519-9DF4-5FB7156F07BB}" dt="2023-09-27T06:33:18.305" v="263" actId="20577"/>
          <ac:spMkLst>
            <pc:docMk/>
            <pc:sldMk cId="2510943921" sldId="264"/>
            <ac:spMk id="48" creationId="{1F4ECDD1-B520-CE48-7662-C28F98CCDA66}"/>
          </ac:spMkLst>
        </pc:spChg>
        <pc:grpChg chg="add mod">
          <ac:chgData name="Arnaldo Satoru Gunzi" userId="41a30d14-40e4-4cae-bd0a-ce9e51e34c46" providerId="ADAL" clId="{CDBA1296-79E9-4519-9DF4-5FB7156F07BB}" dt="2023-09-27T06:33:15.010" v="262" actId="14100"/>
          <ac:grpSpMkLst>
            <pc:docMk/>
            <pc:sldMk cId="2510943921" sldId="264"/>
            <ac:grpSpMk id="44" creationId="{CA4F06B4-FBCA-3297-BAE8-B6F629DFA7CA}"/>
          </ac:grpSpMkLst>
        </pc:grp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8" creationId="{E6AB27F0-DE07-BB33-5309-96441505A316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9" creationId="{C670C48D-657C-79A0-C235-E9F6B9E53E3C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10" creationId="{F7D90669-2626-2FF4-1FEB-1B87F423BE73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13" creationId="{A502B50A-635B-7FF4-8035-ACFD29AA22F5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14" creationId="{A1662DE4-4F13-E12E-52C7-3001463C5FB6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15" creationId="{3531021B-10FC-433C-0343-7765E15DD1DE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18" creationId="{E9966292-4436-0266-11D1-F9869365E588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19" creationId="{5280583F-C8CC-E2B0-5084-476320E9B16D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20" creationId="{6536225F-5503-5D47-BE91-58916742FCD7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30" creationId="{1937F973-5D35-D03C-B582-44BA3CD4D16D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31" creationId="{6DC97E8F-32A4-3B18-E7C3-5FFE3F736DC6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32" creationId="{FF334744-1E71-8AE0-55D2-224D1DAE493E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35" creationId="{FE161C68-A15E-B841-3E81-AD3631464B6B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36" creationId="{5C4111EE-C368-E086-4016-9790C9A800F5}"/>
          </ac:cxnSpMkLst>
        </pc:cxnChg>
        <pc:cxnChg chg="add del mod">
          <ac:chgData name="Arnaldo Satoru Gunzi" userId="41a30d14-40e4-4cae-bd0a-ce9e51e34c46" providerId="ADAL" clId="{CDBA1296-79E9-4519-9DF4-5FB7156F07BB}" dt="2023-09-27T06:32:37.461" v="246"/>
          <ac:cxnSpMkLst>
            <pc:docMk/>
            <pc:sldMk cId="2510943921" sldId="264"/>
            <ac:cxnSpMk id="37" creationId="{F237FBA2-F1CC-26FF-58EE-F8C7D4C780F8}"/>
          </ac:cxnSpMkLst>
        </pc:cxnChg>
      </pc:sldChg>
      <pc:sldChg chg="modSp add mod">
        <pc:chgData name="Arnaldo Satoru Gunzi" userId="41a30d14-40e4-4cae-bd0a-ce9e51e34c46" providerId="ADAL" clId="{CDBA1296-79E9-4519-9DF4-5FB7156F07BB}" dt="2023-09-27T06:29:52.386" v="160" actId="6549"/>
        <pc:sldMkLst>
          <pc:docMk/>
          <pc:sldMk cId="1396271500" sldId="266"/>
        </pc:sldMkLst>
        <pc:spChg chg="mod">
          <ac:chgData name="Arnaldo Satoru Gunzi" userId="41a30d14-40e4-4cae-bd0a-ce9e51e34c46" providerId="ADAL" clId="{CDBA1296-79E9-4519-9DF4-5FB7156F07BB}" dt="2023-09-27T06:29:52.386" v="160" actId="6549"/>
          <ac:spMkLst>
            <pc:docMk/>
            <pc:sldMk cId="1396271500" sldId="266"/>
            <ac:spMk id="3" creationId="{6711D756-6641-F254-AADE-C1765DE7D80C}"/>
          </ac:spMkLst>
        </pc:spChg>
        <pc:grpChg chg="mod">
          <ac:chgData name="Arnaldo Satoru Gunzi" userId="41a30d14-40e4-4cae-bd0a-ce9e51e34c46" providerId="ADAL" clId="{CDBA1296-79E9-4519-9DF4-5FB7156F07BB}" dt="2023-09-27T06:29:44.844" v="143" actId="14100"/>
          <ac:grpSpMkLst>
            <pc:docMk/>
            <pc:sldMk cId="1396271500" sldId="266"/>
            <ac:grpSpMk id="4" creationId="{BB18633E-E061-DD9B-F027-AFE748CB40C7}"/>
          </ac:grpSpMkLst>
        </pc:grpChg>
      </pc:sldChg>
      <pc:sldChg chg="addSp delSp modSp add mod">
        <pc:chgData name="Arnaldo Satoru Gunzi" userId="41a30d14-40e4-4cae-bd0a-ce9e51e34c46" providerId="ADAL" clId="{CDBA1296-79E9-4519-9DF4-5FB7156F07BB}" dt="2023-09-27T06:30:42.709" v="209" actId="6549"/>
        <pc:sldMkLst>
          <pc:docMk/>
          <pc:sldMk cId="2136828040" sldId="267"/>
        </pc:sldMkLst>
        <pc:spChg chg="mod">
          <ac:chgData name="Arnaldo Satoru Gunzi" userId="41a30d14-40e4-4cae-bd0a-ce9e51e34c46" providerId="ADAL" clId="{CDBA1296-79E9-4519-9DF4-5FB7156F07BB}" dt="2023-09-27T06:30:42.709" v="209" actId="6549"/>
          <ac:spMkLst>
            <pc:docMk/>
            <pc:sldMk cId="2136828040" sldId="267"/>
            <ac:spMk id="3" creationId="{6711D756-6641-F254-AADE-C1765DE7D80C}"/>
          </ac:spMkLst>
        </pc:spChg>
        <pc:grpChg chg="del">
          <ac:chgData name="Arnaldo Satoru Gunzi" userId="41a30d14-40e4-4cae-bd0a-ce9e51e34c46" providerId="ADAL" clId="{CDBA1296-79E9-4519-9DF4-5FB7156F07BB}" dt="2023-09-27T06:30:24.354" v="167" actId="478"/>
          <ac:grpSpMkLst>
            <pc:docMk/>
            <pc:sldMk cId="2136828040" sldId="267"/>
            <ac:grpSpMk id="4" creationId="{BB18633E-E061-DD9B-F027-AFE748CB40C7}"/>
          </ac:grpSpMkLst>
        </pc:grpChg>
        <pc:picChg chg="add mod">
          <ac:chgData name="Arnaldo Satoru Gunzi" userId="41a30d14-40e4-4cae-bd0a-ce9e51e34c46" providerId="ADAL" clId="{CDBA1296-79E9-4519-9DF4-5FB7156F07BB}" dt="2023-09-27T06:30:29.553" v="169" actId="1076"/>
          <ac:picMkLst>
            <pc:docMk/>
            <pc:sldMk cId="2136828040" sldId="267"/>
            <ac:picMk id="2" creationId="{E2A59BCF-7301-7821-ED7B-63C2FB902C52}"/>
          </ac:picMkLst>
        </pc:picChg>
      </pc:sldChg>
      <pc:sldChg chg="modSp mod">
        <pc:chgData name="Arnaldo Satoru Gunzi" userId="41a30d14-40e4-4cae-bd0a-ce9e51e34c46" providerId="ADAL" clId="{CDBA1296-79E9-4519-9DF4-5FB7156F07BB}" dt="2023-10-03T10:39:24.061" v="4339" actId="20577"/>
        <pc:sldMkLst>
          <pc:docMk/>
          <pc:sldMk cId="4024022888" sldId="267"/>
        </pc:sldMkLst>
        <pc:spChg chg="mod">
          <ac:chgData name="Arnaldo Satoru Gunzi" userId="41a30d14-40e4-4cae-bd0a-ce9e51e34c46" providerId="ADAL" clId="{CDBA1296-79E9-4519-9DF4-5FB7156F07BB}" dt="2023-10-03T10:39:24.061" v="4339" actId="20577"/>
          <ac:spMkLst>
            <pc:docMk/>
            <pc:sldMk cId="4024022888" sldId="267"/>
            <ac:spMk id="69" creationId="{4E1EB7D3-BC8D-7624-8903-BDF7403BFD34}"/>
          </ac:spMkLst>
        </pc:spChg>
      </pc:sldChg>
      <pc:sldChg chg="addSp delSp modSp add mod">
        <pc:chgData name="Arnaldo Satoru Gunzi" userId="41a30d14-40e4-4cae-bd0a-ce9e51e34c46" providerId="ADAL" clId="{CDBA1296-79E9-4519-9DF4-5FB7156F07BB}" dt="2023-09-27T06:31:18.298" v="241" actId="20577"/>
        <pc:sldMkLst>
          <pc:docMk/>
          <pc:sldMk cId="2844011235" sldId="268"/>
        </pc:sldMkLst>
        <pc:spChg chg="mod">
          <ac:chgData name="Arnaldo Satoru Gunzi" userId="41a30d14-40e4-4cae-bd0a-ce9e51e34c46" providerId="ADAL" clId="{CDBA1296-79E9-4519-9DF4-5FB7156F07BB}" dt="2023-09-27T06:31:18.298" v="241" actId="20577"/>
          <ac:spMkLst>
            <pc:docMk/>
            <pc:sldMk cId="2844011235" sldId="268"/>
            <ac:spMk id="3" creationId="{6711D756-6641-F254-AADE-C1765DE7D80C}"/>
          </ac:spMkLst>
        </pc:spChg>
        <pc:spChg chg="del">
          <ac:chgData name="Arnaldo Satoru Gunzi" userId="41a30d14-40e4-4cae-bd0a-ce9e51e34c46" providerId="ADAL" clId="{CDBA1296-79E9-4519-9DF4-5FB7156F07BB}" dt="2023-09-27T06:31:08.699" v="211" actId="478"/>
          <ac:spMkLst>
            <pc:docMk/>
            <pc:sldMk cId="2844011235" sldId="268"/>
            <ac:spMk id="69" creationId="{4E1EB7D3-BC8D-7624-8903-BDF7403BFD34}"/>
          </ac:spMkLst>
        </pc:spChg>
        <pc:picChg chg="del">
          <ac:chgData name="Arnaldo Satoru Gunzi" userId="41a30d14-40e4-4cae-bd0a-ce9e51e34c46" providerId="ADAL" clId="{CDBA1296-79E9-4519-9DF4-5FB7156F07BB}" dt="2023-09-27T06:31:08.699" v="211" actId="478"/>
          <ac:picMkLst>
            <pc:docMk/>
            <pc:sldMk cId="2844011235" sldId="268"/>
            <ac:picMk id="2" creationId="{E2A59BCF-7301-7821-ED7B-63C2FB902C52}"/>
          </ac:picMkLst>
        </pc:picChg>
        <pc:picChg chg="add mod">
          <ac:chgData name="Arnaldo Satoru Gunzi" userId="41a30d14-40e4-4cae-bd0a-ce9e51e34c46" providerId="ADAL" clId="{CDBA1296-79E9-4519-9DF4-5FB7156F07BB}" dt="2023-09-27T06:31:13.143" v="214" actId="1076"/>
          <ac:picMkLst>
            <pc:docMk/>
            <pc:sldMk cId="2844011235" sldId="268"/>
            <ac:picMk id="4" creationId="{9DCC2719-EBE7-C90A-D532-BB02BE27F595}"/>
          </ac:picMkLst>
        </pc:picChg>
      </pc:sldChg>
      <pc:sldChg chg="addSp modSp add mod">
        <pc:chgData name="Arnaldo Satoru Gunzi" userId="41a30d14-40e4-4cae-bd0a-ce9e51e34c46" providerId="ADAL" clId="{CDBA1296-79E9-4519-9DF4-5FB7156F07BB}" dt="2023-09-27T06:32:18.964" v="244" actId="1076"/>
        <pc:sldMkLst>
          <pc:docMk/>
          <pc:sldMk cId="2952451262" sldId="269"/>
        </pc:sldMkLst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2" creationId="{5ACCA1EB-B482-0B05-A461-A3B74C1B8784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4" creationId="{2A727536-9C42-BA93-1FD4-47959BA20080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5" creationId="{E8DDBC08-E76A-D2D7-F44C-20847DC6C0BC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10" creationId="{E8ACB69E-908F-08B2-24AD-8F44F6A0F00B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11" creationId="{44FDFDB9-7B18-874E-806F-820AE156DC91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15" creationId="{70CC39A3-82F0-47DF-6ECD-C8CDD7591A20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16" creationId="{46CE046E-0542-883B-14A6-CFA1D1A4829D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20" creationId="{8AF6712D-D174-8D55-CA88-C42F55E64E71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21" creationId="{0140EC7F-E3BA-4EC5-A108-23B6B1DECB71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22" creationId="{0B552AE7-FC09-D3B6-6A71-D44E51B3C3F8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23" creationId="{AE0C8397-2F10-861A-8CBD-DB1957E1D897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24" creationId="{B8679C31-3F8E-3359-E900-3C4F924CF23D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25" creationId="{D921F633-D322-2D96-9AC7-C35C5C091095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26" creationId="{51ECC73F-89F3-315A-9036-CB9900E21DF4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27" creationId="{F2551843-118F-893A-0EEF-C58FBF464615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28" creationId="{BE9085E1-F129-F384-5465-C475FD22622F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32" creationId="{F10E4B89-6F14-9135-8F82-50BFF22DAF09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33" creationId="{6BE751AA-E44D-08E4-9826-8BBDF1E4D8F2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37" creationId="{A62DADBD-AD85-CCA7-617C-782B8CBBFCF7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38" creationId="{99924BD8-3861-25A1-9516-F63876F40B80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39" creationId="{42587830-CC37-AA80-6CC2-01C77DA5891D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40" creationId="{71924828-3EDA-6C3D-1F81-E265E75EFFEC}"/>
          </ac:spMkLst>
        </pc:spChg>
        <pc:spChg chg="add mod">
          <ac:chgData name="Arnaldo Satoru Gunzi" userId="41a30d14-40e4-4cae-bd0a-ce9e51e34c46" providerId="ADAL" clId="{CDBA1296-79E9-4519-9DF4-5FB7156F07BB}" dt="2023-09-27T06:32:18.964" v="244" actId="1076"/>
          <ac:spMkLst>
            <pc:docMk/>
            <pc:sldMk cId="2952451262" sldId="269"/>
            <ac:spMk id="41" creationId="{A6DC9744-448D-D687-E2D1-C40B77529D84}"/>
          </ac:spMkLst>
        </pc:sp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6" creationId="{507E59ED-C85B-1149-D4DA-227970654CA1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8" creationId="{F93A04AD-5A69-7D06-CD49-F030B95BE157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9" creationId="{6EAEF8F5-54FE-482B-94C4-6454096B6F5E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12" creationId="{3375733C-AA4E-B75D-7EF5-755D65E116E2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13" creationId="{F31AF98E-152C-B83B-55C6-E01E1A08E170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14" creationId="{30C2257F-2DE8-DFA3-5B78-D3DBE5D2336D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17" creationId="{4A87943E-BA36-7BD9-323D-6A23F4D89A83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18" creationId="{6CEC7DC8-B7B5-4C71-D825-F54E5069525C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19" creationId="{A4D4FCD8-6D6B-6332-4878-B0A27E48AB47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29" creationId="{EC32AF5F-F70A-9BD2-E1C4-A1FD4872124A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30" creationId="{218CC51E-8ADE-05AF-E3F9-4D7BA6A3E160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31" creationId="{B1AE8588-8657-8603-95DD-5803AF3D3286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34" creationId="{C9E876E1-2E11-4E0F-49AE-3D2392B55EA1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35" creationId="{E5E1F5C6-44C1-E784-9AB5-B24623449F41}"/>
          </ac:cxnSpMkLst>
        </pc:cxnChg>
        <pc:cxnChg chg="add mod">
          <ac:chgData name="Arnaldo Satoru Gunzi" userId="41a30d14-40e4-4cae-bd0a-ce9e51e34c46" providerId="ADAL" clId="{CDBA1296-79E9-4519-9DF4-5FB7156F07BB}" dt="2023-09-27T06:32:18.964" v="244" actId="1076"/>
          <ac:cxnSpMkLst>
            <pc:docMk/>
            <pc:sldMk cId="2952451262" sldId="269"/>
            <ac:cxnSpMk id="36" creationId="{3C6B01B0-2F02-DCDD-CDE9-415A3ADBD4D1}"/>
          </ac:cxnSpMkLst>
        </pc:cxnChg>
      </pc:sldChg>
      <pc:sldChg chg="addSp delSp modSp add mod">
        <pc:chgData name="Arnaldo Satoru Gunzi" userId="41a30d14-40e4-4cae-bd0a-ce9e51e34c46" providerId="ADAL" clId="{CDBA1296-79E9-4519-9DF4-5FB7156F07BB}" dt="2023-10-01T09:19:35.732" v="844" actId="1076"/>
        <pc:sldMkLst>
          <pc:docMk/>
          <pc:sldMk cId="868245564" sldId="270"/>
        </pc:sldMkLst>
        <pc:spChg chg="mod">
          <ac:chgData name="Arnaldo Satoru Gunzi" userId="41a30d14-40e4-4cae-bd0a-ce9e51e34c46" providerId="ADAL" clId="{CDBA1296-79E9-4519-9DF4-5FB7156F07BB}" dt="2023-10-01T09:19:25.457" v="842" actId="20577"/>
          <ac:spMkLst>
            <pc:docMk/>
            <pc:sldMk cId="868245564" sldId="270"/>
            <ac:spMk id="2" creationId="{4591C293-9D87-C39D-C9CF-0EA12A6A9510}"/>
          </ac:spMkLst>
        </pc:spChg>
        <pc:spChg chg="del">
          <ac:chgData name="Arnaldo Satoru Gunzi" userId="41a30d14-40e4-4cae-bd0a-ce9e51e34c46" providerId="ADAL" clId="{CDBA1296-79E9-4519-9DF4-5FB7156F07BB}" dt="2023-10-01T09:09:27.441" v="729" actId="478"/>
          <ac:spMkLst>
            <pc:docMk/>
            <pc:sldMk cId="868245564" sldId="270"/>
            <ac:spMk id="9" creationId="{1DAB79FE-426A-10E0-0CE7-782696F81766}"/>
          </ac:spMkLst>
        </pc:spChg>
        <pc:picChg chg="add mod">
          <ac:chgData name="Arnaldo Satoru Gunzi" userId="41a30d14-40e4-4cae-bd0a-ce9e51e34c46" providerId="ADAL" clId="{CDBA1296-79E9-4519-9DF4-5FB7156F07BB}" dt="2023-10-01T09:19:35.732" v="844" actId="1076"/>
          <ac:picMkLst>
            <pc:docMk/>
            <pc:sldMk cId="868245564" sldId="270"/>
            <ac:picMk id="5" creationId="{C92DE5DB-7215-D571-C2A3-E6BBEECF6F5F}"/>
          </ac:picMkLst>
        </pc:picChg>
        <pc:picChg chg="del">
          <ac:chgData name="Arnaldo Satoru Gunzi" userId="41a30d14-40e4-4cae-bd0a-ce9e51e34c46" providerId="ADAL" clId="{CDBA1296-79E9-4519-9DF4-5FB7156F07BB}" dt="2023-10-01T09:05:27.957" v="587" actId="478"/>
          <ac:picMkLst>
            <pc:docMk/>
            <pc:sldMk cId="868245564" sldId="270"/>
            <ac:picMk id="6" creationId="{06574F87-EF7C-A90F-5881-6A953A513975}"/>
          </ac:picMkLst>
        </pc:picChg>
      </pc:sldChg>
      <pc:sldChg chg="add">
        <pc:chgData name="Arnaldo Satoru Gunzi" userId="41a30d14-40e4-4cae-bd0a-ce9e51e34c46" providerId="ADAL" clId="{CDBA1296-79E9-4519-9DF4-5FB7156F07BB}" dt="2023-10-01T09:22:54.172" v="1022"/>
        <pc:sldMkLst>
          <pc:docMk/>
          <pc:sldMk cId="305522477" sldId="271"/>
        </pc:sldMkLst>
      </pc:sldChg>
      <pc:sldChg chg="addSp delSp modSp add del mod">
        <pc:chgData name="Arnaldo Satoru Gunzi" userId="41a30d14-40e4-4cae-bd0a-ce9e51e34c46" providerId="ADAL" clId="{CDBA1296-79E9-4519-9DF4-5FB7156F07BB}" dt="2023-10-01T09:22:52.579" v="1021" actId="2696"/>
        <pc:sldMkLst>
          <pc:docMk/>
          <pc:sldMk cId="703877281" sldId="271"/>
        </pc:sldMkLst>
        <pc:spChg chg="mod">
          <ac:chgData name="Arnaldo Satoru Gunzi" userId="41a30d14-40e4-4cae-bd0a-ce9e51e34c46" providerId="ADAL" clId="{CDBA1296-79E9-4519-9DF4-5FB7156F07BB}" dt="2023-10-01T09:20:59.903" v="908" actId="20577"/>
          <ac:spMkLst>
            <pc:docMk/>
            <pc:sldMk cId="703877281" sldId="271"/>
            <ac:spMk id="2" creationId="{4591C293-9D87-C39D-C9CF-0EA12A6A9510}"/>
          </ac:spMkLst>
        </pc:spChg>
        <pc:spChg chg="add mod">
          <ac:chgData name="Arnaldo Satoru Gunzi" userId="41a30d14-40e4-4cae-bd0a-ce9e51e34c46" providerId="ADAL" clId="{CDBA1296-79E9-4519-9DF4-5FB7156F07BB}" dt="2023-10-01T09:21:24.486" v="934" actId="1076"/>
          <ac:spMkLst>
            <pc:docMk/>
            <pc:sldMk cId="703877281" sldId="271"/>
            <ac:spMk id="8" creationId="{67054CB8-E43A-9264-558D-38D1031676E2}"/>
          </ac:spMkLst>
        </pc:spChg>
        <pc:spChg chg="add mod">
          <ac:chgData name="Arnaldo Satoru Gunzi" userId="41a30d14-40e4-4cae-bd0a-ce9e51e34c46" providerId="ADAL" clId="{CDBA1296-79E9-4519-9DF4-5FB7156F07BB}" dt="2023-10-01T09:21:41.576" v="957" actId="20577"/>
          <ac:spMkLst>
            <pc:docMk/>
            <pc:sldMk cId="703877281" sldId="271"/>
            <ac:spMk id="9" creationId="{61372F74-88ED-529F-9F27-774132DE6B32}"/>
          </ac:spMkLst>
        </pc:spChg>
        <pc:spChg chg="add mod">
          <ac:chgData name="Arnaldo Satoru Gunzi" userId="41a30d14-40e4-4cae-bd0a-ce9e51e34c46" providerId="ADAL" clId="{CDBA1296-79E9-4519-9DF4-5FB7156F07BB}" dt="2023-10-01T09:22:50.130" v="1020" actId="1076"/>
          <ac:spMkLst>
            <pc:docMk/>
            <pc:sldMk cId="703877281" sldId="271"/>
            <ac:spMk id="18" creationId="{4A3AA040-454E-71ED-EC98-D1B1D0DCC4D4}"/>
          </ac:spMkLst>
        </pc:spChg>
        <pc:picChg chg="del">
          <ac:chgData name="Arnaldo Satoru Gunzi" userId="41a30d14-40e4-4cae-bd0a-ce9e51e34c46" providerId="ADAL" clId="{CDBA1296-79E9-4519-9DF4-5FB7156F07BB}" dt="2023-10-01T09:20:31.795" v="846" actId="478"/>
          <ac:picMkLst>
            <pc:docMk/>
            <pc:sldMk cId="703877281" sldId="271"/>
            <ac:picMk id="5" creationId="{C92DE5DB-7215-D571-C2A3-E6BBEECF6F5F}"/>
          </ac:picMkLst>
        </pc:picChg>
        <pc:picChg chg="add mod">
          <ac:chgData name="Arnaldo Satoru Gunzi" userId="41a30d14-40e4-4cae-bd0a-ce9e51e34c46" providerId="ADAL" clId="{CDBA1296-79E9-4519-9DF4-5FB7156F07BB}" dt="2023-10-01T09:21:44.082" v="958" actId="1076"/>
          <ac:picMkLst>
            <pc:docMk/>
            <pc:sldMk cId="703877281" sldId="271"/>
            <ac:picMk id="6" creationId="{0F156107-EB4E-1563-6BCB-B84F5DE68704}"/>
          </ac:picMkLst>
        </pc:picChg>
        <pc:cxnChg chg="add mod">
          <ac:chgData name="Arnaldo Satoru Gunzi" userId="41a30d14-40e4-4cae-bd0a-ce9e51e34c46" providerId="ADAL" clId="{CDBA1296-79E9-4519-9DF4-5FB7156F07BB}" dt="2023-10-01T09:22:10.669" v="967" actId="1035"/>
          <ac:cxnSpMkLst>
            <pc:docMk/>
            <pc:sldMk cId="703877281" sldId="271"/>
            <ac:cxnSpMk id="11" creationId="{477F362B-96C9-205F-E6E4-9861A421B007}"/>
          </ac:cxnSpMkLst>
        </pc:cxnChg>
        <pc:cxnChg chg="add mod">
          <ac:chgData name="Arnaldo Satoru Gunzi" userId="41a30d14-40e4-4cae-bd0a-ce9e51e34c46" providerId="ADAL" clId="{CDBA1296-79E9-4519-9DF4-5FB7156F07BB}" dt="2023-10-01T09:22:19.258" v="980" actId="14100"/>
          <ac:cxnSpMkLst>
            <pc:docMk/>
            <pc:sldMk cId="703877281" sldId="271"/>
            <ac:cxnSpMk id="12" creationId="{32D0E6BA-0AAD-7B9D-82C1-FB20D882D542}"/>
          </ac:cxnSpMkLst>
        </pc:cxnChg>
        <pc:cxnChg chg="add mod">
          <ac:chgData name="Arnaldo Satoru Gunzi" userId="41a30d14-40e4-4cae-bd0a-ce9e51e34c46" providerId="ADAL" clId="{CDBA1296-79E9-4519-9DF4-5FB7156F07BB}" dt="2023-10-01T09:22:28.132" v="983" actId="14100"/>
          <ac:cxnSpMkLst>
            <pc:docMk/>
            <pc:sldMk cId="703877281" sldId="271"/>
            <ac:cxnSpMk id="15" creationId="{AED20F82-2B1B-0574-F9FE-6C088E25EB74}"/>
          </ac:cxnSpMkLst>
        </pc:cxnChg>
      </pc:sldChg>
      <pc:sldChg chg="addSp delSp modSp add mod">
        <pc:chgData name="Arnaldo Satoru Gunzi" userId="41a30d14-40e4-4cae-bd0a-ce9e51e34c46" providerId="ADAL" clId="{CDBA1296-79E9-4519-9DF4-5FB7156F07BB}" dt="2023-10-01T09:25:55.268" v="1251" actId="1076"/>
        <pc:sldMkLst>
          <pc:docMk/>
          <pc:sldMk cId="1261819848" sldId="272"/>
        </pc:sldMkLst>
        <pc:spChg chg="mod">
          <ac:chgData name="Arnaldo Satoru Gunzi" userId="41a30d14-40e4-4cae-bd0a-ce9e51e34c46" providerId="ADAL" clId="{CDBA1296-79E9-4519-9DF4-5FB7156F07BB}" dt="2023-10-01T09:25:55.268" v="1251" actId="1076"/>
          <ac:spMkLst>
            <pc:docMk/>
            <pc:sldMk cId="1261819848" sldId="272"/>
            <ac:spMk id="2" creationId="{4591C293-9D87-C39D-C9CF-0EA12A6A9510}"/>
          </ac:spMkLst>
        </pc:spChg>
        <pc:spChg chg="mod">
          <ac:chgData name="Arnaldo Satoru Gunzi" userId="41a30d14-40e4-4cae-bd0a-ce9e51e34c46" providerId="ADAL" clId="{CDBA1296-79E9-4519-9DF4-5FB7156F07BB}" dt="2023-10-01T09:24:12.659" v="1175" actId="6549"/>
          <ac:spMkLst>
            <pc:docMk/>
            <pc:sldMk cId="1261819848" sldId="272"/>
            <ac:spMk id="18" creationId="{4A3AA040-454E-71ED-EC98-D1B1D0DCC4D4}"/>
          </ac:spMkLst>
        </pc:spChg>
        <pc:picChg chg="add mod">
          <ac:chgData name="Arnaldo Satoru Gunzi" userId="41a30d14-40e4-4cae-bd0a-ce9e51e34c46" providerId="ADAL" clId="{CDBA1296-79E9-4519-9DF4-5FB7156F07BB}" dt="2023-10-01T09:24:10.246" v="1173" actId="1076"/>
          <ac:picMkLst>
            <pc:docMk/>
            <pc:sldMk cId="1261819848" sldId="272"/>
            <ac:picMk id="5" creationId="{A813BA57-A73C-4CAA-0095-2255088E45C5}"/>
          </ac:picMkLst>
        </pc:picChg>
        <pc:picChg chg="del">
          <ac:chgData name="Arnaldo Satoru Gunzi" userId="41a30d14-40e4-4cae-bd0a-ce9e51e34c46" providerId="ADAL" clId="{CDBA1296-79E9-4519-9DF4-5FB7156F07BB}" dt="2023-10-01T09:24:06.903" v="1171" actId="478"/>
          <ac:picMkLst>
            <pc:docMk/>
            <pc:sldMk cId="1261819848" sldId="272"/>
            <ac:picMk id="6" creationId="{0F156107-EB4E-1563-6BCB-B84F5DE68704}"/>
          </ac:picMkLst>
        </pc:picChg>
        <pc:cxnChg chg="mod">
          <ac:chgData name="Arnaldo Satoru Gunzi" userId="41a30d14-40e4-4cae-bd0a-ce9e51e34c46" providerId="ADAL" clId="{CDBA1296-79E9-4519-9DF4-5FB7156F07BB}" dt="2023-10-01T09:24:37.252" v="1182" actId="14100"/>
          <ac:cxnSpMkLst>
            <pc:docMk/>
            <pc:sldMk cId="1261819848" sldId="272"/>
            <ac:cxnSpMk id="11" creationId="{477F362B-96C9-205F-E6E4-9861A421B007}"/>
          </ac:cxnSpMkLst>
        </pc:cxnChg>
        <pc:cxnChg chg="mod">
          <ac:chgData name="Arnaldo Satoru Gunzi" userId="41a30d14-40e4-4cae-bd0a-ce9e51e34c46" providerId="ADAL" clId="{CDBA1296-79E9-4519-9DF4-5FB7156F07BB}" dt="2023-10-01T09:24:21.022" v="1176" actId="14100"/>
          <ac:cxnSpMkLst>
            <pc:docMk/>
            <pc:sldMk cId="1261819848" sldId="272"/>
            <ac:cxnSpMk id="12" creationId="{32D0E6BA-0AAD-7B9D-82C1-FB20D882D542}"/>
          </ac:cxnSpMkLst>
        </pc:cxnChg>
        <pc:cxnChg chg="mod">
          <ac:chgData name="Arnaldo Satoru Gunzi" userId="41a30d14-40e4-4cae-bd0a-ce9e51e34c46" providerId="ADAL" clId="{CDBA1296-79E9-4519-9DF4-5FB7156F07BB}" dt="2023-10-01T09:24:30.726" v="1180" actId="14100"/>
          <ac:cxnSpMkLst>
            <pc:docMk/>
            <pc:sldMk cId="1261819848" sldId="272"/>
            <ac:cxnSpMk id="15" creationId="{AED20F82-2B1B-0574-F9FE-6C088E25EB74}"/>
          </ac:cxnSpMkLst>
        </pc:cxnChg>
      </pc:sldChg>
      <pc:sldChg chg="addSp delSp modSp add mod">
        <pc:chgData name="Arnaldo Satoru Gunzi" userId="41a30d14-40e4-4cae-bd0a-ce9e51e34c46" providerId="ADAL" clId="{CDBA1296-79E9-4519-9DF4-5FB7156F07BB}" dt="2023-10-01T09:33:24.289" v="1618" actId="14100"/>
        <pc:sldMkLst>
          <pc:docMk/>
          <pc:sldMk cId="908638571" sldId="273"/>
        </pc:sldMkLst>
        <pc:spChg chg="mod">
          <ac:chgData name="Arnaldo Satoru Gunzi" userId="41a30d14-40e4-4cae-bd0a-ce9e51e34c46" providerId="ADAL" clId="{CDBA1296-79E9-4519-9DF4-5FB7156F07BB}" dt="2023-10-01T09:33:08.855" v="1614" actId="20577"/>
          <ac:spMkLst>
            <pc:docMk/>
            <pc:sldMk cId="908638571" sldId="273"/>
            <ac:spMk id="2" creationId="{4591C293-9D87-C39D-C9CF-0EA12A6A9510}"/>
          </ac:spMkLst>
        </pc:spChg>
        <pc:spChg chg="del">
          <ac:chgData name="Arnaldo Satoru Gunzi" userId="41a30d14-40e4-4cae-bd0a-ce9e51e34c46" providerId="ADAL" clId="{CDBA1296-79E9-4519-9DF4-5FB7156F07BB}" dt="2023-10-01T09:27:37.787" v="1357" actId="478"/>
          <ac:spMkLst>
            <pc:docMk/>
            <pc:sldMk cId="908638571" sldId="273"/>
            <ac:spMk id="8" creationId="{67054CB8-E43A-9264-558D-38D1031676E2}"/>
          </ac:spMkLst>
        </pc:spChg>
        <pc:spChg chg="del">
          <ac:chgData name="Arnaldo Satoru Gunzi" userId="41a30d14-40e4-4cae-bd0a-ce9e51e34c46" providerId="ADAL" clId="{CDBA1296-79E9-4519-9DF4-5FB7156F07BB}" dt="2023-10-01T09:27:37.787" v="1357" actId="478"/>
          <ac:spMkLst>
            <pc:docMk/>
            <pc:sldMk cId="908638571" sldId="273"/>
            <ac:spMk id="9" creationId="{61372F74-88ED-529F-9F27-774132DE6B32}"/>
          </ac:spMkLst>
        </pc:spChg>
        <pc:spChg chg="del">
          <ac:chgData name="Arnaldo Satoru Gunzi" userId="41a30d14-40e4-4cae-bd0a-ce9e51e34c46" providerId="ADAL" clId="{CDBA1296-79E9-4519-9DF4-5FB7156F07BB}" dt="2023-10-01T09:27:40.034" v="1359" actId="478"/>
          <ac:spMkLst>
            <pc:docMk/>
            <pc:sldMk cId="908638571" sldId="273"/>
            <ac:spMk id="18" creationId="{4A3AA040-454E-71ED-EC98-D1B1D0DCC4D4}"/>
          </ac:spMkLst>
        </pc:spChg>
        <pc:picChg chg="del">
          <ac:chgData name="Arnaldo Satoru Gunzi" userId="41a30d14-40e4-4cae-bd0a-ce9e51e34c46" providerId="ADAL" clId="{CDBA1296-79E9-4519-9DF4-5FB7156F07BB}" dt="2023-10-01T09:27:38.825" v="1358" actId="478"/>
          <ac:picMkLst>
            <pc:docMk/>
            <pc:sldMk cId="908638571" sldId="273"/>
            <ac:picMk id="5" creationId="{A813BA57-A73C-4CAA-0095-2255088E45C5}"/>
          </ac:picMkLst>
        </pc:picChg>
        <pc:picChg chg="add mod">
          <ac:chgData name="Arnaldo Satoru Gunzi" userId="41a30d14-40e4-4cae-bd0a-ce9e51e34c46" providerId="ADAL" clId="{CDBA1296-79E9-4519-9DF4-5FB7156F07BB}" dt="2023-10-01T09:33:24.289" v="1618" actId="14100"/>
          <ac:picMkLst>
            <pc:docMk/>
            <pc:sldMk cId="908638571" sldId="273"/>
            <ac:picMk id="6" creationId="{01730869-84A4-1BF0-ADD5-05B55420CD0F}"/>
          </ac:picMkLst>
        </pc:picChg>
        <pc:cxnChg chg="del mod">
          <ac:chgData name="Arnaldo Satoru Gunzi" userId="41a30d14-40e4-4cae-bd0a-ce9e51e34c46" providerId="ADAL" clId="{CDBA1296-79E9-4519-9DF4-5FB7156F07BB}" dt="2023-10-01T09:27:36.252" v="1356" actId="478"/>
          <ac:cxnSpMkLst>
            <pc:docMk/>
            <pc:sldMk cId="908638571" sldId="273"/>
            <ac:cxnSpMk id="11" creationId="{477F362B-96C9-205F-E6E4-9861A421B007}"/>
          </ac:cxnSpMkLst>
        </pc:cxnChg>
        <pc:cxnChg chg="del">
          <ac:chgData name="Arnaldo Satoru Gunzi" userId="41a30d14-40e4-4cae-bd0a-ce9e51e34c46" providerId="ADAL" clId="{CDBA1296-79E9-4519-9DF4-5FB7156F07BB}" dt="2023-10-01T09:27:36.252" v="1356" actId="478"/>
          <ac:cxnSpMkLst>
            <pc:docMk/>
            <pc:sldMk cId="908638571" sldId="273"/>
            <ac:cxnSpMk id="12" creationId="{32D0E6BA-0AAD-7B9D-82C1-FB20D882D542}"/>
          </ac:cxnSpMkLst>
        </pc:cxnChg>
        <pc:cxnChg chg="del">
          <ac:chgData name="Arnaldo Satoru Gunzi" userId="41a30d14-40e4-4cae-bd0a-ce9e51e34c46" providerId="ADAL" clId="{CDBA1296-79E9-4519-9DF4-5FB7156F07BB}" dt="2023-10-01T09:27:36.252" v="1356" actId="478"/>
          <ac:cxnSpMkLst>
            <pc:docMk/>
            <pc:sldMk cId="908638571" sldId="273"/>
            <ac:cxnSpMk id="15" creationId="{AED20F82-2B1B-0574-F9FE-6C088E25EB74}"/>
          </ac:cxnSpMkLst>
        </pc:cxnChg>
      </pc:sldChg>
      <pc:sldChg chg="addSp modSp add mod">
        <pc:chgData name="Arnaldo Satoru Gunzi" userId="41a30d14-40e4-4cae-bd0a-ce9e51e34c46" providerId="ADAL" clId="{CDBA1296-79E9-4519-9DF4-5FB7156F07BB}" dt="2023-10-01T09:51:32.087" v="2382" actId="14100"/>
        <pc:sldMkLst>
          <pc:docMk/>
          <pc:sldMk cId="3729590969" sldId="274"/>
        </pc:sldMkLst>
        <pc:spChg chg="mod">
          <ac:chgData name="Arnaldo Satoru Gunzi" userId="41a30d14-40e4-4cae-bd0a-ce9e51e34c46" providerId="ADAL" clId="{CDBA1296-79E9-4519-9DF4-5FB7156F07BB}" dt="2023-10-01T09:47:56.007" v="2267" actId="14100"/>
          <ac:spMkLst>
            <pc:docMk/>
            <pc:sldMk cId="3729590969" sldId="274"/>
            <ac:spMk id="2" creationId="{4591C293-9D87-C39D-C9CF-0EA12A6A9510}"/>
          </ac:spMkLst>
        </pc:spChg>
        <pc:spChg chg="add mod">
          <ac:chgData name="Arnaldo Satoru Gunzi" userId="41a30d14-40e4-4cae-bd0a-ce9e51e34c46" providerId="ADAL" clId="{CDBA1296-79E9-4519-9DF4-5FB7156F07BB}" dt="2023-10-01T09:51:27.284" v="2380" actId="1037"/>
          <ac:spMkLst>
            <pc:docMk/>
            <pc:sldMk cId="3729590969" sldId="274"/>
            <ac:spMk id="8" creationId="{C1305974-A92F-1885-4F5F-86FF695C22FC}"/>
          </ac:spMkLst>
        </pc:spChg>
        <pc:picChg chg="add mod">
          <ac:chgData name="Arnaldo Satoru Gunzi" userId="41a30d14-40e4-4cae-bd0a-ce9e51e34c46" providerId="ADAL" clId="{CDBA1296-79E9-4519-9DF4-5FB7156F07BB}" dt="2023-10-01T09:51:20.221" v="2368" actId="14100"/>
          <ac:picMkLst>
            <pc:docMk/>
            <pc:sldMk cId="3729590969" sldId="274"/>
            <ac:picMk id="5" creationId="{46788602-7A7C-1A93-2BCB-20505D5E466A}"/>
          </ac:picMkLst>
        </pc:picChg>
        <pc:picChg chg="mod">
          <ac:chgData name="Arnaldo Satoru Gunzi" userId="41a30d14-40e4-4cae-bd0a-ce9e51e34c46" providerId="ADAL" clId="{CDBA1296-79E9-4519-9DF4-5FB7156F07BB}" dt="2023-10-01T09:51:32.087" v="2382" actId="14100"/>
          <ac:picMkLst>
            <pc:docMk/>
            <pc:sldMk cId="3729590969" sldId="274"/>
            <ac:picMk id="6" creationId="{01730869-84A4-1BF0-ADD5-05B55420CD0F}"/>
          </ac:picMkLst>
        </pc:picChg>
      </pc:sldChg>
      <pc:sldChg chg="addSp delSp modSp add mod modTransition modAnim">
        <pc:chgData name="Arnaldo Satoru Gunzi" userId="41a30d14-40e4-4cae-bd0a-ce9e51e34c46" providerId="ADAL" clId="{CDBA1296-79E9-4519-9DF4-5FB7156F07BB}" dt="2023-10-01T09:37:27.941" v="1981" actId="1076"/>
        <pc:sldMkLst>
          <pc:docMk/>
          <pc:sldMk cId="3598595221" sldId="275"/>
        </pc:sldMkLst>
        <pc:spChg chg="mod">
          <ac:chgData name="Arnaldo Satoru Gunzi" userId="41a30d14-40e4-4cae-bd0a-ce9e51e34c46" providerId="ADAL" clId="{CDBA1296-79E9-4519-9DF4-5FB7156F07BB}" dt="2023-10-01T09:35:36.978" v="1966" actId="20577"/>
          <ac:spMkLst>
            <pc:docMk/>
            <pc:sldMk cId="3598595221" sldId="275"/>
            <ac:spMk id="2" creationId="{4591C293-9D87-C39D-C9CF-0EA12A6A9510}"/>
          </ac:spMkLst>
        </pc:spChg>
        <pc:picChg chg="add mod">
          <ac:chgData name="Arnaldo Satoru Gunzi" userId="41a30d14-40e4-4cae-bd0a-ce9e51e34c46" providerId="ADAL" clId="{CDBA1296-79E9-4519-9DF4-5FB7156F07BB}" dt="2023-10-01T09:36:52.865" v="1977" actId="1036"/>
          <ac:picMkLst>
            <pc:docMk/>
            <pc:sldMk cId="3598595221" sldId="275"/>
            <ac:picMk id="5" creationId="{6D143A87-6D86-B8B4-E731-858423E744F5}"/>
          </ac:picMkLst>
        </pc:picChg>
        <pc:picChg chg="del">
          <ac:chgData name="Arnaldo Satoru Gunzi" userId="41a30d14-40e4-4cae-bd0a-ce9e51e34c46" providerId="ADAL" clId="{CDBA1296-79E9-4519-9DF4-5FB7156F07BB}" dt="2023-10-01T09:34:56.718" v="1858" actId="478"/>
          <ac:picMkLst>
            <pc:docMk/>
            <pc:sldMk cId="3598595221" sldId="275"/>
            <ac:picMk id="6" creationId="{01730869-84A4-1BF0-ADD5-05B55420CD0F}"/>
          </ac:picMkLst>
        </pc:picChg>
        <pc:picChg chg="add mod">
          <ac:chgData name="Arnaldo Satoru Gunzi" userId="41a30d14-40e4-4cae-bd0a-ce9e51e34c46" providerId="ADAL" clId="{CDBA1296-79E9-4519-9DF4-5FB7156F07BB}" dt="2023-10-01T09:37:27.941" v="1981" actId="1076"/>
          <ac:picMkLst>
            <pc:docMk/>
            <pc:sldMk cId="3598595221" sldId="275"/>
            <ac:picMk id="9" creationId="{5584CE23-555E-C145-6955-CBA7E45B59CB}"/>
          </ac:picMkLst>
        </pc:picChg>
      </pc:sldChg>
      <pc:sldChg chg="delSp modSp add mod delAnim">
        <pc:chgData name="Arnaldo Satoru Gunzi" userId="41a30d14-40e4-4cae-bd0a-ce9e51e34c46" providerId="ADAL" clId="{CDBA1296-79E9-4519-9DF4-5FB7156F07BB}" dt="2023-10-01T09:42:32.003" v="2251" actId="20577"/>
        <pc:sldMkLst>
          <pc:docMk/>
          <pc:sldMk cId="3817071763" sldId="276"/>
        </pc:sldMkLst>
        <pc:spChg chg="mod">
          <ac:chgData name="Arnaldo Satoru Gunzi" userId="41a30d14-40e4-4cae-bd0a-ce9e51e34c46" providerId="ADAL" clId="{CDBA1296-79E9-4519-9DF4-5FB7156F07BB}" dt="2023-10-01T09:42:32.003" v="2251" actId="20577"/>
          <ac:spMkLst>
            <pc:docMk/>
            <pc:sldMk cId="3817071763" sldId="276"/>
            <ac:spMk id="2" creationId="{4591C293-9D87-C39D-C9CF-0EA12A6A9510}"/>
          </ac:spMkLst>
        </pc:spChg>
        <pc:picChg chg="del">
          <ac:chgData name="Arnaldo Satoru Gunzi" userId="41a30d14-40e4-4cae-bd0a-ce9e51e34c46" providerId="ADAL" clId="{CDBA1296-79E9-4519-9DF4-5FB7156F07BB}" dt="2023-10-01T09:39:18.705" v="1983" actId="478"/>
          <ac:picMkLst>
            <pc:docMk/>
            <pc:sldMk cId="3817071763" sldId="276"/>
            <ac:picMk id="5" creationId="{6D143A87-6D86-B8B4-E731-858423E744F5}"/>
          </ac:picMkLst>
        </pc:picChg>
        <pc:picChg chg="del">
          <ac:chgData name="Arnaldo Satoru Gunzi" userId="41a30d14-40e4-4cae-bd0a-ce9e51e34c46" providerId="ADAL" clId="{CDBA1296-79E9-4519-9DF4-5FB7156F07BB}" dt="2023-10-01T09:39:30.033" v="2005" actId="478"/>
          <ac:picMkLst>
            <pc:docMk/>
            <pc:sldMk cId="3817071763" sldId="276"/>
            <ac:picMk id="9" creationId="{5584CE23-555E-C145-6955-CBA7E45B59CB}"/>
          </ac:picMkLst>
        </pc:picChg>
      </pc:sldChg>
      <pc:sldChg chg="modSp add mod">
        <pc:chgData name="Arnaldo Satoru Gunzi" userId="41a30d14-40e4-4cae-bd0a-ce9e51e34c46" providerId="ADAL" clId="{CDBA1296-79E9-4519-9DF4-5FB7156F07BB}" dt="2023-10-01T09:52:10.215" v="2410" actId="20577"/>
        <pc:sldMkLst>
          <pc:docMk/>
          <pc:sldMk cId="914716790" sldId="277"/>
        </pc:sldMkLst>
        <pc:spChg chg="mod">
          <ac:chgData name="Arnaldo Satoru Gunzi" userId="41a30d14-40e4-4cae-bd0a-ce9e51e34c46" providerId="ADAL" clId="{CDBA1296-79E9-4519-9DF4-5FB7156F07BB}" dt="2023-10-01T09:52:10.215" v="2410" actId="20577"/>
          <ac:spMkLst>
            <pc:docMk/>
            <pc:sldMk cId="914716790" sldId="277"/>
            <ac:spMk id="8" creationId="{00000000-0000-0000-0000-000000000000}"/>
          </ac:spMkLst>
        </pc:spChg>
      </pc:sldChg>
      <pc:sldChg chg="modSp add mod">
        <pc:chgData name="Arnaldo Satoru Gunzi" userId="41a30d14-40e4-4cae-bd0a-ce9e51e34c46" providerId="ADAL" clId="{CDBA1296-79E9-4519-9DF4-5FB7156F07BB}" dt="2023-10-01T09:52:30.155" v="2415" actId="14100"/>
        <pc:sldMkLst>
          <pc:docMk/>
          <pc:sldMk cId="3917259393" sldId="278"/>
        </pc:sldMkLst>
        <pc:spChg chg="mod">
          <ac:chgData name="Arnaldo Satoru Gunzi" userId="41a30d14-40e4-4cae-bd0a-ce9e51e34c46" providerId="ADAL" clId="{CDBA1296-79E9-4519-9DF4-5FB7156F07BB}" dt="2023-10-01T09:52:30.155" v="2415" actId="14100"/>
          <ac:spMkLst>
            <pc:docMk/>
            <pc:sldMk cId="3917259393" sldId="278"/>
            <ac:spMk id="8" creationId="{00000000-0000-0000-0000-000000000000}"/>
          </ac:spMkLst>
        </pc:spChg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2419073369" sldId="279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2157910435" sldId="280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2681705314" sldId="281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2213134481" sldId="282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1561194852" sldId="283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2086662990" sldId="284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4280208353" sldId="285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2418748991" sldId="289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2938327412" sldId="297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2692210972" sldId="298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2635041161" sldId="299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4119001715" sldId="300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437995445" sldId="302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59977815" sldId="303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74330775" sldId="304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3143642561" sldId="306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2358758899" sldId="307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174073569" sldId="308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4235582160" sldId="309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3525414047" sldId="310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3015459437" sldId="311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4117697853" sldId="312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116565084" sldId="313"/>
        </pc:sldMkLst>
      </pc:sldChg>
      <pc:sldChg chg="add">
        <pc:chgData name="Arnaldo Satoru Gunzi" userId="41a30d14-40e4-4cae-bd0a-ce9e51e34c46" providerId="ADAL" clId="{CDBA1296-79E9-4519-9DF4-5FB7156F07BB}" dt="2023-10-01T13:29:32.660" v="2416"/>
        <pc:sldMkLst>
          <pc:docMk/>
          <pc:sldMk cId="1951900523" sldId="314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3116071588" sldId="315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4272395789" sldId="317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4176778515" sldId="320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1967713124" sldId="322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3651345920" sldId="323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303553139" sldId="324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3635574160" sldId="325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975008329" sldId="326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558620805" sldId="327"/>
        </pc:sldMkLst>
      </pc:sldChg>
      <pc:sldChg chg="add">
        <pc:chgData name="Arnaldo Satoru Gunzi" userId="41a30d14-40e4-4cae-bd0a-ce9e51e34c46" providerId="ADAL" clId="{CDBA1296-79E9-4519-9DF4-5FB7156F07BB}" dt="2023-10-01T13:30:10.902" v="2417"/>
        <pc:sldMkLst>
          <pc:docMk/>
          <pc:sldMk cId="2022920788" sldId="328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3929458362" sldId="329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3445663471" sldId="330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485617451" sldId="331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3932410282" sldId="332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1276816870" sldId="333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2682579038" sldId="335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876291997" sldId="336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1031903255" sldId="337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4082429722" sldId="364"/>
        </pc:sldMkLst>
      </pc:sldChg>
      <pc:sldChg chg="add">
        <pc:chgData name="Arnaldo Satoru Gunzi" userId="41a30d14-40e4-4cae-bd0a-ce9e51e34c46" providerId="ADAL" clId="{CDBA1296-79E9-4519-9DF4-5FB7156F07BB}" dt="2023-10-01T13:30:29.269" v="2418"/>
        <pc:sldMkLst>
          <pc:docMk/>
          <pc:sldMk cId="4021080156" sldId="365"/>
        </pc:sldMkLst>
      </pc:sldChg>
      <pc:sldChg chg="modSp add mod">
        <pc:chgData name="Arnaldo Satoru Gunzi" userId="41a30d14-40e4-4cae-bd0a-ce9e51e34c46" providerId="ADAL" clId="{CDBA1296-79E9-4519-9DF4-5FB7156F07BB}" dt="2023-10-01T13:31:36.028" v="2446" actId="20577"/>
        <pc:sldMkLst>
          <pc:docMk/>
          <pc:sldMk cId="3002189464" sldId="366"/>
        </pc:sldMkLst>
        <pc:spChg chg="mod">
          <ac:chgData name="Arnaldo Satoru Gunzi" userId="41a30d14-40e4-4cae-bd0a-ce9e51e34c46" providerId="ADAL" clId="{CDBA1296-79E9-4519-9DF4-5FB7156F07BB}" dt="2023-10-01T13:31:36.028" v="2446" actId="20577"/>
          <ac:spMkLst>
            <pc:docMk/>
            <pc:sldMk cId="3002189464" sldId="366"/>
            <ac:spMk id="8" creationId="{00000000-0000-0000-0000-000000000000}"/>
          </ac:spMkLst>
        </pc:spChg>
      </pc:sldChg>
      <pc:sldChg chg="modSp add mod">
        <pc:chgData name="Arnaldo Satoru Gunzi" userId="41a30d14-40e4-4cae-bd0a-ce9e51e34c46" providerId="ADAL" clId="{CDBA1296-79E9-4519-9DF4-5FB7156F07BB}" dt="2023-10-01T13:31:49.850" v="2464" actId="20577"/>
        <pc:sldMkLst>
          <pc:docMk/>
          <pc:sldMk cId="2236597137" sldId="367"/>
        </pc:sldMkLst>
        <pc:spChg chg="mod">
          <ac:chgData name="Arnaldo Satoru Gunzi" userId="41a30d14-40e4-4cae-bd0a-ce9e51e34c46" providerId="ADAL" clId="{CDBA1296-79E9-4519-9DF4-5FB7156F07BB}" dt="2023-10-01T13:31:49.850" v="2464" actId="20577"/>
          <ac:spMkLst>
            <pc:docMk/>
            <pc:sldMk cId="2236597137" sldId="367"/>
            <ac:spMk id="8" creationId="{00000000-0000-0000-0000-000000000000}"/>
          </ac:spMkLst>
        </pc:spChg>
      </pc:sldChg>
      <pc:sldChg chg="modSp add mod">
        <pc:chgData name="Arnaldo Satoru Gunzi" userId="41a30d14-40e4-4cae-bd0a-ce9e51e34c46" providerId="ADAL" clId="{CDBA1296-79E9-4519-9DF4-5FB7156F07BB}" dt="2023-10-01T13:32:04.223" v="2476" actId="6549"/>
        <pc:sldMkLst>
          <pc:docMk/>
          <pc:sldMk cId="2424638572" sldId="368"/>
        </pc:sldMkLst>
        <pc:spChg chg="mod">
          <ac:chgData name="Arnaldo Satoru Gunzi" userId="41a30d14-40e4-4cae-bd0a-ce9e51e34c46" providerId="ADAL" clId="{CDBA1296-79E9-4519-9DF4-5FB7156F07BB}" dt="2023-10-01T13:32:04.223" v="2476" actId="6549"/>
          <ac:spMkLst>
            <pc:docMk/>
            <pc:sldMk cId="2424638572" sldId="368"/>
            <ac:spMk id="8" creationId="{00000000-0000-0000-0000-000000000000}"/>
          </ac:spMkLst>
        </pc:spChg>
      </pc:sldChg>
      <pc:sldChg chg="modSp add mod">
        <pc:chgData name="Arnaldo Satoru Gunzi" userId="41a30d14-40e4-4cae-bd0a-ce9e51e34c46" providerId="ADAL" clId="{CDBA1296-79E9-4519-9DF4-5FB7156F07BB}" dt="2023-10-01T13:32:13.651" v="2484" actId="20577"/>
        <pc:sldMkLst>
          <pc:docMk/>
          <pc:sldMk cId="4065337409" sldId="369"/>
        </pc:sldMkLst>
        <pc:spChg chg="mod">
          <ac:chgData name="Arnaldo Satoru Gunzi" userId="41a30d14-40e4-4cae-bd0a-ce9e51e34c46" providerId="ADAL" clId="{CDBA1296-79E9-4519-9DF4-5FB7156F07BB}" dt="2023-10-01T13:32:13.651" v="2484" actId="20577"/>
          <ac:spMkLst>
            <pc:docMk/>
            <pc:sldMk cId="4065337409" sldId="369"/>
            <ac:spMk id="8" creationId="{00000000-0000-0000-0000-000000000000}"/>
          </ac:spMkLst>
        </pc:spChg>
      </pc:sldChg>
      <pc:sldChg chg="addSp delSp modSp add mod">
        <pc:chgData name="Arnaldo Satoru Gunzi" userId="41a30d14-40e4-4cae-bd0a-ce9e51e34c46" providerId="ADAL" clId="{CDBA1296-79E9-4519-9DF4-5FB7156F07BB}" dt="2023-10-01T14:01:10.938" v="3276" actId="14100"/>
        <pc:sldMkLst>
          <pc:docMk/>
          <pc:sldMk cId="3244002680" sldId="370"/>
        </pc:sldMkLst>
        <pc:spChg chg="mod">
          <ac:chgData name="Arnaldo Satoru Gunzi" userId="41a30d14-40e4-4cae-bd0a-ce9e51e34c46" providerId="ADAL" clId="{CDBA1296-79E9-4519-9DF4-5FB7156F07BB}" dt="2023-10-01T13:59:48.068" v="3272" actId="20577"/>
          <ac:spMkLst>
            <pc:docMk/>
            <pc:sldMk cId="3244002680" sldId="370"/>
            <ac:spMk id="3" creationId="{8C68C3B6-CC65-5D26-F7B0-1462F1C2894D}"/>
          </ac:spMkLst>
        </pc:spChg>
        <pc:spChg chg="mod">
          <ac:chgData name="Arnaldo Satoru Gunzi" userId="41a30d14-40e4-4cae-bd0a-ce9e51e34c46" providerId="ADAL" clId="{CDBA1296-79E9-4519-9DF4-5FB7156F07BB}" dt="2023-10-01T13:46:02.389" v="2513" actId="20577"/>
          <ac:spMkLst>
            <pc:docMk/>
            <pc:sldMk cId="3244002680" sldId="370"/>
            <ac:spMk id="4" creationId="{00000000-0000-0000-0000-000000000000}"/>
          </ac:spMkLst>
        </pc:spChg>
        <pc:picChg chg="del">
          <ac:chgData name="Arnaldo Satoru Gunzi" userId="41a30d14-40e4-4cae-bd0a-ce9e51e34c46" providerId="ADAL" clId="{CDBA1296-79E9-4519-9DF4-5FB7156F07BB}" dt="2023-10-01T13:46:05.735" v="2515" actId="478"/>
          <ac:picMkLst>
            <pc:docMk/>
            <pc:sldMk cId="3244002680" sldId="370"/>
            <ac:picMk id="5" creationId="{F6497EA5-DC81-2F3A-0BDA-197BE48EAA7E}"/>
          </ac:picMkLst>
        </pc:picChg>
        <pc:picChg chg="add del mod">
          <ac:chgData name="Arnaldo Satoru Gunzi" userId="41a30d14-40e4-4cae-bd0a-ce9e51e34c46" providerId="ADAL" clId="{CDBA1296-79E9-4519-9DF4-5FB7156F07BB}" dt="2023-10-01T13:57:52.059" v="2994" actId="478"/>
          <ac:picMkLst>
            <pc:docMk/>
            <pc:sldMk cId="3244002680" sldId="370"/>
            <ac:picMk id="6" creationId="{C41DD2BE-B26D-64E1-1F66-4AFCF9701ADA}"/>
          </ac:picMkLst>
        </pc:picChg>
        <pc:picChg chg="del">
          <ac:chgData name="Arnaldo Satoru Gunzi" userId="41a30d14-40e4-4cae-bd0a-ce9e51e34c46" providerId="ADAL" clId="{CDBA1296-79E9-4519-9DF4-5FB7156F07BB}" dt="2023-10-01T13:46:04.028" v="2514" actId="478"/>
          <ac:picMkLst>
            <pc:docMk/>
            <pc:sldMk cId="3244002680" sldId="370"/>
            <ac:picMk id="9" creationId="{33EDF54E-C17D-1346-8885-348345DB0523}"/>
          </ac:picMkLst>
        </pc:picChg>
        <pc:picChg chg="add mod">
          <ac:chgData name="Arnaldo Satoru Gunzi" userId="41a30d14-40e4-4cae-bd0a-ce9e51e34c46" providerId="ADAL" clId="{CDBA1296-79E9-4519-9DF4-5FB7156F07BB}" dt="2023-10-01T13:58:15.426" v="3004" actId="1076"/>
          <ac:picMkLst>
            <pc:docMk/>
            <pc:sldMk cId="3244002680" sldId="370"/>
            <ac:picMk id="10" creationId="{A16DD4C5-7FF1-A427-7CF7-D323C7DA61F9}"/>
          </ac:picMkLst>
        </pc:picChg>
        <pc:picChg chg="add mod">
          <ac:chgData name="Arnaldo Satoru Gunzi" userId="41a30d14-40e4-4cae-bd0a-ce9e51e34c46" providerId="ADAL" clId="{CDBA1296-79E9-4519-9DF4-5FB7156F07BB}" dt="2023-10-01T14:01:10.938" v="3276" actId="14100"/>
          <ac:picMkLst>
            <pc:docMk/>
            <pc:sldMk cId="3244002680" sldId="370"/>
            <ac:picMk id="12" creationId="{5FB053CA-D2A8-B1D7-4491-B28D13F7CC0C}"/>
          </ac:picMkLst>
        </pc:picChg>
      </pc:sldChg>
      <pc:sldChg chg="addSp delSp modSp add mod">
        <pc:chgData name="Arnaldo Satoru Gunzi" userId="41a30d14-40e4-4cae-bd0a-ce9e51e34c46" providerId="ADAL" clId="{CDBA1296-79E9-4519-9DF4-5FB7156F07BB}" dt="2023-10-01T13:53:35.182" v="2990" actId="14100"/>
        <pc:sldMkLst>
          <pc:docMk/>
          <pc:sldMk cId="1639119700" sldId="371"/>
        </pc:sldMkLst>
        <pc:spChg chg="add mod">
          <ac:chgData name="Arnaldo Satoru Gunzi" userId="41a30d14-40e4-4cae-bd0a-ce9e51e34c46" providerId="ADAL" clId="{CDBA1296-79E9-4519-9DF4-5FB7156F07BB}" dt="2023-10-01T13:50:02.225" v="2624" actId="1076"/>
          <ac:spMkLst>
            <pc:docMk/>
            <pc:sldMk cId="1639119700" sldId="371"/>
            <ac:spMk id="2" creationId="{DCCCBFE8-5895-4ED2-7383-F033724D70CD}"/>
          </ac:spMkLst>
        </pc:spChg>
        <pc:spChg chg="mod">
          <ac:chgData name="Arnaldo Satoru Gunzi" userId="41a30d14-40e4-4cae-bd0a-ce9e51e34c46" providerId="ADAL" clId="{CDBA1296-79E9-4519-9DF4-5FB7156F07BB}" dt="2023-10-01T13:48:48.866" v="2577" actId="14100"/>
          <ac:spMkLst>
            <pc:docMk/>
            <pc:sldMk cId="1639119700" sldId="371"/>
            <ac:spMk id="3" creationId="{8C68C3B6-CC65-5D26-F7B0-1462F1C2894D}"/>
          </ac:spMkLst>
        </pc:spChg>
        <pc:spChg chg="add mod">
          <ac:chgData name="Arnaldo Satoru Gunzi" userId="41a30d14-40e4-4cae-bd0a-ce9e51e34c46" providerId="ADAL" clId="{CDBA1296-79E9-4519-9DF4-5FB7156F07BB}" dt="2023-10-01T13:52:12.934" v="2791" actId="6549"/>
          <ac:spMkLst>
            <pc:docMk/>
            <pc:sldMk cId="1639119700" sldId="371"/>
            <ac:spMk id="10" creationId="{14E5F46F-DD3E-E5F1-8447-4282E3E59758}"/>
          </ac:spMkLst>
        </pc:spChg>
        <pc:spChg chg="add mod">
          <ac:chgData name="Arnaldo Satoru Gunzi" userId="41a30d14-40e4-4cae-bd0a-ce9e51e34c46" providerId="ADAL" clId="{CDBA1296-79E9-4519-9DF4-5FB7156F07BB}" dt="2023-10-01T13:49:55.806" v="2622" actId="1076"/>
          <ac:spMkLst>
            <pc:docMk/>
            <pc:sldMk cId="1639119700" sldId="371"/>
            <ac:spMk id="13" creationId="{740E95AB-593D-5B7D-9DFF-32F80B02DDB7}"/>
          </ac:spMkLst>
        </pc:spChg>
        <pc:spChg chg="add mod">
          <ac:chgData name="Arnaldo Satoru Gunzi" userId="41a30d14-40e4-4cae-bd0a-ce9e51e34c46" providerId="ADAL" clId="{CDBA1296-79E9-4519-9DF4-5FB7156F07BB}" dt="2023-10-01T13:53:35.182" v="2990" actId="14100"/>
          <ac:spMkLst>
            <pc:docMk/>
            <pc:sldMk cId="1639119700" sldId="371"/>
            <ac:spMk id="16" creationId="{7D19F05D-9329-C877-C293-3E3FE7EC78CD}"/>
          </ac:spMkLst>
        </pc:spChg>
        <pc:picChg chg="mod modCrop">
          <ac:chgData name="Arnaldo Satoru Gunzi" userId="41a30d14-40e4-4cae-bd0a-ce9e51e34c46" providerId="ADAL" clId="{CDBA1296-79E9-4519-9DF4-5FB7156F07BB}" dt="2023-10-01T13:49:07.791" v="2607" actId="14100"/>
          <ac:picMkLst>
            <pc:docMk/>
            <pc:sldMk cId="1639119700" sldId="371"/>
            <ac:picMk id="6" creationId="{C41DD2BE-B26D-64E1-1F66-4AFCF9701ADA}"/>
          </ac:picMkLst>
        </pc:picChg>
        <pc:picChg chg="add mod">
          <ac:chgData name="Arnaldo Satoru Gunzi" userId="41a30d14-40e4-4cae-bd0a-ce9e51e34c46" providerId="ADAL" clId="{CDBA1296-79E9-4519-9DF4-5FB7156F07BB}" dt="2023-10-01T13:51:53.901" v="2773" actId="1076"/>
          <ac:picMkLst>
            <pc:docMk/>
            <pc:sldMk cId="1639119700" sldId="371"/>
            <ac:picMk id="15" creationId="{CBC2ED84-CF33-0264-196B-CE4853E24A0D}"/>
          </ac:picMkLst>
        </pc:picChg>
        <pc:cxnChg chg="add mod">
          <ac:chgData name="Arnaldo Satoru Gunzi" userId="41a30d14-40e4-4cae-bd0a-ce9e51e34c46" providerId="ADAL" clId="{CDBA1296-79E9-4519-9DF4-5FB7156F07BB}" dt="2023-10-01T13:49:59.026" v="2623" actId="1076"/>
          <ac:cxnSpMkLst>
            <pc:docMk/>
            <pc:sldMk cId="1639119700" sldId="371"/>
            <ac:cxnSpMk id="8" creationId="{11FE9BEF-0ECE-6E73-08F8-803F8A71338A}"/>
          </ac:cxnSpMkLst>
        </pc:cxnChg>
        <pc:cxnChg chg="add del mod">
          <ac:chgData name="Arnaldo Satoru Gunzi" userId="41a30d14-40e4-4cae-bd0a-ce9e51e34c46" providerId="ADAL" clId="{CDBA1296-79E9-4519-9DF4-5FB7156F07BB}" dt="2023-10-01T13:49:37.527" v="2617" actId="478"/>
          <ac:cxnSpMkLst>
            <pc:docMk/>
            <pc:sldMk cId="1639119700" sldId="371"/>
            <ac:cxnSpMk id="11" creationId="{6EE3F6DB-BE28-0E57-DDB0-1D9086F7DBCF}"/>
          </ac:cxnSpMkLst>
        </pc:cxnChg>
      </pc:sldChg>
      <pc:sldChg chg="add">
        <pc:chgData name="Arnaldo Satoru Gunzi" userId="41a30d14-40e4-4cae-bd0a-ce9e51e34c46" providerId="ADAL" clId="{CDBA1296-79E9-4519-9DF4-5FB7156F07BB}" dt="2023-10-01T13:57:49.435" v="2993"/>
        <pc:sldMkLst>
          <pc:docMk/>
          <pc:sldMk cId="1472283737" sldId="372"/>
        </pc:sldMkLst>
      </pc:sldChg>
      <pc:sldChg chg="add del">
        <pc:chgData name="Arnaldo Satoru Gunzi" userId="41a30d14-40e4-4cae-bd0a-ce9e51e34c46" providerId="ADAL" clId="{CDBA1296-79E9-4519-9DF4-5FB7156F07BB}" dt="2023-10-01T13:57:46.727" v="2992"/>
        <pc:sldMkLst>
          <pc:docMk/>
          <pc:sldMk cId="2584432598" sldId="372"/>
        </pc:sldMkLst>
      </pc:sldChg>
      <pc:sldChg chg="add">
        <pc:chgData name="Arnaldo Satoru Gunzi" userId="41a30d14-40e4-4cae-bd0a-ce9e51e34c46" providerId="ADAL" clId="{CDBA1296-79E9-4519-9DF4-5FB7156F07BB}" dt="2023-10-01T14:06:50.537" v="3277"/>
        <pc:sldMkLst>
          <pc:docMk/>
          <pc:sldMk cId="1479315789" sldId="373"/>
        </pc:sldMkLst>
      </pc:sldChg>
      <pc:sldChg chg="delSp modSp add mod">
        <pc:chgData name="Arnaldo Satoru Gunzi" userId="41a30d14-40e4-4cae-bd0a-ce9e51e34c46" providerId="ADAL" clId="{CDBA1296-79E9-4519-9DF4-5FB7156F07BB}" dt="2023-10-01T14:10:43.843" v="3671" actId="1076"/>
        <pc:sldMkLst>
          <pc:docMk/>
          <pc:sldMk cId="2940724511" sldId="374"/>
        </pc:sldMkLst>
        <pc:spChg chg="del">
          <ac:chgData name="Arnaldo Satoru Gunzi" userId="41a30d14-40e4-4cae-bd0a-ce9e51e34c46" providerId="ADAL" clId="{CDBA1296-79E9-4519-9DF4-5FB7156F07BB}" dt="2023-10-01T14:07:30.012" v="3366" actId="478"/>
          <ac:spMkLst>
            <pc:docMk/>
            <pc:sldMk cId="2940724511" sldId="374"/>
            <ac:spMk id="2" creationId="{DCCCBFE8-5895-4ED2-7383-F033724D70CD}"/>
          </ac:spMkLst>
        </pc:spChg>
        <pc:spChg chg="mod">
          <ac:chgData name="Arnaldo Satoru Gunzi" userId="41a30d14-40e4-4cae-bd0a-ce9e51e34c46" providerId="ADAL" clId="{CDBA1296-79E9-4519-9DF4-5FB7156F07BB}" dt="2023-10-01T14:10:40.794" v="3670" actId="5793"/>
          <ac:spMkLst>
            <pc:docMk/>
            <pc:sldMk cId="2940724511" sldId="374"/>
            <ac:spMk id="3" creationId="{8C68C3B6-CC65-5D26-F7B0-1462F1C2894D}"/>
          </ac:spMkLst>
        </pc:spChg>
        <pc:spChg chg="del">
          <ac:chgData name="Arnaldo Satoru Gunzi" userId="41a30d14-40e4-4cae-bd0a-ce9e51e34c46" providerId="ADAL" clId="{CDBA1296-79E9-4519-9DF4-5FB7156F07BB}" dt="2023-10-01T14:07:30.012" v="3366" actId="478"/>
          <ac:spMkLst>
            <pc:docMk/>
            <pc:sldMk cId="2940724511" sldId="374"/>
            <ac:spMk id="10" creationId="{14E5F46F-DD3E-E5F1-8447-4282E3E59758}"/>
          </ac:spMkLst>
        </pc:spChg>
        <pc:spChg chg="del">
          <ac:chgData name="Arnaldo Satoru Gunzi" userId="41a30d14-40e4-4cae-bd0a-ce9e51e34c46" providerId="ADAL" clId="{CDBA1296-79E9-4519-9DF4-5FB7156F07BB}" dt="2023-10-01T14:07:27.748" v="3365" actId="478"/>
          <ac:spMkLst>
            <pc:docMk/>
            <pc:sldMk cId="2940724511" sldId="374"/>
            <ac:spMk id="13" creationId="{740E95AB-593D-5B7D-9DFF-32F80B02DDB7}"/>
          </ac:spMkLst>
        </pc:spChg>
        <pc:spChg chg="mod">
          <ac:chgData name="Arnaldo Satoru Gunzi" userId="41a30d14-40e4-4cae-bd0a-ce9e51e34c46" providerId="ADAL" clId="{CDBA1296-79E9-4519-9DF4-5FB7156F07BB}" dt="2023-10-01T14:10:43.843" v="3671" actId="1076"/>
          <ac:spMkLst>
            <pc:docMk/>
            <pc:sldMk cId="2940724511" sldId="374"/>
            <ac:spMk id="16" creationId="{7D19F05D-9329-C877-C293-3E3FE7EC78CD}"/>
          </ac:spMkLst>
        </pc:spChg>
        <pc:picChg chg="del">
          <ac:chgData name="Arnaldo Satoru Gunzi" userId="41a30d14-40e4-4cae-bd0a-ce9e51e34c46" providerId="ADAL" clId="{CDBA1296-79E9-4519-9DF4-5FB7156F07BB}" dt="2023-10-01T14:07:24.410" v="3364" actId="478"/>
          <ac:picMkLst>
            <pc:docMk/>
            <pc:sldMk cId="2940724511" sldId="374"/>
            <ac:picMk id="6" creationId="{C41DD2BE-B26D-64E1-1F66-4AFCF9701ADA}"/>
          </ac:picMkLst>
        </pc:picChg>
        <pc:picChg chg="del">
          <ac:chgData name="Arnaldo Satoru Gunzi" userId="41a30d14-40e4-4cae-bd0a-ce9e51e34c46" providerId="ADAL" clId="{CDBA1296-79E9-4519-9DF4-5FB7156F07BB}" dt="2023-10-01T14:07:31.917" v="3367" actId="478"/>
          <ac:picMkLst>
            <pc:docMk/>
            <pc:sldMk cId="2940724511" sldId="374"/>
            <ac:picMk id="15" creationId="{CBC2ED84-CF33-0264-196B-CE4853E24A0D}"/>
          </ac:picMkLst>
        </pc:picChg>
        <pc:cxnChg chg="del">
          <ac:chgData name="Arnaldo Satoru Gunzi" userId="41a30d14-40e4-4cae-bd0a-ce9e51e34c46" providerId="ADAL" clId="{CDBA1296-79E9-4519-9DF4-5FB7156F07BB}" dt="2023-10-01T14:07:30.012" v="3366" actId="478"/>
          <ac:cxnSpMkLst>
            <pc:docMk/>
            <pc:sldMk cId="2940724511" sldId="374"/>
            <ac:cxnSpMk id="8" creationId="{11FE9BEF-0ECE-6E73-08F8-803F8A71338A}"/>
          </ac:cxnSpMkLst>
        </pc:cxnChg>
      </pc:sldChg>
      <pc:sldChg chg="addSp delSp modSp mod">
        <pc:chgData name="Arnaldo Satoru Gunzi" userId="41a30d14-40e4-4cae-bd0a-ce9e51e34c46" providerId="ADAL" clId="{CDBA1296-79E9-4519-9DF4-5FB7156F07BB}" dt="2023-10-03T10:34:29.670" v="3991" actId="1076"/>
        <pc:sldMkLst>
          <pc:docMk/>
          <pc:sldMk cId="138425394" sldId="395"/>
        </pc:sldMkLst>
        <pc:spChg chg="add mod">
          <ac:chgData name="Arnaldo Satoru Gunzi" userId="41a30d14-40e4-4cae-bd0a-ce9e51e34c46" providerId="ADAL" clId="{CDBA1296-79E9-4519-9DF4-5FB7156F07BB}" dt="2023-10-03T10:34:07.563" v="3980" actId="20577"/>
          <ac:spMkLst>
            <pc:docMk/>
            <pc:sldMk cId="138425394" sldId="395"/>
            <ac:spMk id="2" creationId="{1B8CEF1B-E291-BB8B-1D1F-E29844DEE80D}"/>
          </ac:spMkLst>
        </pc:spChg>
        <pc:spChg chg="add del">
          <ac:chgData name="Arnaldo Satoru Gunzi" userId="41a30d14-40e4-4cae-bd0a-ce9e51e34c46" providerId="ADAL" clId="{CDBA1296-79E9-4519-9DF4-5FB7156F07BB}" dt="2023-10-03T10:34:16.202" v="3984" actId="22"/>
          <ac:spMkLst>
            <pc:docMk/>
            <pc:sldMk cId="138425394" sldId="395"/>
            <ac:spMk id="8" creationId="{7612C3DB-7323-7EAD-1793-2E685A853918}"/>
          </ac:spMkLst>
        </pc:spChg>
        <pc:spChg chg="add mod">
          <ac:chgData name="Arnaldo Satoru Gunzi" userId="41a30d14-40e4-4cae-bd0a-ce9e51e34c46" providerId="ADAL" clId="{CDBA1296-79E9-4519-9DF4-5FB7156F07BB}" dt="2023-10-03T10:34:29.670" v="3991" actId="1076"/>
          <ac:spMkLst>
            <pc:docMk/>
            <pc:sldMk cId="138425394" sldId="395"/>
            <ac:spMk id="10" creationId="{3BB595D5-270C-E1C3-C7E1-2C07442BC166}"/>
          </ac:spMkLst>
        </pc:spChg>
        <pc:picChg chg="add mod">
          <ac:chgData name="Arnaldo Satoru Gunzi" userId="41a30d14-40e4-4cae-bd0a-ce9e51e34c46" providerId="ADAL" clId="{CDBA1296-79E9-4519-9DF4-5FB7156F07BB}" dt="2023-10-03T10:34:05.046" v="3967" actId="14100"/>
          <ac:picMkLst>
            <pc:docMk/>
            <pc:sldMk cId="138425394" sldId="395"/>
            <ac:picMk id="5" creationId="{F13C17E5-3E9C-E2AB-748F-1BE4089D50DA}"/>
          </ac:picMkLst>
        </pc:picChg>
      </pc:sldChg>
      <pc:sldChg chg="addSp delSp modSp add mod">
        <pc:chgData name="Arnaldo Satoru Gunzi" userId="41a30d14-40e4-4cae-bd0a-ce9e51e34c46" providerId="ADAL" clId="{CDBA1296-79E9-4519-9DF4-5FB7156F07BB}" dt="2023-10-03T10:38:10.765" v="4180" actId="1076"/>
        <pc:sldMkLst>
          <pc:docMk/>
          <pc:sldMk cId="2167482450" sldId="396"/>
        </pc:sldMkLst>
        <pc:spChg chg="mod">
          <ac:chgData name="Arnaldo Satoru Gunzi" userId="41a30d14-40e4-4cae-bd0a-ce9e51e34c46" providerId="ADAL" clId="{CDBA1296-79E9-4519-9DF4-5FB7156F07BB}" dt="2023-10-03T10:37:14.269" v="4157" actId="20577"/>
          <ac:spMkLst>
            <pc:docMk/>
            <pc:sldMk cId="2167482450" sldId="396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CDBA1296-79E9-4519-9DF4-5FB7156F07BB}" dt="2023-10-03T10:38:06.918" v="4178" actId="1076"/>
          <ac:spMkLst>
            <pc:docMk/>
            <pc:sldMk cId="2167482450" sldId="396"/>
            <ac:spMk id="69" creationId="{4E1EB7D3-BC8D-7624-8903-BDF7403BFD34}"/>
          </ac:spMkLst>
        </pc:spChg>
        <pc:picChg chg="del">
          <ac:chgData name="Arnaldo Satoru Gunzi" userId="41a30d14-40e4-4cae-bd0a-ce9e51e34c46" providerId="ADAL" clId="{CDBA1296-79E9-4519-9DF4-5FB7156F07BB}" dt="2023-10-03T10:37:18.403" v="4158" actId="478"/>
          <ac:picMkLst>
            <pc:docMk/>
            <pc:sldMk cId="2167482450" sldId="396"/>
            <ac:picMk id="2" creationId="{E2A59BCF-7301-7821-ED7B-63C2FB902C52}"/>
          </ac:picMkLst>
        </pc:picChg>
        <pc:picChg chg="add mod">
          <ac:chgData name="Arnaldo Satoru Gunzi" userId="41a30d14-40e4-4cae-bd0a-ce9e51e34c46" providerId="ADAL" clId="{CDBA1296-79E9-4519-9DF4-5FB7156F07BB}" dt="2023-10-03T10:38:10.765" v="4180" actId="1076"/>
          <ac:picMkLst>
            <pc:docMk/>
            <pc:sldMk cId="2167482450" sldId="396"/>
            <ac:picMk id="5" creationId="{1CA35A5F-7E3B-5188-9B17-3EEF59AAA73F}"/>
          </ac:picMkLst>
        </pc:picChg>
      </pc:sldChg>
      <pc:sldChg chg="addSp delSp modSp add mod">
        <pc:chgData name="Arnaldo Satoru Gunzi" userId="41a30d14-40e4-4cae-bd0a-ce9e51e34c46" providerId="ADAL" clId="{CDBA1296-79E9-4519-9DF4-5FB7156F07BB}" dt="2023-10-03T11:00:49.583" v="4438" actId="6549"/>
        <pc:sldMkLst>
          <pc:docMk/>
          <pc:sldMk cId="1850304679" sldId="397"/>
        </pc:sldMkLst>
        <pc:spChg chg="mod">
          <ac:chgData name="Arnaldo Satoru Gunzi" userId="41a30d14-40e4-4cae-bd0a-ce9e51e34c46" providerId="ADAL" clId="{CDBA1296-79E9-4519-9DF4-5FB7156F07BB}" dt="2023-10-03T10:58:35.517" v="4354" actId="20577"/>
          <ac:spMkLst>
            <pc:docMk/>
            <pc:sldMk cId="1850304679" sldId="397"/>
            <ac:spMk id="3" creationId="{6711D756-6641-F254-AADE-C1765DE7D80C}"/>
          </ac:spMkLst>
        </pc:spChg>
        <pc:spChg chg="add mod">
          <ac:chgData name="Arnaldo Satoru Gunzi" userId="41a30d14-40e4-4cae-bd0a-ce9e51e34c46" providerId="ADAL" clId="{CDBA1296-79E9-4519-9DF4-5FB7156F07BB}" dt="2023-10-03T10:58:58.869" v="4360" actId="20577"/>
          <ac:spMkLst>
            <pc:docMk/>
            <pc:sldMk cId="1850304679" sldId="397"/>
            <ac:spMk id="4" creationId="{FA85667C-86EA-CE1D-C8FE-05CFCA875382}"/>
          </ac:spMkLst>
        </pc:spChg>
        <pc:spChg chg="add mod">
          <ac:chgData name="Arnaldo Satoru Gunzi" userId="41a30d14-40e4-4cae-bd0a-ce9e51e34c46" providerId="ADAL" clId="{CDBA1296-79E9-4519-9DF4-5FB7156F07BB}" dt="2023-10-03T11:00:49.583" v="4438" actId="6549"/>
          <ac:spMkLst>
            <pc:docMk/>
            <pc:sldMk cId="1850304679" sldId="397"/>
            <ac:spMk id="8" creationId="{5EAF1AB4-56BB-C678-93FA-8908E6474F99}"/>
          </ac:spMkLst>
        </pc:spChg>
        <pc:spChg chg="del">
          <ac:chgData name="Arnaldo Satoru Gunzi" userId="41a30d14-40e4-4cae-bd0a-ce9e51e34c46" providerId="ADAL" clId="{CDBA1296-79E9-4519-9DF4-5FB7156F07BB}" dt="2023-10-03T10:59:06.077" v="4361" actId="478"/>
          <ac:spMkLst>
            <pc:docMk/>
            <pc:sldMk cId="1850304679" sldId="397"/>
            <ac:spMk id="69" creationId="{4E1EB7D3-BC8D-7624-8903-BDF7403BFD34}"/>
          </ac:spMkLst>
        </pc:spChg>
        <pc:picChg chg="del">
          <ac:chgData name="Arnaldo Satoru Gunzi" userId="41a30d14-40e4-4cae-bd0a-ce9e51e34c46" providerId="ADAL" clId="{CDBA1296-79E9-4519-9DF4-5FB7156F07BB}" dt="2023-10-03T10:58:51.013" v="4355" actId="478"/>
          <ac:picMkLst>
            <pc:docMk/>
            <pc:sldMk cId="1850304679" sldId="397"/>
            <ac:picMk id="5" creationId="{1CA35A5F-7E3B-5188-9B17-3EEF59AAA73F}"/>
          </ac:picMkLst>
        </pc:picChg>
        <pc:picChg chg="add mod">
          <ac:chgData name="Arnaldo Satoru Gunzi" userId="41a30d14-40e4-4cae-bd0a-ce9e51e34c46" providerId="ADAL" clId="{CDBA1296-79E9-4519-9DF4-5FB7156F07BB}" dt="2023-10-03T11:00:44.661" v="4425" actId="1076"/>
          <ac:picMkLst>
            <pc:docMk/>
            <pc:sldMk cId="1850304679" sldId="397"/>
            <ac:picMk id="6" creationId="{E03EEC85-C7BC-76AB-AFDD-04663D21BA41}"/>
          </ac:picMkLst>
        </pc:picChg>
      </pc:sldChg>
      <pc:sldChg chg="addSp delSp modSp add mod">
        <pc:chgData name="Arnaldo Satoru Gunzi" userId="41a30d14-40e4-4cae-bd0a-ce9e51e34c46" providerId="ADAL" clId="{CDBA1296-79E9-4519-9DF4-5FB7156F07BB}" dt="2023-10-03T11:07:09.978" v="4524" actId="1076"/>
        <pc:sldMkLst>
          <pc:docMk/>
          <pc:sldMk cId="3300331641" sldId="398"/>
        </pc:sldMkLst>
        <pc:spChg chg="mod">
          <ac:chgData name="Arnaldo Satoru Gunzi" userId="41a30d14-40e4-4cae-bd0a-ce9e51e34c46" providerId="ADAL" clId="{CDBA1296-79E9-4519-9DF4-5FB7156F07BB}" dt="2023-10-03T11:03:38.725" v="4478" actId="20577"/>
          <ac:spMkLst>
            <pc:docMk/>
            <pc:sldMk cId="3300331641" sldId="398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CDBA1296-79E9-4519-9DF4-5FB7156F07BB}" dt="2023-10-03T11:04:28.634" v="4502" actId="14100"/>
          <ac:spMkLst>
            <pc:docMk/>
            <pc:sldMk cId="3300331641" sldId="398"/>
            <ac:spMk id="4" creationId="{FA85667C-86EA-CE1D-C8FE-05CFCA875382}"/>
          </ac:spMkLst>
        </pc:spChg>
        <pc:spChg chg="mod">
          <ac:chgData name="Arnaldo Satoru Gunzi" userId="41a30d14-40e4-4cae-bd0a-ce9e51e34c46" providerId="ADAL" clId="{CDBA1296-79E9-4519-9DF4-5FB7156F07BB}" dt="2023-10-03T11:04:36.618" v="4522" actId="6549"/>
          <ac:spMkLst>
            <pc:docMk/>
            <pc:sldMk cId="3300331641" sldId="398"/>
            <ac:spMk id="8" creationId="{5EAF1AB4-56BB-C678-93FA-8908E6474F99}"/>
          </ac:spMkLst>
        </pc:spChg>
        <pc:picChg chg="add mod">
          <ac:chgData name="Arnaldo Satoru Gunzi" userId="41a30d14-40e4-4cae-bd0a-ce9e51e34c46" providerId="ADAL" clId="{CDBA1296-79E9-4519-9DF4-5FB7156F07BB}" dt="2023-10-03T11:07:09.978" v="4524" actId="1076"/>
          <ac:picMkLst>
            <pc:docMk/>
            <pc:sldMk cId="3300331641" sldId="398"/>
            <ac:picMk id="5" creationId="{315879BE-9D80-CEAE-4F50-D90DA37908A3}"/>
          </ac:picMkLst>
        </pc:picChg>
        <pc:picChg chg="del">
          <ac:chgData name="Arnaldo Satoru Gunzi" userId="41a30d14-40e4-4cae-bd0a-ce9e51e34c46" providerId="ADAL" clId="{CDBA1296-79E9-4519-9DF4-5FB7156F07BB}" dt="2023-10-03T11:03:28.423" v="4440" actId="478"/>
          <ac:picMkLst>
            <pc:docMk/>
            <pc:sldMk cId="3300331641" sldId="398"/>
            <ac:picMk id="6" creationId="{E03EEC85-C7BC-76AB-AFDD-04663D21BA41}"/>
          </ac:picMkLst>
        </pc:picChg>
      </pc:sldChg>
      <pc:sldChg chg="addSp delSp modSp add mod">
        <pc:chgData name="Arnaldo Satoru Gunzi" userId="41a30d14-40e4-4cae-bd0a-ce9e51e34c46" providerId="ADAL" clId="{CDBA1296-79E9-4519-9DF4-5FB7156F07BB}" dt="2023-10-03T11:13:12.049" v="4553" actId="14100"/>
        <pc:sldMkLst>
          <pc:docMk/>
          <pc:sldMk cId="1273261048" sldId="399"/>
        </pc:sldMkLst>
        <pc:spChg chg="add del">
          <ac:chgData name="Arnaldo Satoru Gunzi" userId="41a30d14-40e4-4cae-bd0a-ce9e51e34c46" providerId="ADAL" clId="{CDBA1296-79E9-4519-9DF4-5FB7156F07BB}" dt="2023-10-03T11:13:07.606" v="4550"/>
          <ac:spMkLst>
            <pc:docMk/>
            <pc:sldMk cId="1273261048" sldId="399"/>
            <ac:spMk id="2" creationId="{D70808B7-6FAE-68D9-4DB0-0F5B933C8AE0}"/>
          </ac:spMkLst>
        </pc:spChg>
        <pc:spChg chg="mod">
          <ac:chgData name="Arnaldo Satoru Gunzi" userId="41a30d14-40e4-4cae-bd0a-ce9e51e34c46" providerId="ADAL" clId="{CDBA1296-79E9-4519-9DF4-5FB7156F07BB}" dt="2023-10-03T11:12:57.423" v="4544" actId="20577"/>
          <ac:spMkLst>
            <pc:docMk/>
            <pc:sldMk cId="1273261048" sldId="399"/>
            <ac:spMk id="4" creationId="{FA85667C-86EA-CE1D-C8FE-05CFCA875382}"/>
          </ac:spMkLst>
        </pc:spChg>
        <pc:spChg chg="del">
          <ac:chgData name="Arnaldo Satoru Gunzi" userId="41a30d14-40e4-4cae-bd0a-ce9e51e34c46" providerId="ADAL" clId="{CDBA1296-79E9-4519-9DF4-5FB7156F07BB}" dt="2023-10-03T11:13:04.854" v="4546" actId="478"/>
          <ac:spMkLst>
            <pc:docMk/>
            <pc:sldMk cId="1273261048" sldId="399"/>
            <ac:spMk id="8" creationId="{5EAF1AB4-56BB-C678-93FA-8908E6474F99}"/>
          </ac:spMkLst>
        </pc:spChg>
        <pc:picChg chg="del">
          <ac:chgData name="Arnaldo Satoru Gunzi" userId="41a30d14-40e4-4cae-bd0a-ce9e51e34c46" providerId="ADAL" clId="{CDBA1296-79E9-4519-9DF4-5FB7156F07BB}" dt="2023-10-03T11:12:59.108" v="4545" actId="478"/>
          <ac:picMkLst>
            <pc:docMk/>
            <pc:sldMk cId="1273261048" sldId="399"/>
            <ac:picMk id="5" creationId="{315879BE-9D80-CEAE-4F50-D90DA37908A3}"/>
          </ac:picMkLst>
        </pc:picChg>
        <pc:picChg chg="add mod">
          <ac:chgData name="Arnaldo Satoru Gunzi" userId="41a30d14-40e4-4cae-bd0a-ce9e51e34c46" providerId="ADAL" clId="{CDBA1296-79E9-4519-9DF4-5FB7156F07BB}" dt="2023-10-03T11:13:12.049" v="4553" actId="14100"/>
          <ac:picMkLst>
            <pc:docMk/>
            <pc:sldMk cId="1273261048" sldId="399"/>
            <ac:picMk id="6" creationId="{FB5A834E-F20A-6FE6-F47D-FA171C32C76C}"/>
          </ac:picMkLst>
        </pc:picChg>
      </pc:sldChg>
      <pc:sldChg chg="addSp delSp modSp add mod">
        <pc:chgData name="Arnaldo Satoru Gunzi" userId="41a30d14-40e4-4cae-bd0a-ce9e51e34c46" providerId="ADAL" clId="{CDBA1296-79E9-4519-9DF4-5FB7156F07BB}" dt="2023-10-03T11:16:40.817" v="4566" actId="1076"/>
        <pc:sldMkLst>
          <pc:docMk/>
          <pc:sldMk cId="2062528187" sldId="400"/>
        </pc:sldMkLst>
        <pc:spChg chg="del mod">
          <ac:chgData name="Arnaldo Satoru Gunzi" userId="41a30d14-40e4-4cae-bd0a-ce9e51e34c46" providerId="ADAL" clId="{CDBA1296-79E9-4519-9DF4-5FB7156F07BB}" dt="2023-10-03T11:16:36.502" v="4564" actId="478"/>
          <ac:spMkLst>
            <pc:docMk/>
            <pc:sldMk cId="2062528187" sldId="400"/>
            <ac:spMk id="4" creationId="{FA85667C-86EA-CE1D-C8FE-05CFCA875382}"/>
          </ac:spMkLst>
        </pc:spChg>
        <pc:spChg chg="add mod">
          <ac:chgData name="Arnaldo Satoru Gunzi" userId="41a30d14-40e4-4cae-bd0a-ce9e51e34c46" providerId="ADAL" clId="{CDBA1296-79E9-4519-9DF4-5FB7156F07BB}" dt="2023-10-03T11:16:39.090" v="4565" actId="1076"/>
          <ac:spMkLst>
            <pc:docMk/>
            <pc:sldMk cId="2062528187" sldId="400"/>
            <ac:spMk id="5" creationId="{BCE5BE39-2B03-4329-371E-A119ABD3EF3E}"/>
          </ac:spMkLst>
        </pc:spChg>
        <pc:picChg chg="del">
          <ac:chgData name="Arnaldo Satoru Gunzi" userId="41a30d14-40e4-4cae-bd0a-ce9e51e34c46" providerId="ADAL" clId="{CDBA1296-79E9-4519-9DF4-5FB7156F07BB}" dt="2023-10-03T11:15:40.852" v="4555" actId="478"/>
          <ac:picMkLst>
            <pc:docMk/>
            <pc:sldMk cId="2062528187" sldId="400"/>
            <ac:picMk id="6" creationId="{FB5A834E-F20A-6FE6-F47D-FA171C32C76C}"/>
          </ac:picMkLst>
        </pc:picChg>
        <pc:picChg chg="add mod">
          <ac:chgData name="Arnaldo Satoru Gunzi" userId="41a30d14-40e4-4cae-bd0a-ce9e51e34c46" providerId="ADAL" clId="{CDBA1296-79E9-4519-9DF4-5FB7156F07BB}" dt="2023-10-03T11:16:40.817" v="4566" actId="1076"/>
          <ac:picMkLst>
            <pc:docMk/>
            <pc:sldMk cId="2062528187" sldId="400"/>
            <ac:picMk id="9" creationId="{E242077A-A4CB-74B8-AED2-35A995CE200F}"/>
          </ac:picMkLst>
        </pc:picChg>
      </pc:sldChg>
      <pc:sldChg chg="delSp modSp add mod">
        <pc:chgData name="Arnaldo Satoru Gunzi" userId="41a30d14-40e4-4cae-bd0a-ce9e51e34c46" providerId="ADAL" clId="{CDBA1296-79E9-4519-9DF4-5FB7156F07BB}" dt="2023-10-03T11:17:14.805" v="4570" actId="20577"/>
        <pc:sldMkLst>
          <pc:docMk/>
          <pc:sldMk cId="1189844549" sldId="401"/>
        </pc:sldMkLst>
        <pc:spChg chg="mod">
          <ac:chgData name="Arnaldo Satoru Gunzi" userId="41a30d14-40e4-4cae-bd0a-ce9e51e34c46" providerId="ADAL" clId="{CDBA1296-79E9-4519-9DF4-5FB7156F07BB}" dt="2023-10-03T11:17:14.805" v="4570" actId="20577"/>
          <ac:spMkLst>
            <pc:docMk/>
            <pc:sldMk cId="1189844549" sldId="401"/>
            <ac:spMk id="5" creationId="{BCE5BE39-2B03-4329-371E-A119ABD3EF3E}"/>
          </ac:spMkLst>
        </pc:spChg>
        <pc:picChg chg="del">
          <ac:chgData name="Arnaldo Satoru Gunzi" userId="41a30d14-40e4-4cae-bd0a-ce9e51e34c46" providerId="ADAL" clId="{CDBA1296-79E9-4519-9DF4-5FB7156F07BB}" dt="2023-10-03T11:17:12.535" v="4569" actId="478"/>
          <ac:picMkLst>
            <pc:docMk/>
            <pc:sldMk cId="1189844549" sldId="401"/>
            <ac:picMk id="9" creationId="{E242077A-A4CB-74B8-AED2-35A995CE200F}"/>
          </ac:picMkLst>
        </pc:picChg>
      </pc:sldChg>
      <pc:sldChg chg="addSp delSp modSp add mod">
        <pc:chgData name="Arnaldo Satoru Gunzi" userId="41a30d14-40e4-4cae-bd0a-ce9e51e34c46" providerId="ADAL" clId="{CDBA1296-79E9-4519-9DF4-5FB7156F07BB}" dt="2023-10-03T11:17:43.520" v="4574" actId="1076"/>
        <pc:sldMkLst>
          <pc:docMk/>
          <pc:sldMk cId="830759687" sldId="402"/>
        </pc:sldMkLst>
        <pc:spChg chg="del">
          <ac:chgData name="Arnaldo Satoru Gunzi" userId="41a30d14-40e4-4cae-bd0a-ce9e51e34c46" providerId="ADAL" clId="{CDBA1296-79E9-4519-9DF4-5FB7156F07BB}" dt="2023-10-03T11:17:21.054" v="4572" actId="478"/>
          <ac:spMkLst>
            <pc:docMk/>
            <pc:sldMk cId="830759687" sldId="402"/>
            <ac:spMk id="5" creationId="{BCE5BE39-2B03-4329-371E-A119ABD3EF3E}"/>
          </ac:spMkLst>
        </pc:spChg>
        <pc:picChg chg="add mod">
          <ac:chgData name="Arnaldo Satoru Gunzi" userId="41a30d14-40e4-4cae-bd0a-ce9e51e34c46" providerId="ADAL" clId="{CDBA1296-79E9-4519-9DF4-5FB7156F07BB}" dt="2023-10-03T11:17:43.520" v="4574" actId="1076"/>
          <ac:picMkLst>
            <pc:docMk/>
            <pc:sldMk cId="830759687" sldId="402"/>
            <ac:picMk id="4" creationId="{BD130A9A-BD26-A25C-BCDB-E1D996A35F0A}"/>
          </ac:picMkLst>
        </pc:picChg>
      </pc:sldChg>
      <pc:sldChg chg="addSp delSp modSp add mod">
        <pc:chgData name="Arnaldo Satoru Gunzi" userId="41a30d14-40e4-4cae-bd0a-ce9e51e34c46" providerId="ADAL" clId="{CDBA1296-79E9-4519-9DF4-5FB7156F07BB}" dt="2023-10-03T11:19:19.657" v="4590" actId="6549"/>
        <pc:sldMkLst>
          <pc:docMk/>
          <pc:sldMk cId="1672552183" sldId="403"/>
        </pc:sldMkLst>
        <pc:spChg chg="add mod">
          <ac:chgData name="Arnaldo Satoru Gunzi" userId="41a30d14-40e4-4cae-bd0a-ce9e51e34c46" providerId="ADAL" clId="{CDBA1296-79E9-4519-9DF4-5FB7156F07BB}" dt="2023-10-03T11:19:19.657" v="4590" actId="6549"/>
          <ac:spMkLst>
            <pc:docMk/>
            <pc:sldMk cId="1672552183" sldId="403"/>
            <ac:spMk id="8" creationId="{198DB826-49A9-BA94-3519-6A509A8E8DFC}"/>
          </ac:spMkLst>
        </pc:spChg>
        <pc:picChg chg="del">
          <ac:chgData name="Arnaldo Satoru Gunzi" userId="41a30d14-40e4-4cae-bd0a-ce9e51e34c46" providerId="ADAL" clId="{CDBA1296-79E9-4519-9DF4-5FB7156F07BB}" dt="2023-10-03T11:17:48.317" v="4576" actId="478"/>
          <ac:picMkLst>
            <pc:docMk/>
            <pc:sldMk cId="1672552183" sldId="403"/>
            <ac:picMk id="4" creationId="{BD130A9A-BD26-A25C-BCDB-E1D996A35F0A}"/>
          </ac:picMkLst>
        </pc:picChg>
        <pc:picChg chg="add mod">
          <ac:chgData name="Arnaldo Satoru Gunzi" userId="41a30d14-40e4-4cae-bd0a-ce9e51e34c46" providerId="ADAL" clId="{CDBA1296-79E9-4519-9DF4-5FB7156F07BB}" dt="2023-10-03T11:18:40.753" v="4588" actId="1076"/>
          <ac:picMkLst>
            <pc:docMk/>
            <pc:sldMk cId="1672552183" sldId="403"/>
            <ac:picMk id="5" creationId="{31793CEC-0CB6-F385-A692-7931A9B65A72}"/>
          </ac:picMkLst>
        </pc:picChg>
      </pc:sldChg>
      <pc:sldChg chg="addSp delSp modSp add mod">
        <pc:chgData name="Arnaldo Satoru Gunzi" userId="41a30d14-40e4-4cae-bd0a-ce9e51e34c46" providerId="ADAL" clId="{CDBA1296-79E9-4519-9DF4-5FB7156F07BB}" dt="2023-10-03T11:29:50.652" v="5309" actId="14100"/>
        <pc:sldMkLst>
          <pc:docMk/>
          <pc:sldMk cId="2992169621" sldId="404"/>
        </pc:sldMkLst>
        <pc:spChg chg="add mod">
          <ac:chgData name="Arnaldo Satoru Gunzi" userId="41a30d14-40e4-4cae-bd0a-ce9e51e34c46" providerId="ADAL" clId="{CDBA1296-79E9-4519-9DF4-5FB7156F07BB}" dt="2023-10-03T11:28:05.951" v="5002" actId="21"/>
          <ac:spMkLst>
            <pc:docMk/>
            <pc:sldMk cId="2992169621" sldId="404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CDBA1296-79E9-4519-9DF4-5FB7156F07BB}" dt="2023-10-03T11:24:28.712" v="4617" actId="20577"/>
          <ac:spMkLst>
            <pc:docMk/>
            <pc:sldMk cId="2992169621" sldId="404"/>
            <ac:spMk id="3" creationId="{6711D756-6641-F254-AADE-C1765DE7D80C}"/>
          </ac:spMkLst>
        </pc:spChg>
        <pc:spChg chg="mod">
          <ac:chgData name="Arnaldo Satoru Gunzi" userId="41a30d14-40e4-4cae-bd0a-ce9e51e34c46" providerId="ADAL" clId="{CDBA1296-79E9-4519-9DF4-5FB7156F07BB}" dt="2023-10-03T11:26:22.525" v="4761" actId="404"/>
          <ac:spMkLst>
            <pc:docMk/>
            <pc:sldMk cId="2992169621" sldId="404"/>
            <ac:spMk id="6" creationId="{D90048F4-EF24-0AE5-AC39-43F82E1DD18E}"/>
          </ac:spMkLst>
        </pc:spChg>
        <pc:spChg chg="del">
          <ac:chgData name="Arnaldo Satoru Gunzi" userId="41a30d14-40e4-4cae-bd0a-ce9e51e34c46" providerId="ADAL" clId="{CDBA1296-79E9-4519-9DF4-5FB7156F07BB}" dt="2023-10-03T11:24:31.908" v="4618" actId="478"/>
          <ac:spMkLst>
            <pc:docMk/>
            <pc:sldMk cId="2992169621" sldId="404"/>
            <ac:spMk id="8" creationId="{198DB826-49A9-BA94-3519-6A509A8E8DFC}"/>
          </ac:spMkLst>
        </pc:spChg>
        <pc:spChg chg="mod">
          <ac:chgData name="Arnaldo Satoru Gunzi" userId="41a30d14-40e4-4cae-bd0a-ce9e51e34c46" providerId="ADAL" clId="{CDBA1296-79E9-4519-9DF4-5FB7156F07BB}" dt="2023-10-03T11:26:22.525" v="4761" actId="404"/>
          <ac:spMkLst>
            <pc:docMk/>
            <pc:sldMk cId="2992169621" sldId="404"/>
            <ac:spMk id="9" creationId="{5AE4082D-E662-94A1-5805-0EF1416D66F7}"/>
          </ac:spMkLst>
        </pc:spChg>
        <pc:spChg chg="mod">
          <ac:chgData name="Arnaldo Satoru Gunzi" userId="41a30d14-40e4-4cae-bd0a-ce9e51e34c46" providerId="ADAL" clId="{CDBA1296-79E9-4519-9DF4-5FB7156F07BB}" dt="2023-10-03T11:26:22.525" v="4761" actId="404"/>
          <ac:spMkLst>
            <pc:docMk/>
            <pc:sldMk cId="2992169621" sldId="404"/>
            <ac:spMk id="10" creationId="{860739CD-0F30-36D4-C2AC-E665FD7567D5}"/>
          </ac:spMkLst>
        </pc:spChg>
        <pc:spChg chg="mod">
          <ac:chgData name="Arnaldo Satoru Gunzi" userId="41a30d14-40e4-4cae-bd0a-ce9e51e34c46" providerId="ADAL" clId="{CDBA1296-79E9-4519-9DF4-5FB7156F07BB}" dt="2023-10-03T11:26:22.525" v="4761" actId="404"/>
          <ac:spMkLst>
            <pc:docMk/>
            <pc:sldMk cId="2992169621" sldId="404"/>
            <ac:spMk id="11" creationId="{35FC2F42-0C40-BEBD-C390-83A7311A7D26}"/>
          </ac:spMkLst>
        </pc:spChg>
        <pc:spChg chg="mod">
          <ac:chgData name="Arnaldo Satoru Gunzi" userId="41a30d14-40e4-4cae-bd0a-ce9e51e34c46" providerId="ADAL" clId="{CDBA1296-79E9-4519-9DF4-5FB7156F07BB}" dt="2023-10-03T11:26:22.525" v="4761" actId="404"/>
          <ac:spMkLst>
            <pc:docMk/>
            <pc:sldMk cId="2992169621" sldId="404"/>
            <ac:spMk id="12" creationId="{FF15009B-B271-583B-7015-56F96887F467}"/>
          </ac:spMkLst>
        </pc:spChg>
        <pc:spChg chg="mod">
          <ac:chgData name="Arnaldo Satoru Gunzi" userId="41a30d14-40e4-4cae-bd0a-ce9e51e34c46" providerId="ADAL" clId="{CDBA1296-79E9-4519-9DF4-5FB7156F07BB}" dt="2023-10-03T11:26:22.525" v="4761" actId="404"/>
          <ac:spMkLst>
            <pc:docMk/>
            <pc:sldMk cId="2992169621" sldId="404"/>
            <ac:spMk id="13" creationId="{DD60F103-C121-5867-CA2B-2863B478F004}"/>
          </ac:spMkLst>
        </pc:spChg>
        <pc:spChg chg="mod">
          <ac:chgData name="Arnaldo Satoru Gunzi" userId="41a30d14-40e4-4cae-bd0a-ce9e51e34c46" providerId="ADAL" clId="{CDBA1296-79E9-4519-9DF4-5FB7156F07BB}" dt="2023-10-03T11:26:22.525" v="4761" actId="404"/>
          <ac:spMkLst>
            <pc:docMk/>
            <pc:sldMk cId="2992169621" sldId="404"/>
            <ac:spMk id="14" creationId="{1FCA0F0D-AEDD-2B0A-A7EC-C30FEA68B595}"/>
          </ac:spMkLst>
        </pc:spChg>
        <pc:spChg chg="mod">
          <ac:chgData name="Arnaldo Satoru Gunzi" userId="41a30d14-40e4-4cae-bd0a-ce9e51e34c46" providerId="ADAL" clId="{CDBA1296-79E9-4519-9DF4-5FB7156F07BB}" dt="2023-10-03T11:28:22.719" v="5014" actId="20577"/>
          <ac:spMkLst>
            <pc:docMk/>
            <pc:sldMk cId="2992169621" sldId="404"/>
            <ac:spMk id="17" creationId="{8BA7E903-8B82-71B1-C687-EA66C1C7E1A0}"/>
          </ac:spMkLst>
        </pc:spChg>
        <pc:spChg chg="mod">
          <ac:chgData name="Arnaldo Satoru Gunzi" userId="41a30d14-40e4-4cae-bd0a-ce9e51e34c46" providerId="ADAL" clId="{CDBA1296-79E9-4519-9DF4-5FB7156F07BB}" dt="2023-10-03T11:28:26.970" v="5018" actId="20577"/>
          <ac:spMkLst>
            <pc:docMk/>
            <pc:sldMk cId="2992169621" sldId="404"/>
            <ac:spMk id="18" creationId="{A24A630C-1034-0C9A-6FF6-4FF16C31CD7D}"/>
          </ac:spMkLst>
        </pc:spChg>
        <pc:spChg chg="mod">
          <ac:chgData name="Arnaldo Satoru Gunzi" userId="41a30d14-40e4-4cae-bd0a-ce9e51e34c46" providerId="ADAL" clId="{CDBA1296-79E9-4519-9DF4-5FB7156F07BB}" dt="2023-10-03T11:28:30.584" v="5022" actId="20577"/>
          <ac:spMkLst>
            <pc:docMk/>
            <pc:sldMk cId="2992169621" sldId="404"/>
            <ac:spMk id="19" creationId="{68B9172C-79C0-24D8-2232-7256B2B30BE4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20" creationId="{15243AFD-D7D2-2409-2E5F-52B0B85CDE56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21" creationId="{F66A7BF8-CE8C-AD48-DDC4-64DDC6A13A3E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22" creationId="{D091E587-D859-A706-839D-BBAB117F3EA9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23" creationId="{B0B5684E-97A4-8773-62F6-8BECA9048778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24" creationId="{1B258E38-C2D8-5C72-16AA-937B57BE28B2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25" creationId="{0D064E35-C24D-A774-9BC9-9ABD83E19F40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26" creationId="{D91F9F8E-F54E-DF8E-498F-39DCB31E056E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27" creationId="{A58ADA19-855F-7E10-F217-341BE3548D05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28" creationId="{73D326CA-19DE-D740-177D-61E2AE35220E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29" creationId="{961987A5-6550-C045-6973-FD699E4859BD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30" creationId="{274A84FF-4B77-85CB-09BF-4F6E4D125FD5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31" creationId="{82E2AE4A-64FB-A861-DB02-43ECF8A7CE8F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32" creationId="{93AA6A32-307C-A6F6-6011-0F72191CF779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33" creationId="{4C86F67E-D048-9735-9BE2-5BDF1F764EE8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34" creationId="{A149A7DD-A7EE-CA12-A7C5-58551DE8BBC8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35" creationId="{58DCC536-9835-2FFC-E6C7-3E5EF1C19758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36" creationId="{2F67605E-0B8D-ECB8-4829-181BD7B5E825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37" creationId="{96F03286-B6D8-F010-5B2F-EDF0C0E4530E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59" creationId="{5D42D567-C412-7B3C-4A4B-6621D24D3F5A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60" creationId="{2DC492EE-8C45-57EA-83E4-0216476731A0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61" creationId="{F5A953C7-2AC8-0C72-76D5-06E158636F3D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62" creationId="{F68982F3-7C7D-9652-19FF-6A8BC3062F32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63" creationId="{8D32B0C3-CCFF-1C42-77BF-E8406746A1F5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64" creationId="{04086117-4204-CC14-811D-16A09FDB866C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65" creationId="{E824E53C-4693-2088-E687-F42136233700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66" creationId="{31743AB4-0EA4-9BA0-B121-4DA5FDC1677E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67" creationId="{0B5B1EC0-36FF-341E-8DAD-4AF161A16D98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68" creationId="{C377E6EA-D55A-1710-D568-075367013EB8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69" creationId="{8C1A3103-2D64-27D1-FA3F-859623103141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70" creationId="{710C3E38-CE9A-955D-99F4-3AD52F2CCE75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71" creationId="{38EA2A60-B105-94C9-4EAD-5CCFFDC8171A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72" creationId="{569CFF02-1446-C4D7-6FB2-DF77E9C6FC20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73" creationId="{1BE6E943-857B-8BAC-68C4-445E4CD25F2F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74" creationId="{AF538D42-FBAE-BC2E-9424-CEE8E5CBA7BE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75" creationId="{D8DD1F02-9AAD-C3A8-D75F-52D023DB142A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76" creationId="{73DFF101-B25B-798F-1664-F24256B7E402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77" creationId="{9050F15B-6B3A-CC94-97E3-634161C51D9E}"/>
          </ac:spMkLst>
        </pc:spChg>
        <pc:spChg chg="mod">
          <ac:chgData name="Arnaldo Satoru Gunzi" userId="41a30d14-40e4-4cae-bd0a-ce9e51e34c46" providerId="ADAL" clId="{CDBA1296-79E9-4519-9DF4-5FB7156F07BB}" dt="2023-10-03T11:26:47.514" v="4763"/>
          <ac:spMkLst>
            <pc:docMk/>
            <pc:sldMk cId="2992169621" sldId="404"/>
            <ac:spMk id="78" creationId="{839D52DC-7142-7DDF-F223-F4A10C7B671A}"/>
          </ac:spMkLst>
        </pc:spChg>
        <pc:spChg chg="add mod">
          <ac:chgData name="Arnaldo Satoru Gunzi" userId="41a30d14-40e4-4cae-bd0a-ce9e51e34c46" providerId="ADAL" clId="{CDBA1296-79E9-4519-9DF4-5FB7156F07BB}" dt="2023-10-03T11:29:50.652" v="5309" actId="14100"/>
          <ac:spMkLst>
            <pc:docMk/>
            <pc:sldMk cId="2992169621" sldId="404"/>
            <ac:spMk id="80" creationId="{DFBE8674-8246-0314-9CAA-BE2EE4C6C363}"/>
          </ac:spMkLst>
        </pc:spChg>
        <pc:grpChg chg="add del mod">
          <ac:chgData name="Arnaldo Satoru Gunzi" userId="41a30d14-40e4-4cae-bd0a-ce9e51e34c46" providerId="ADAL" clId="{CDBA1296-79E9-4519-9DF4-5FB7156F07BB}" dt="2023-10-03T11:27:38.064" v="4971" actId="478"/>
          <ac:grpSpMkLst>
            <pc:docMk/>
            <pc:sldMk cId="2992169621" sldId="404"/>
            <ac:grpSpMk id="4" creationId="{BD5FB47C-DD3C-CAA6-ED94-86130B9FA61E}"/>
          </ac:grpSpMkLst>
        </pc:grpChg>
        <pc:grpChg chg="add mod">
          <ac:chgData name="Arnaldo Satoru Gunzi" userId="41a30d14-40e4-4cae-bd0a-ce9e51e34c46" providerId="ADAL" clId="{CDBA1296-79E9-4519-9DF4-5FB7156F07BB}" dt="2023-10-03T11:28:17.587" v="5008" actId="1076"/>
          <ac:grpSpMkLst>
            <pc:docMk/>
            <pc:sldMk cId="2992169621" sldId="404"/>
            <ac:grpSpMk id="15" creationId="{2317E5D1-0F27-7772-1C7A-D49024BAC131}"/>
          </ac:grpSpMkLst>
        </pc:grpChg>
        <pc:picChg chg="del">
          <ac:chgData name="Arnaldo Satoru Gunzi" userId="41a30d14-40e4-4cae-bd0a-ce9e51e34c46" providerId="ADAL" clId="{CDBA1296-79E9-4519-9DF4-5FB7156F07BB}" dt="2023-10-03T11:24:31.908" v="4618" actId="478"/>
          <ac:picMkLst>
            <pc:docMk/>
            <pc:sldMk cId="2992169621" sldId="404"/>
            <ac:picMk id="5" creationId="{31793CEC-0CB6-F385-A692-7931A9B65A72}"/>
          </ac:picMkLst>
        </pc:pic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16" creationId="{1C27BFAD-45FD-BFFB-4CB5-6BB2CF7B24B1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38" creationId="{94EBB8D0-A80D-3FD3-F1E4-34EDAC2E9EC2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39" creationId="{72A932E2-B219-F44E-DBF3-DA8B27BD94DB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40" creationId="{43E0C359-40C9-D361-F454-714BFC63AC5E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41" creationId="{1C71CF8B-363E-39BC-3FDA-844C9983B0DB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42" creationId="{822A59C6-5133-6644-C68D-D393AA395383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43" creationId="{5AE79FF3-C407-5045-4A0A-4820BC6289DB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44" creationId="{AC64D7F6-231C-BC83-8502-9ACF6F215AF5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45" creationId="{74F96D6D-6E71-8EA4-2BCB-B0833E913ED2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46" creationId="{85551421-DCB6-AC9F-F438-A046BC65E88D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47" creationId="{F658E063-34CC-D3A4-C036-31A850700421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48" creationId="{AD7985B1-7E04-E2AC-18B3-56F8ECE1BC91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49" creationId="{025ACB40-A80B-A6B8-88C3-E6054C5FBB18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50" creationId="{790E67F1-DCFE-B27F-994F-84D307122DDE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51" creationId="{96A86E64-66A5-2AE0-89B8-4A3C604BD116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52" creationId="{D93CB205-FF0C-F37A-0C3A-D6C0D2244211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53" creationId="{37B012B2-874D-9DAB-77E9-025C4036C5AF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54" creationId="{670DE4C6-D462-F030-F2D3-4AE6238696BC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55" creationId="{1ACBF161-2426-6B31-75DF-F2AE0CFE25A7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56" creationId="{E60BA27C-7EF8-DB41-D3A1-6161C761C668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57" creationId="{8B416A62-D29B-2264-D536-63E8FF43C19B}"/>
          </ac:cxnSpMkLst>
        </pc:cxnChg>
        <pc:cxnChg chg="mod">
          <ac:chgData name="Arnaldo Satoru Gunzi" userId="41a30d14-40e4-4cae-bd0a-ce9e51e34c46" providerId="ADAL" clId="{CDBA1296-79E9-4519-9DF4-5FB7156F07BB}" dt="2023-10-03T11:26:47.514" v="4763"/>
          <ac:cxnSpMkLst>
            <pc:docMk/>
            <pc:sldMk cId="2992169621" sldId="404"/>
            <ac:cxnSpMk id="58" creationId="{7C7F26A1-F9D3-8A8F-B037-46A20E4B6B7A}"/>
          </ac:cxnSpMkLst>
        </pc:cxnChg>
      </pc:sldChg>
      <pc:sldChg chg="delSp modSp add mod">
        <pc:chgData name="Arnaldo Satoru Gunzi" userId="41a30d14-40e4-4cae-bd0a-ce9e51e34c46" providerId="ADAL" clId="{CDBA1296-79E9-4519-9DF4-5FB7156F07BB}" dt="2023-10-03T11:30:01.621" v="5310" actId="1076"/>
        <pc:sldMkLst>
          <pc:docMk/>
          <pc:sldMk cId="819201349" sldId="405"/>
        </pc:sldMkLst>
        <pc:spChg chg="mod">
          <ac:chgData name="Arnaldo Satoru Gunzi" userId="41a30d14-40e4-4cae-bd0a-ce9e51e34c46" providerId="ADAL" clId="{CDBA1296-79E9-4519-9DF4-5FB7156F07BB}" dt="2023-10-03T11:27:35.012" v="4970" actId="20577"/>
          <ac:spMkLst>
            <pc:docMk/>
            <pc:sldMk cId="819201349" sldId="405"/>
            <ac:spMk id="2" creationId="{58723E6B-1387-77C9-ED34-B5D5775ED995}"/>
          </ac:spMkLst>
        </pc:spChg>
        <pc:grpChg chg="mod">
          <ac:chgData name="Arnaldo Satoru Gunzi" userId="41a30d14-40e4-4cae-bd0a-ce9e51e34c46" providerId="ADAL" clId="{CDBA1296-79E9-4519-9DF4-5FB7156F07BB}" dt="2023-10-03T11:30:01.621" v="5310" actId="1076"/>
          <ac:grpSpMkLst>
            <pc:docMk/>
            <pc:sldMk cId="819201349" sldId="405"/>
            <ac:grpSpMk id="4" creationId="{BD5FB47C-DD3C-CAA6-ED94-86130B9FA61E}"/>
          </ac:grpSpMkLst>
        </pc:grpChg>
        <pc:grpChg chg="del">
          <ac:chgData name="Arnaldo Satoru Gunzi" userId="41a30d14-40e4-4cae-bd0a-ce9e51e34c46" providerId="ADAL" clId="{CDBA1296-79E9-4519-9DF4-5FB7156F07BB}" dt="2023-10-03T11:26:54.118" v="4765" actId="478"/>
          <ac:grpSpMkLst>
            <pc:docMk/>
            <pc:sldMk cId="819201349" sldId="405"/>
            <ac:grpSpMk id="15" creationId="{2317E5D1-0F27-7772-1C7A-D49024BAC131}"/>
          </ac:grpSpMkLst>
        </pc:grpChg>
      </pc:sldChg>
      <pc:sldChg chg="addSp delSp modSp add mod">
        <pc:chgData name="Arnaldo Satoru Gunzi" userId="41a30d14-40e4-4cae-bd0a-ce9e51e34c46" providerId="ADAL" clId="{CDBA1296-79E9-4519-9DF4-5FB7156F07BB}" dt="2023-10-03T11:31:01.749" v="5501" actId="114"/>
        <pc:sldMkLst>
          <pc:docMk/>
          <pc:sldMk cId="1953709617" sldId="406"/>
        </pc:sldMkLst>
        <pc:spChg chg="mod">
          <ac:chgData name="Arnaldo Satoru Gunzi" userId="41a30d14-40e4-4cae-bd0a-ce9e51e34c46" providerId="ADAL" clId="{CDBA1296-79E9-4519-9DF4-5FB7156F07BB}" dt="2023-10-03T11:31:01.749" v="5501" actId="114"/>
          <ac:spMkLst>
            <pc:docMk/>
            <pc:sldMk cId="1953709617" sldId="406"/>
            <ac:spMk id="2" creationId="{58723E6B-1387-77C9-ED34-B5D5775ED995}"/>
          </ac:spMkLst>
        </pc:spChg>
        <pc:grpChg chg="del">
          <ac:chgData name="Arnaldo Satoru Gunzi" userId="41a30d14-40e4-4cae-bd0a-ce9e51e34c46" providerId="ADAL" clId="{CDBA1296-79E9-4519-9DF4-5FB7156F07BB}" dt="2023-10-03T11:30:06.949" v="5312" actId="478"/>
          <ac:grpSpMkLst>
            <pc:docMk/>
            <pc:sldMk cId="1953709617" sldId="406"/>
            <ac:grpSpMk id="4" creationId="{BD5FB47C-DD3C-CAA6-ED94-86130B9FA61E}"/>
          </ac:grpSpMkLst>
        </pc:grpChg>
        <pc:picChg chg="add mod">
          <ac:chgData name="Arnaldo Satoru Gunzi" userId="41a30d14-40e4-4cae-bd0a-ce9e51e34c46" providerId="ADAL" clId="{CDBA1296-79E9-4519-9DF4-5FB7156F07BB}" dt="2023-10-03T11:30:24.809" v="5314" actId="1076"/>
          <ac:picMkLst>
            <pc:docMk/>
            <pc:sldMk cId="1953709617" sldId="406"/>
            <ac:picMk id="8" creationId="{FFD3F20A-76FC-DDA5-8F85-6E7D5C7ADA8E}"/>
          </ac:picMkLst>
        </pc:picChg>
      </pc:sldChg>
    </pc:docChg>
  </pc:docChgLst>
  <pc:docChgLst>
    <pc:chgData name="Arnaldo Satoru Gunzi" userId="41a30d14-40e4-4cae-bd0a-ce9e51e34c46" providerId="ADAL" clId="{F4B0CE92-0695-4132-9F9D-5C1D00544C0C}"/>
    <pc:docChg chg="undo custSel addSld delSld modSld sldOrd">
      <pc:chgData name="Arnaldo Satoru Gunzi" userId="41a30d14-40e4-4cae-bd0a-ce9e51e34c46" providerId="ADAL" clId="{F4B0CE92-0695-4132-9F9D-5C1D00544C0C}" dt="2023-12-14T22:11:07.684" v="1269" actId="478"/>
      <pc:docMkLst>
        <pc:docMk/>
      </pc:docMkLst>
      <pc:sldChg chg="add">
        <pc:chgData name="Arnaldo Satoru Gunzi" userId="41a30d14-40e4-4cae-bd0a-ce9e51e34c46" providerId="ADAL" clId="{F4B0CE92-0695-4132-9F9D-5C1D00544C0C}" dt="2023-12-03T04:59:29.224" v="85"/>
        <pc:sldMkLst>
          <pc:docMk/>
          <pc:sldMk cId="1190661251" sldId="267"/>
        </pc:sldMkLst>
      </pc:sldChg>
      <pc:sldChg chg="del">
        <pc:chgData name="Arnaldo Satoru Gunzi" userId="41a30d14-40e4-4cae-bd0a-ce9e51e34c46" providerId="ADAL" clId="{F4B0CE92-0695-4132-9F9D-5C1D00544C0C}" dt="2023-12-03T04:59:16.017" v="84" actId="2696"/>
        <pc:sldMkLst>
          <pc:docMk/>
          <pc:sldMk cId="4024022888" sldId="267"/>
        </pc:sldMkLst>
      </pc:sldChg>
      <pc:sldChg chg="add del">
        <pc:chgData name="Arnaldo Satoru Gunzi" userId="41a30d14-40e4-4cae-bd0a-ce9e51e34c46" providerId="ADAL" clId="{F4B0CE92-0695-4132-9F9D-5C1D00544C0C}" dt="2023-12-06T06:46:07.096" v="248" actId="2696"/>
        <pc:sldMkLst>
          <pc:docMk/>
          <pc:sldMk cId="3041586215" sldId="275"/>
        </pc:sldMkLst>
      </pc:sldChg>
      <pc:sldChg chg="modSp add mod">
        <pc:chgData name="Arnaldo Satoru Gunzi" userId="41a30d14-40e4-4cae-bd0a-ce9e51e34c46" providerId="ADAL" clId="{F4B0CE92-0695-4132-9F9D-5C1D00544C0C}" dt="2023-12-06T07:01:45.678" v="281" actId="1076"/>
        <pc:sldMkLst>
          <pc:docMk/>
          <pc:sldMk cId="3715942703" sldId="275"/>
        </pc:sldMkLst>
        <pc:picChg chg="mod">
          <ac:chgData name="Arnaldo Satoru Gunzi" userId="41a30d14-40e4-4cae-bd0a-ce9e51e34c46" providerId="ADAL" clId="{F4B0CE92-0695-4132-9F9D-5C1D00544C0C}" dt="2023-12-06T07:01:45.678" v="281" actId="1076"/>
          <ac:picMkLst>
            <pc:docMk/>
            <pc:sldMk cId="3715942703" sldId="275"/>
            <ac:picMk id="9" creationId="{5584CE23-555E-C145-6955-CBA7E45B59CB}"/>
          </ac:picMkLst>
        </pc:picChg>
      </pc:sldChg>
      <pc:sldChg chg="del">
        <pc:chgData name="Arnaldo Satoru Gunzi" userId="41a30d14-40e4-4cae-bd0a-ce9e51e34c46" providerId="ADAL" clId="{F4B0CE92-0695-4132-9F9D-5C1D00544C0C}" dt="2023-12-04T20:24:06.557" v="246" actId="2696"/>
        <pc:sldMkLst>
          <pc:docMk/>
          <pc:sldMk cId="3932304783" sldId="275"/>
        </pc:sldMkLst>
      </pc:sldChg>
      <pc:sldChg chg="del">
        <pc:chgData name="Arnaldo Satoru Gunzi" userId="41a30d14-40e4-4cae-bd0a-ce9e51e34c46" providerId="ADAL" clId="{F4B0CE92-0695-4132-9F9D-5C1D00544C0C}" dt="2023-12-03T04:56:07.052" v="49" actId="2696"/>
        <pc:sldMkLst>
          <pc:docMk/>
          <pc:sldMk cId="3244002680" sldId="370"/>
        </pc:sldMkLst>
      </pc:sldChg>
      <pc:sldChg chg="add">
        <pc:chgData name="Arnaldo Satoru Gunzi" userId="41a30d14-40e4-4cae-bd0a-ce9e51e34c46" providerId="ADAL" clId="{F4B0CE92-0695-4132-9F9D-5C1D00544C0C}" dt="2023-12-03T04:56:17.868" v="50"/>
        <pc:sldMkLst>
          <pc:docMk/>
          <pc:sldMk cId="3837263151" sldId="370"/>
        </pc:sldMkLst>
      </pc:sldChg>
      <pc:sldChg chg="del">
        <pc:chgData name="Arnaldo Satoru Gunzi" userId="41a30d14-40e4-4cae-bd0a-ce9e51e34c46" providerId="ADAL" clId="{F4B0CE92-0695-4132-9F9D-5C1D00544C0C}" dt="2023-12-03T04:56:07.052" v="49" actId="2696"/>
        <pc:sldMkLst>
          <pc:docMk/>
          <pc:sldMk cId="1639119700" sldId="371"/>
        </pc:sldMkLst>
      </pc:sldChg>
      <pc:sldChg chg="add">
        <pc:chgData name="Arnaldo Satoru Gunzi" userId="41a30d14-40e4-4cae-bd0a-ce9e51e34c46" providerId="ADAL" clId="{F4B0CE92-0695-4132-9F9D-5C1D00544C0C}" dt="2023-12-03T04:56:17.868" v="50"/>
        <pc:sldMkLst>
          <pc:docMk/>
          <pc:sldMk cId="2466923125" sldId="371"/>
        </pc:sldMkLst>
      </pc:sldChg>
      <pc:sldChg chg="add">
        <pc:chgData name="Arnaldo Satoru Gunzi" userId="41a30d14-40e4-4cae-bd0a-ce9e51e34c46" providerId="ADAL" clId="{F4B0CE92-0695-4132-9F9D-5C1D00544C0C}" dt="2023-12-03T04:56:17.868" v="50"/>
        <pc:sldMkLst>
          <pc:docMk/>
          <pc:sldMk cId="1146014568" sldId="372"/>
        </pc:sldMkLst>
      </pc:sldChg>
      <pc:sldChg chg="del">
        <pc:chgData name="Arnaldo Satoru Gunzi" userId="41a30d14-40e4-4cae-bd0a-ce9e51e34c46" providerId="ADAL" clId="{F4B0CE92-0695-4132-9F9D-5C1D00544C0C}" dt="2023-12-03T04:56:07.052" v="49" actId="2696"/>
        <pc:sldMkLst>
          <pc:docMk/>
          <pc:sldMk cId="1472283737" sldId="372"/>
        </pc:sldMkLst>
      </pc:sldChg>
      <pc:sldChg chg="del">
        <pc:chgData name="Arnaldo Satoru Gunzi" userId="41a30d14-40e4-4cae-bd0a-ce9e51e34c46" providerId="ADAL" clId="{F4B0CE92-0695-4132-9F9D-5C1D00544C0C}" dt="2023-12-03T04:56:59.213" v="51" actId="47"/>
        <pc:sldMkLst>
          <pc:docMk/>
          <pc:sldMk cId="2813731100" sldId="387"/>
        </pc:sldMkLst>
      </pc:sldChg>
      <pc:sldChg chg="del">
        <pc:chgData name="Arnaldo Satoru Gunzi" userId="41a30d14-40e4-4cae-bd0a-ce9e51e34c46" providerId="ADAL" clId="{F4B0CE92-0695-4132-9F9D-5C1D00544C0C}" dt="2023-12-08T00:05:22.498" v="304" actId="2696"/>
        <pc:sldMkLst>
          <pc:docMk/>
          <pc:sldMk cId="2664771519" sldId="394"/>
        </pc:sldMkLst>
      </pc:sldChg>
      <pc:sldChg chg="add">
        <pc:chgData name="Arnaldo Satoru Gunzi" userId="41a30d14-40e4-4cae-bd0a-ce9e51e34c46" providerId="ADAL" clId="{F4B0CE92-0695-4132-9F9D-5C1D00544C0C}" dt="2023-12-08T00:05:37.436" v="305"/>
        <pc:sldMkLst>
          <pc:docMk/>
          <pc:sldMk cId="3849851723" sldId="394"/>
        </pc:sldMkLst>
      </pc:sldChg>
      <pc:sldChg chg="del">
        <pc:chgData name="Arnaldo Satoru Gunzi" userId="41a30d14-40e4-4cae-bd0a-ce9e51e34c46" providerId="ADAL" clId="{F4B0CE92-0695-4132-9F9D-5C1D00544C0C}" dt="2023-12-08T00:05:22.498" v="304" actId="2696"/>
        <pc:sldMkLst>
          <pc:docMk/>
          <pc:sldMk cId="138425394" sldId="395"/>
        </pc:sldMkLst>
      </pc:sldChg>
      <pc:sldChg chg="add">
        <pc:chgData name="Arnaldo Satoru Gunzi" userId="41a30d14-40e4-4cae-bd0a-ce9e51e34c46" providerId="ADAL" clId="{F4B0CE92-0695-4132-9F9D-5C1D00544C0C}" dt="2023-12-08T00:05:37.436" v="305"/>
        <pc:sldMkLst>
          <pc:docMk/>
          <pc:sldMk cId="2847382528" sldId="395"/>
        </pc:sldMkLst>
      </pc:sldChg>
      <pc:sldChg chg="del">
        <pc:chgData name="Arnaldo Satoru Gunzi" userId="41a30d14-40e4-4cae-bd0a-ce9e51e34c46" providerId="ADAL" clId="{F4B0CE92-0695-4132-9F9D-5C1D00544C0C}" dt="2023-12-03T05:03:32.759" v="173" actId="2696"/>
        <pc:sldMkLst>
          <pc:docMk/>
          <pc:sldMk cId="2167482450" sldId="396"/>
        </pc:sldMkLst>
      </pc:sldChg>
      <pc:sldChg chg="add">
        <pc:chgData name="Arnaldo Satoru Gunzi" userId="41a30d14-40e4-4cae-bd0a-ce9e51e34c46" providerId="ADAL" clId="{F4B0CE92-0695-4132-9F9D-5C1D00544C0C}" dt="2023-12-03T05:03:49.987" v="174"/>
        <pc:sldMkLst>
          <pc:docMk/>
          <pc:sldMk cId="3519903538" sldId="396"/>
        </pc:sldMkLst>
      </pc:sldChg>
      <pc:sldChg chg="del">
        <pc:chgData name="Arnaldo Satoru Gunzi" userId="41a30d14-40e4-4cae-bd0a-ce9e51e34c46" providerId="ADAL" clId="{F4B0CE92-0695-4132-9F9D-5C1D00544C0C}" dt="2023-12-03T05:04:13.523" v="175" actId="2696"/>
        <pc:sldMkLst>
          <pc:docMk/>
          <pc:sldMk cId="1850304679" sldId="397"/>
        </pc:sldMkLst>
      </pc:sldChg>
      <pc:sldChg chg="del">
        <pc:chgData name="Arnaldo Satoru Gunzi" userId="41a30d14-40e4-4cae-bd0a-ce9e51e34c46" providerId="ADAL" clId="{F4B0CE92-0695-4132-9F9D-5C1D00544C0C}" dt="2023-12-03T05:04:13.523" v="175" actId="2696"/>
        <pc:sldMkLst>
          <pc:docMk/>
          <pc:sldMk cId="2963348469" sldId="405"/>
        </pc:sldMkLst>
      </pc:sldChg>
      <pc:sldChg chg="del">
        <pc:chgData name="Arnaldo Satoru Gunzi" userId="41a30d14-40e4-4cae-bd0a-ce9e51e34c46" providerId="ADAL" clId="{F4B0CE92-0695-4132-9F9D-5C1D00544C0C}" dt="2023-12-08T00:05:22.498" v="304" actId="2696"/>
        <pc:sldMkLst>
          <pc:docMk/>
          <pc:sldMk cId="1343052317" sldId="406"/>
        </pc:sldMkLst>
      </pc:sldChg>
      <pc:sldChg chg="add">
        <pc:chgData name="Arnaldo Satoru Gunzi" userId="41a30d14-40e4-4cae-bd0a-ce9e51e34c46" providerId="ADAL" clId="{F4B0CE92-0695-4132-9F9D-5C1D00544C0C}" dt="2023-12-08T00:06:05.808" v="307"/>
        <pc:sldMkLst>
          <pc:docMk/>
          <pc:sldMk cId="2745552327" sldId="406"/>
        </pc:sldMkLst>
      </pc:sldChg>
      <pc:sldChg chg="add del">
        <pc:chgData name="Arnaldo Satoru Gunzi" userId="41a30d14-40e4-4cae-bd0a-ce9e51e34c46" providerId="ADAL" clId="{F4B0CE92-0695-4132-9F9D-5C1D00544C0C}" dt="2023-12-08T00:05:45.001" v="306" actId="2696"/>
        <pc:sldMkLst>
          <pc:docMk/>
          <pc:sldMk cId="3907879430" sldId="406"/>
        </pc:sldMkLst>
      </pc:sldChg>
      <pc:sldChg chg="del">
        <pc:chgData name="Arnaldo Satoru Gunzi" userId="41a30d14-40e4-4cae-bd0a-ce9e51e34c46" providerId="ADAL" clId="{F4B0CE92-0695-4132-9F9D-5C1D00544C0C}" dt="2023-12-03T04:57:18.309" v="53" actId="47"/>
        <pc:sldMkLst>
          <pc:docMk/>
          <pc:sldMk cId="2385063223" sldId="430"/>
        </pc:sldMkLst>
      </pc:sldChg>
      <pc:sldChg chg="del">
        <pc:chgData name="Arnaldo Satoru Gunzi" userId="41a30d14-40e4-4cae-bd0a-ce9e51e34c46" providerId="ADAL" clId="{F4B0CE92-0695-4132-9F9D-5C1D00544C0C}" dt="2023-12-03T04:57:14.761" v="52" actId="47"/>
        <pc:sldMkLst>
          <pc:docMk/>
          <pc:sldMk cId="1864158819" sldId="431"/>
        </pc:sldMkLst>
      </pc:sldChg>
      <pc:sldChg chg="del ord">
        <pc:chgData name="Arnaldo Satoru Gunzi" userId="41a30d14-40e4-4cae-bd0a-ce9e51e34c46" providerId="ADAL" clId="{F4B0CE92-0695-4132-9F9D-5C1D00544C0C}" dt="2023-12-03T04:57:25.583" v="55" actId="47"/>
        <pc:sldMkLst>
          <pc:docMk/>
          <pc:sldMk cId="4293846529" sldId="432"/>
        </pc:sldMkLst>
      </pc:sldChg>
      <pc:sldChg chg="del">
        <pc:chgData name="Arnaldo Satoru Gunzi" userId="41a30d14-40e4-4cae-bd0a-ce9e51e34c46" providerId="ADAL" clId="{F4B0CE92-0695-4132-9F9D-5C1D00544C0C}" dt="2023-12-03T04:57:25.583" v="55" actId="47"/>
        <pc:sldMkLst>
          <pc:docMk/>
          <pc:sldMk cId="3323645696" sldId="433"/>
        </pc:sldMkLst>
      </pc:sldChg>
      <pc:sldChg chg="del">
        <pc:chgData name="Arnaldo Satoru Gunzi" userId="41a30d14-40e4-4cae-bd0a-ce9e51e34c46" providerId="ADAL" clId="{F4B0CE92-0695-4132-9F9D-5C1D00544C0C}" dt="2023-12-03T04:57:28.056" v="56" actId="47"/>
        <pc:sldMkLst>
          <pc:docMk/>
          <pc:sldMk cId="1798100447" sldId="434"/>
        </pc:sldMkLst>
      </pc:sldChg>
      <pc:sldChg chg="del">
        <pc:chgData name="Arnaldo Satoru Gunzi" userId="41a30d14-40e4-4cae-bd0a-ce9e51e34c46" providerId="ADAL" clId="{F4B0CE92-0695-4132-9F9D-5C1D00544C0C}" dt="2023-12-03T04:57:31.403" v="57" actId="47"/>
        <pc:sldMkLst>
          <pc:docMk/>
          <pc:sldMk cId="3804874663" sldId="435"/>
        </pc:sldMkLst>
      </pc:sldChg>
      <pc:sldChg chg="del">
        <pc:chgData name="Arnaldo Satoru Gunzi" userId="41a30d14-40e4-4cae-bd0a-ce9e51e34c46" providerId="ADAL" clId="{F4B0CE92-0695-4132-9F9D-5C1D00544C0C}" dt="2023-12-03T04:57:31.403" v="57" actId="47"/>
        <pc:sldMkLst>
          <pc:docMk/>
          <pc:sldMk cId="1216460420" sldId="436"/>
        </pc:sldMkLst>
      </pc:sldChg>
      <pc:sldChg chg="del">
        <pc:chgData name="Arnaldo Satoru Gunzi" userId="41a30d14-40e4-4cae-bd0a-ce9e51e34c46" providerId="ADAL" clId="{F4B0CE92-0695-4132-9F9D-5C1D00544C0C}" dt="2023-12-03T04:57:31.403" v="57" actId="47"/>
        <pc:sldMkLst>
          <pc:docMk/>
          <pc:sldMk cId="2807814334" sldId="437"/>
        </pc:sldMkLst>
      </pc:sldChg>
      <pc:sldChg chg="del">
        <pc:chgData name="Arnaldo Satoru Gunzi" userId="41a30d14-40e4-4cae-bd0a-ce9e51e34c46" providerId="ADAL" clId="{F4B0CE92-0695-4132-9F9D-5C1D00544C0C}" dt="2023-12-03T04:57:34.021" v="58" actId="47"/>
        <pc:sldMkLst>
          <pc:docMk/>
          <pc:sldMk cId="326237385" sldId="438"/>
        </pc:sldMkLst>
      </pc:sldChg>
      <pc:sldChg chg="del">
        <pc:chgData name="Arnaldo Satoru Gunzi" userId="41a30d14-40e4-4cae-bd0a-ce9e51e34c46" providerId="ADAL" clId="{F4B0CE92-0695-4132-9F9D-5C1D00544C0C}" dt="2023-12-03T04:57:34.021" v="58" actId="47"/>
        <pc:sldMkLst>
          <pc:docMk/>
          <pc:sldMk cId="1950709454" sldId="439"/>
        </pc:sldMkLst>
      </pc:sldChg>
      <pc:sldChg chg="del">
        <pc:chgData name="Arnaldo Satoru Gunzi" userId="41a30d14-40e4-4cae-bd0a-ce9e51e34c46" providerId="ADAL" clId="{F4B0CE92-0695-4132-9F9D-5C1D00544C0C}" dt="2023-12-03T04:57:37.282" v="59" actId="47"/>
        <pc:sldMkLst>
          <pc:docMk/>
          <pc:sldMk cId="842369565" sldId="440"/>
        </pc:sldMkLst>
      </pc:sldChg>
      <pc:sldChg chg="del">
        <pc:chgData name="Arnaldo Satoru Gunzi" userId="41a30d14-40e4-4cae-bd0a-ce9e51e34c46" providerId="ADAL" clId="{F4B0CE92-0695-4132-9F9D-5C1D00544C0C}" dt="2023-12-03T05:05:11.791" v="177" actId="47"/>
        <pc:sldMkLst>
          <pc:docMk/>
          <pc:sldMk cId="1913723425" sldId="474"/>
        </pc:sldMkLst>
      </pc:sldChg>
      <pc:sldChg chg="addSp delSp modSp mod">
        <pc:chgData name="Arnaldo Satoru Gunzi" userId="41a30d14-40e4-4cae-bd0a-ce9e51e34c46" providerId="ADAL" clId="{F4B0CE92-0695-4132-9F9D-5C1D00544C0C}" dt="2023-12-08T00:12:54.113" v="458" actId="20577"/>
        <pc:sldMkLst>
          <pc:docMk/>
          <pc:sldMk cId="137340357" sldId="499"/>
        </pc:sldMkLst>
        <pc:spChg chg="add del">
          <ac:chgData name="Arnaldo Satoru Gunzi" userId="41a30d14-40e4-4cae-bd0a-ce9e51e34c46" providerId="ADAL" clId="{F4B0CE92-0695-4132-9F9D-5C1D00544C0C}" dt="2023-12-08T00:10:33.357" v="310" actId="478"/>
          <ac:spMkLst>
            <pc:docMk/>
            <pc:sldMk cId="137340357" sldId="499"/>
            <ac:spMk id="2" creationId="{BA21E947-DACA-3BD1-C88C-9F3C67709951}"/>
          </ac:spMkLst>
        </pc:spChg>
        <pc:spChg chg="del">
          <ac:chgData name="Arnaldo Satoru Gunzi" userId="41a30d14-40e4-4cae-bd0a-ce9e51e34c46" providerId="ADAL" clId="{F4B0CE92-0695-4132-9F9D-5C1D00544C0C}" dt="2023-12-08T00:08:22.690" v="308" actId="478"/>
          <ac:spMkLst>
            <pc:docMk/>
            <pc:sldMk cId="137340357" sldId="499"/>
            <ac:spMk id="5" creationId="{B044345E-ADB1-7BBB-4823-28C5D7D7067E}"/>
          </ac:spMkLst>
        </pc:spChg>
        <pc:spChg chg="add mod">
          <ac:chgData name="Arnaldo Satoru Gunzi" userId="41a30d14-40e4-4cae-bd0a-ce9e51e34c46" providerId="ADAL" clId="{F4B0CE92-0695-4132-9F9D-5C1D00544C0C}" dt="2023-12-08T00:12:54.113" v="458" actId="20577"/>
          <ac:spMkLst>
            <pc:docMk/>
            <pc:sldMk cId="137340357" sldId="499"/>
            <ac:spMk id="6" creationId="{E57DA72F-401D-E8EB-9E0E-22024BC2CCAD}"/>
          </ac:spMkLst>
        </pc:spChg>
        <pc:graphicFrameChg chg="add mod modGraphic">
          <ac:chgData name="Arnaldo Satoru Gunzi" userId="41a30d14-40e4-4cae-bd0a-ce9e51e34c46" providerId="ADAL" clId="{F4B0CE92-0695-4132-9F9D-5C1D00544C0C}" dt="2023-12-08T00:12:49.027" v="455" actId="1076"/>
          <ac:graphicFrameMkLst>
            <pc:docMk/>
            <pc:sldMk cId="137340357" sldId="499"/>
            <ac:graphicFrameMk id="4" creationId="{A44A1280-BC6B-E07E-17E8-91F2ADF24032}"/>
          </ac:graphicFrameMkLst>
        </pc:graphicFrameChg>
        <pc:picChg chg="del">
          <ac:chgData name="Arnaldo Satoru Gunzi" userId="41a30d14-40e4-4cae-bd0a-ce9e51e34c46" providerId="ADAL" clId="{F4B0CE92-0695-4132-9F9D-5C1D00544C0C}" dt="2023-12-08T00:08:22.690" v="308" actId="478"/>
          <ac:picMkLst>
            <pc:docMk/>
            <pc:sldMk cId="137340357" sldId="499"/>
            <ac:picMk id="12" creationId="{9FCDA7F4-32BC-8602-D3B7-90A2A60CF431}"/>
          </ac:picMkLst>
        </pc:picChg>
      </pc:sldChg>
      <pc:sldChg chg="add">
        <pc:chgData name="Arnaldo Satoru Gunzi" userId="41a30d14-40e4-4cae-bd0a-ce9e51e34c46" providerId="ADAL" clId="{F4B0CE92-0695-4132-9F9D-5C1D00544C0C}" dt="2023-12-03T04:56:17.868" v="50"/>
        <pc:sldMkLst>
          <pc:docMk/>
          <pc:sldMk cId="705595976" sldId="525"/>
        </pc:sldMkLst>
      </pc:sldChg>
      <pc:sldChg chg="del">
        <pc:chgData name="Arnaldo Satoru Gunzi" userId="41a30d14-40e4-4cae-bd0a-ce9e51e34c46" providerId="ADAL" clId="{F4B0CE92-0695-4132-9F9D-5C1D00544C0C}" dt="2023-12-03T04:56:07.052" v="49" actId="2696"/>
        <pc:sldMkLst>
          <pc:docMk/>
          <pc:sldMk cId="1864849981" sldId="525"/>
        </pc:sldMkLst>
      </pc:sldChg>
      <pc:sldChg chg="add del">
        <pc:chgData name="Arnaldo Satoru Gunzi" userId="41a30d14-40e4-4cae-bd0a-ce9e51e34c46" providerId="ADAL" clId="{F4B0CE92-0695-4132-9F9D-5C1D00544C0C}" dt="2023-12-08T00:05:45.001" v="306" actId="2696"/>
        <pc:sldMkLst>
          <pc:docMk/>
          <pc:sldMk cId="1323370186" sldId="540"/>
        </pc:sldMkLst>
      </pc:sldChg>
      <pc:sldChg chg="add">
        <pc:chgData name="Arnaldo Satoru Gunzi" userId="41a30d14-40e4-4cae-bd0a-ce9e51e34c46" providerId="ADAL" clId="{F4B0CE92-0695-4132-9F9D-5C1D00544C0C}" dt="2023-12-08T00:06:05.808" v="307"/>
        <pc:sldMkLst>
          <pc:docMk/>
          <pc:sldMk cId="1360499524" sldId="540"/>
        </pc:sldMkLst>
      </pc:sldChg>
      <pc:sldChg chg="del">
        <pc:chgData name="Arnaldo Satoru Gunzi" userId="41a30d14-40e4-4cae-bd0a-ce9e51e34c46" providerId="ADAL" clId="{F4B0CE92-0695-4132-9F9D-5C1D00544C0C}" dt="2023-12-08T00:05:22.498" v="304" actId="2696"/>
        <pc:sldMkLst>
          <pc:docMk/>
          <pc:sldMk cId="2226553117" sldId="540"/>
        </pc:sldMkLst>
      </pc:sldChg>
      <pc:sldChg chg="addSp delSp modSp mod">
        <pc:chgData name="Arnaldo Satoru Gunzi" userId="41a30d14-40e4-4cae-bd0a-ce9e51e34c46" providerId="ADAL" clId="{F4B0CE92-0695-4132-9F9D-5C1D00544C0C}" dt="2023-12-09T20:10:32.539" v="1264" actId="1076"/>
        <pc:sldMkLst>
          <pc:docMk/>
          <pc:sldMk cId="2658090967" sldId="543"/>
        </pc:sldMkLst>
        <pc:spChg chg="del">
          <ac:chgData name="Arnaldo Satoru Gunzi" userId="41a30d14-40e4-4cae-bd0a-ce9e51e34c46" providerId="ADAL" clId="{F4B0CE92-0695-4132-9F9D-5C1D00544C0C}" dt="2023-12-09T20:06:33.748" v="1122" actId="478"/>
          <ac:spMkLst>
            <pc:docMk/>
            <pc:sldMk cId="2658090967" sldId="543"/>
            <ac:spMk id="2" creationId="{4591C293-9D87-C39D-C9CF-0EA12A6A9510}"/>
          </ac:spMkLst>
        </pc:spChg>
        <pc:spChg chg="del">
          <ac:chgData name="Arnaldo Satoru Gunzi" userId="41a30d14-40e4-4cae-bd0a-ce9e51e34c46" providerId="ADAL" clId="{F4B0CE92-0695-4132-9F9D-5C1D00544C0C}" dt="2023-12-09T20:06:41.522" v="1125" actId="478"/>
          <ac:spMkLst>
            <pc:docMk/>
            <pc:sldMk cId="2658090967" sldId="543"/>
            <ac:spMk id="3" creationId="{6711D756-6641-F254-AADE-C1765DE7D80C}"/>
          </ac:spMkLst>
        </pc:spChg>
        <pc:spChg chg="add del mod">
          <ac:chgData name="Arnaldo Satoru Gunzi" userId="41a30d14-40e4-4cae-bd0a-ce9e51e34c46" providerId="ADAL" clId="{F4B0CE92-0695-4132-9F9D-5C1D00544C0C}" dt="2023-12-09T20:06:38.249" v="1124" actId="478"/>
          <ac:spMkLst>
            <pc:docMk/>
            <pc:sldMk cId="2658090967" sldId="543"/>
            <ac:spMk id="4" creationId="{D8A6EE80-C37D-0E4F-2D74-50C6B9E2C4A7}"/>
          </ac:spMkLst>
        </pc:spChg>
        <pc:spChg chg="add del mod">
          <ac:chgData name="Arnaldo Satoru Gunzi" userId="41a30d14-40e4-4cae-bd0a-ce9e51e34c46" providerId="ADAL" clId="{F4B0CE92-0695-4132-9F9D-5C1D00544C0C}" dt="2023-12-09T20:06:45.169" v="1126" actId="478"/>
          <ac:spMkLst>
            <pc:docMk/>
            <pc:sldMk cId="2658090967" sldId="543"/>
            <ac:spMk id="6" creationId="{907CBC39-12EF-D340-4695-371A8C1D3874}"/>
          </ac:spMkLst>
        </pc:spChg>
        <pc:spChg chg="add mod">
          <ac:chgData name="Arnaldo Satoru Gunzi" userId="41a30d14-40e4-4cae-bd0a-ce9e51e34c46" providerId="ADAL" clId="{F4B0CE92-0695-4132-9F9D-5C1D00544C0C}" dt="2023-12-09T20:10:26.868" v="1261" actId="14100"/>
          <ac:spMkLst>
            <pc:docMk/>
            <pc:sldMk cId="2658090967" sldId="543"/>
            <ac:spMk id="8" creationId="{C9D1148F-23E4-123C-1571-87A80325677E}"/>
          </ac:spMkLst>
        </pc:spChg>
        <pc:picChg chg="add mod">
          <ac:chgData name="Arnaldo Satoru Gunzi" userId="41a30d14-40e4-4cae-bd0a-ce9e51e34c46" providerId="ADAL" clId="{F4B0CE92-0695-4132-9F9D-5C1D00544C0C}" dt="2023-12-09T20:10:32.539" v="1264" actId="1076"/>
          <ac:picMkLst>
            <pc:docMk/>
            <pc:sldMk cId="2658090967" sldId="543"/>
            <ac:picMk id="9" creationId="{5DA859CA-B09C-0FCB-001C-8DA0AFFD79A8}"/>
          </ac:picMkLst>
        </pc:picChg>
        <pc:picChg chg="add mod">
          <ac:chgData name="Arnaldo Satoru Gunzi" userId="41a30d14-40e4-4cae-bd0a-ce9e51e34c46" providerId="ADAL" clId="{F4B0CE92-0695-4132-9F9D-5C1D00544C0C}" dt="2023-12-09T20:09:44.451" v="1206" actId="1076"/>
          <ac:picMkLst>
            <pc:docMk/>
            <pc:sldMk cId="2658090967" sldId="543"/>
            <ac:picMk id="1026" creationId="{A144D39D-EB56-5FC4-6236-56CC7AD04328}"/>
          </ac:picMkLst>
        </pc:picChg>
        <pc:picChg chg="del">
          <ac:chgData name="Arnaldo Satoru Gunzi" userId="41a30d14-40e4-4cae-bd0a-ce9e51e34c46" providerId="ADAL" clId="{F4B0CE92-0695-4132-9F9D-5C1D00544C0C}" dt="2023-12-09T20:06:33.748" v="1122" actId="478"/>
          <ac:picMkLst>
            <pc:docMk/>
            <pc:sldMk cId="2658090967" sldId="543"/>
            <ac:picMk id="1028" creationId="{1EF3E956-4BE6-DACA-EF95-EC4B44520969}"/>
          </ac:picMkLst>
        </pc:picChg>
      </pc:sldChg>
      <pc:sldChg chg="del">
        <pc:chgData name="Arnaldo Satoru Gunzi" userId="41a30d14-40e4-4cae-bd0a-ce9e51e34c46" providerId="ADAL" clId="{F4B0CE92-0695-4132-9F9D-5C1D00544C0C}" dt="2023-12-03T05:04:36.950" v="176" actId="47"/>
        <pc:sldMkLst>
          <pc:docMk/>
          <pc:sldMk cId="1128150243" sldId="552"/>
        </pc:sldMkLst>
      </pc:sldChg>
      <pc:sldChg chg="del">
        <pc:chgData name="Arnaldo Satoru Gunzi" userId="41a30d14-40e4-4cae-bd0a-ce9e51e34c46" providerId="ADAL" clId="{F4B0CE92-0695-4132-9F9D-5C1D00544C0C}" dt="2023-12-03T04:51:26.621" v="0" actId="2696"/>
        <pc:sldMkLst>
          <pc:docMk/>
          <pc:sldMk cId="969477725" sldId="556"/>
        </pc:sldMkLst>
      </pc:sldChg>
      <pc:sldChg chg="add del">
        <pc:chgData name="Arnaldo Satoru Gunzi" userId="41a30d14-40e4-4cae-bd0a-ce9e51e34c46" providerId="ADAL" clId="{F4B0CE92-0695-4132-9F9D-5C1D00544C0C}" dt="2023-12-08T00:16:49.721" v="485" actId="47"/>
        <pc:sldMkLst>
          <pc:docMk/>
          <pc:sldMk cId="1702354759" sldId="560"/>
        </pc:sldMkLst>
      </pc:sldChg>
      <pc:sldChg chg="del">
        <pc:chgData name="Arnaldo Satoru Gunzi" userId="41a30d14-40e4-4cae-bd0a-ce9e51e34c46" providerId="ADAL" clId="{F4B0CE92-0695-4132-9F9D-5C1D00544C0C}" dt="2023-12-08T00:05:22.498" v="304" actId="2696"/>
        <pc:sldMkLst>
          <pc:docMk/>
          <pc:sldMk cId="2335272879" sldId="560"/>
        </pc:sldMkLst>
      </pc:sldChg>
      <pc:sldChg chg="new del">
        <pc:chgData name="Arnaldo Satoru Gunzi" userId="41a30d14-40e4-4cae-bd0a-ce9e51e34c46" providerId="ADAL" clId="{F4B0CE92-0695-4132-9F9D-5C1D00544C0C}" dt="2023-12-03T04:53:33.399" v="3" actId="47"/>
        <pc:sldMkLst>
          <pc:docMk/>
          <pc:sldMk cId="1636258276" sldId="563"/>
        </pc:sldMkLst>
      </pc:sldChg>
      <pc:sldChg chg="addSp delSp modSp add mod">
        <pc:chgData name="Arnaldo Satoru Gunzi" userId="41a30d14-40e4-4cae-bd0a-ce9e51e34c46" providerId="ADAL" clId="{F4B0CE92-0695-4132-9F9D-5C1D00544C0C}" dt="2023-12-03T04:54:17.009" v="48" actId="14100"/>
        <pc:sldMkLst>
          <pc:docMk/>
          <pc:sldMk cId="2248444180" sldId="564"/>
        </pc:sldMkLst>
        <pc:spChg chg="mod">
          <ac:chgData name="Arnaldo Satoru Gunzi" userId="41a30d14-40e4-4cae-bd0a-ce9e51e34c46" providerId="ADAL" clId="{F4B0CE92-0695-4132-9F9D-5C1D00544C0C}" dt="2023-12-03T04:53:45.537" v="38" actId="20577"/>
          <ac:spMkLst>
            <pc:docMk/>
            <pc:sldMk cId="2248444180" sldId="564"/>
            <ac:spMk id="2" creationId="{4591C293-9D87-C39D-C9CF-0EA12A6A9510}"/>
          </ac:spMkLst>
        </pc:spChg>
        <pc:spChg chg="del">
          <ac:chgData name="Arnaldo Satoru Gunzi" userId="41a30d14-40e4-4cae-bd0a-ce9e51e34c46" providerId="ADAL" clId="{F4B0CE92-0695-4132-9F9D-5C1D00544C0C}" dt="2023-12-03T04:53:51.274" v="40" actId="478"/>
          <ac:spMkLst>
            <pc:docMk/>
            <pc:sldMk cId="2248444180" sldId="564"/>
            <ac:spMk id="8" creationId="{C1305974-A92F-1885-4F5F-86FF695C22FC}"/>
          </ac:spMkLst>
        </pc:spChg>
        <pc:picChg chg="add mod">
          <ac:chgData name="Arnaldo Satoru Gunzi" userId="41a30d14-40e4-4cae-bd0a-ce9e51e34c46" providerId="ADAL" clId="{F4B0CE92-0695-4132-9F9D-5C1D00544C0C}" dt="2023-12-03T04:54:17.009" v="48" actId="14100"/>
          <ac:picMkLst>
            <pc:docMk/>
            <pc:sldMk cId="2248444180" sldId="564"/>
            <ac:picMk id="4" creationId="{F5F08706-7E81-207C-2A4C-4EB6B4BE8FE5}"/>
          </ac:picMkLst>
        </pc:picChg>
        <pc:picChg chg="del">
          <ac:chgData name="Arnaldo Satoru Gunzi" userId="41a30d14-40e4-4cae-bd0a-ce9e51e34c46" providerId="ADAL" clId="{F4B0CE92-0695-4132-9F9D-5C1D00544C0C}" dt="2023-12-03T04:53:48.353" v="39" actId="478"/>
          <ac:picMkLst>
            <pc:docMk/>
            <pc:sldMk cId="2248444180" sldId="564"/>
            <ac:picMk id="5" creationId="{46788602-7A7C-1A93-2BCB-20505D5E466A}"/>
          </ac:picMkLst>
        </pc:picChg>
        <pc:picChg chg="del">
          <ac:chgData name="Arnaldo Satoru Gunzi" userId="41a30d14-40e4-4cae-bd0a-ce9e51e34c46" providerId="ADAL" clId="{F4B0CE92-0695-4132-9F9D-5C1D00544C0C}" dt="2023-12-03T04:53:48.353" v="39" actId="478"/>
          <ac:picMkLst>
            <pc:docMk/>
            <pc:sldMk cId="2248444180" sldId="564"/>
            <ac:picMk id="6" creationId="{01730869-84A4-1BF0-ADD5-05B55420CD0F}"/>
          </ac:picMkLst>
        </pc:picChg>
      </pc:sldChg>
      <pc:sldChg chg="addSp delSp modSp add mod modAnim">
        <pc:chgData name="Arnaldo Satoru Gunzi" userId="41a30d14-40e4-4cae-bd0a-ce9e51e34c46" providerId="ADAL" clId="{F4B0CE92-0695-4132-9F9D-5C1D00544C0C}" dt="2023-12-03T05:03:12.544" v="172" actId="1076"/>
        <pc:sldMkLst>
          <pc:docMk/>
          <pc:sldMk cId="585545505" sldId="565"/>
        </pc:sldMkLst>
        <pc:spChg chg="del">
          <ac:chgData name="Arnaldo Satoru Gunzi" userId="41a30d14-40e4-4cae-bd0a-ce9e51e34c46" providerId="ADAL" clId="{F4B0CE92-0695-4132-9F9D-5C1D00544C0C}" dt="2023-12-03T04:58:52.026" v="64" actId="478"/>
          <ac:spMkLst>
            <pc:docMk/>
            <pc:sldMk cId="585545505" sldId="565"/>
            <ac:spMk id="3" creationId="{8435EA95-261F-EA47-137E-EB7B7F7147B7}"/>
          </ac:spMkLst>
        </pc:spChg>
        <pc:spChg chg="mod">
          <ac:chgData name="Arnaldo Satoru Gunzi" userId="41a30d14-40e4-4cae-bd0a-ce9e51e34c46" providerId="ADAL" clId="{F4B0CE92-0695-4132-9F9D-5C1D00544C0C}" dt="2023-12-03T04:59:52.083" v="106" actId="20577"/>
          <ac:spMkLst>
            <pc:docMk/>
            <pc:sldMk cId="585545505" sldId="565"/>
            <ac:spMk id="4" creationId="{00000000-0000-0000-0000-000000000000}"/>
          </ac:spMkLst>
        </pc:spChg>
        <pc:spChg chg="add mod">
          <ac:chgData name="Arnaldo Satoru Gunzi" userId="41a30d14-40e4-4cae-bd0a-ce9e51e34c46" providerId="ADAL" clId="{F4B0CE92-0695-4132-9F9D-5C1D00544C0C}" dt="2023-12-03T05:03:12.544" v="172" actId="1076"/>
          <ac:spMkLst>
            <pc:docMk/>
            <pc:sldMk cId="585545505" sldId="565"/>
            <ac:spMk id="8" creationId="{98E6450E-B38A-343C-EA45-A762920A4820}"/>
          </ac:spMkLst>
        </pc:spChg>
        <pc:picChg chg="add mod">
          <ac:chgData name="Arnaldo Satoru Gunzi" userId="41a30d14-40e4-4cae-bd0a-ce9e51e34c46" providerId="ADAL" clId="{F4B0CE92-0695-4132-9F9D-5C1D00544C0C}" dt="2023-12-03T05:01:46.845" v="117" actId="1076"/>
          <ac:picMkLst>
            <pc:docMk/>
            <pc:sldMk cId="585545505" sldId="565"/>
            <ac:picMk id="2" creationId="{61B0BA1A-CDFC-14A1-2D4D-853DEE63A960}"/>
          </ac:picMkLst>
        </pc:picChg>
        <pc:picChg chg="del">
          <ac:chgData name="Arnaldo Satoru Gunzi" userId="41a30d14-40e4-4cae-bd0a-ce9e51e34c46" providerId="ADAL" clId="{F4B0CE92-0695-4132-9F9D-5C1D00544C0C}" dt="2023-12-03T04:58:44.505" v="61" actId="478"/>
          <ac:picMkLst>
            <pc:docMk/>
            <pc:sldMk cId="585545505" sldId="565"/>
            <ac:picMk id="5" creationId="{9C98FA5B-1700-AC2B-6AEE-DDF8E33F6AFC}"/>
          </ac:picMkLst>
        </pc:picChg>
        <pc:picChg chg="add del mod">
          <ac:chgData name="Arnaldo Satoru Gunzi" userId="41a30d14-40e4-4cae-bd0a-ce9e51e34c46" providerId="ADAL" clId="{F4B0CE92-0695-4132-9F9D-5C1D00544C0C}" dt="2023-12-03T04:59:45.598" v="87" actId="478"/>
          <ac:picMkLst>
            <pc:docMk/>
            <pc:sldMk cId="585545505" sldId="565"/>
            <ac:picMk id="1026" creationId="{4D42EFC2-D181-55B8-9158-36491F44071E}"/>
          </ac:picMkLst>
        </pc:picChg>
        <pc:picChg chg="add mod">
          <ac:chgData name="Arnaldo Satoru Gunzi" userId="41a30d14-40e4-4cae-bd0a-ce9e51e34c46" providerId="ADAL" clId="{F4B0CE92-0695-4132-9F9D-5C1D00544C0C}" dt="2023-12-03T05:03:06.523" v="171" actId="1076"/>
          <ac:picMkLst>
            <pc:docMk/>
            <pc:sldMk cId="585545505" sldId="565"/>
            <ac:picMk id="1028" creationId="{AA92ED44-FE16-27FE-78A7-83CF3D45E37C}"/>
          </ac:picMkLst>
        </pc:picChg>
      </pc:sldChg>
      <pc:sldChg chg="add">
        <pc:chgData name="Arnaldo Satoru Gunzi" userId="41a30d14-40e4-4cae-bd0a-ce9e51e34c46" providerId="ADAL" clId="{F4B0CE92-0695-4132-9F9D-5C1D00544C0C}" dt="2023-12-03T04:59:42.724" v="86"/>
        <pc:sldMkLst>
          <pc:docMk/>
          <pc:sldMk cId="3074736192" sldId="566"/>
        </pc:sldMkLst>
      </pc:sldChg>
      <pc:sldChg chg="delSp modSp add mod">
        <pc:chgData name="Arnaldo Satoru Gunzi" userId="41a30d14-40e4-4cae-bd0a-ce9e51e34c46" providerId="ADAL" clId="{F4B0CE92-0695-4132-9F9D-5C1D00544C0C}" dt="2023-12-03T05:38:10.125" v="245" actId="20577"/>
        <pc:sldMkLst>
          <pc:docMk/>
          <pc:sldMk cId="3147108612" sldId="567"/>
        </pc:sldMkLst>
        <pc:spChg chg="mod">
          <ac:chgData name="Arnaldo Satoru Gunzi" userId="41a30d14-40e4-4cae-bd0a-ce9e51e34c46" providerId="ADAL" clId="{F4B0CE92-0695-4132-9F9D-5C1D00544C0C}" dt="2023-12-03T05:38:10.125" v="245" actId="20577"/>
          <ac:spMkLst>
            <pc:docMk/>
            <pc:sldMk cId="3147108612" sldId="567"/>
            <ac:spMk id="6" creationId="{C433EA28-5B5E-CE2C-E175-D6FC0743C0BA}"/>
          </ac:spMkLst>
        </pc:spChg>
        <pc:graphicFrameChg chg="del">
          <ac:chgData name="Arnaldo Satoru Gunzi" userId="41a30d14-40e4-4cae-bd0a-ce9e51e34c46" providerId="ADAL" clId="{F4B0CE92-0695-4132-9F9D-5C1D00544C0C}" dt="2023-12-03T05:37:49.086" v="179" actId="478"/>
          <ac:graphicFrameMkLst>
            <pc:docMk/>
            <pc:sldMk cId="3147108612" sldId="567"/>
            <ac:graphicFrameMk id="8" creationId="{8C35BC56-B918-99F2-0A22-8E308E66F6B7}"/>
          </ac:graphicFrameMkLst>
        </pc:graphicFrameChg>
      </pc:sldChg>
      <pc:sldChg chg="modSp new mod">
        <pc:chgData name="Arnaldo Satoru Gunzi" userId="41a30d14-40e4-4cae-bd0a-ce9e51e34c46" providerId="ADAL" clId="{F4B0CE92-0695-4132-9F9D-5C1D00544C0C}" dt="2023-12-06T07:03:27.270" v="303" actId="404"/>
        <pc:sldMkLst>
          <pc:docMk/>
          <pc:sldMk cId="927947578" sldId="568"/>
        </pc:sldMkLst>
        <pc:spChg chg="mod">
          <ac:chgData name="Arnaldo Satoru Gunzi" userId="41a30d14-40e4-4cae-bd0a-ce9e51e34c46" providerId="ADAL" clId="{F4B0CE92-0695-4132-9F9D-5C1D00544C0C}" dt="2023-12-06T07:03:27.270" v="303" actId="404"/>
          <ac:spMkLst>
            <pc:docMk/>
            <pc:sldMk cId="927947578" sldId="568"/>
            <ac:spMk id="2" creationId="{02CBC9C8-093C-58F3-7ED6-EE411FB84FA7}"/>
          </ac:spMkLst>
        </pc:spChg>
        <pc:spChg chg="mod">
          <ac:chgData name="Arnaldo Satoru Gunzi" userId="41a30d14-40e4-4cae-bd0a-ce9e51e34c46" providerId="ADAL" clId="{F4B0CE92-0695-4132-9F9D-5C1D00544C0C}" dt="2023-12-06T07:01:10.698" v="272" actId="20577"/>
          <ac:spMkLst>
            <pc:docMk/>
            <pc:sldMk cId="927947578" sldId="568"/>
            <ac:spMk id="3" creationId="{76D0A7C7-7E78-568A-BFF7-CAFEAF7C5223}"/>
          </ac:spMkLst>
        </pc:spChg>
      </pc:sldChg>
      <pc:sldChg chg="addSp delSp modSp new">
        <pc:chgData name="Arnaldo Satoru Gunzi" userId="41a30d14-40e4-4cae-bd0a-ce9e51e34c46" providerId="ADAL" clId="{F4B0CE92-0695-4132-9F9D-5C1D00544C0C}" dt="2023-12-08T00:14:21.097" v="467" actId="14100"/>
        <pc:sldMkLst>
          <pc:docMk/>
          <pc:sldMk cId="1980826355" sldId="569"/>
        </pc:sldMkLst>
        <pc:picChg chg="add del mod">
          <ac:chgData name="Arnaldo Satoru Gunzi" userId="41a30d14-40e4-4cae-bd0a-ce9e51e34c46" providerId="ADAL" clId="{F4B0CE92-0695-4132-9F9D-5C1D00544C0C}" dt="2023-12-08T00:14:07.113" v="461"/>
          <ac:picMkLst>
            <pc:docMk/>
            <pc:sldMk cId="1980826355" sldId="569"/>
            <ac:picMk id="5" creationId="{8852BFD9-DFAA-3862-D617-7B6CEBA658AA}"/>
          </ac:picMkLst>
        </pc:picChg>
        <pc:picChg chg="add mod">
          <ac:chgData name="Arnaldo Satoru Gunzi" userId="41a30d14-40e4-4cae-bd0a-ce9e51e34c46" providerId="ADAL" clId="{F4B0CE92-0695-4132-9F9D-5C1D00544C0C}" dt="2023-12-08T00:14:21.097" v="467" actId="14100"/>
          <ac:picMkLst>
            <pc:docMk/>
            <pc:sldMk cId="1980826355" sldId="569"/>
            <ac:picMk id="6" creationId="{E12A6C6D-A979-E528-8BB9-85EB78A4AD0C}"/>
          </ac:picMkLst>
        </pc:picChg>
      </pc:sldChg>
      <pc:sldChg chg="addSp delSp modSp add">
        <pc:chgData name="Arnaldo Satoru Gunzi" userId="41a30d14-40e4-4cae-bd0a-ce9e51e34c46" providerId="ADAL" clId="{F4B0CE92-0695-4132-9F9D-5C1D00544C0C}" dt="2023-12-08T00:14:38.139" v="474" actId="1076"/>
        <pc:sldMkLst>
          <pc:docMk/>
          <pc:sldMk cId="3277534952" sldId="570"/>
        </pc:sldMkLst>
        <pc:picChg chg="add mod">
          <ac:chgData name="Arnaldo Satoru Gunzi" userId="41a30d14-40e4-4cae-bd0a-ce9e51e34c46" providerId="ADAL" clId="{F4B0CE92-0695-4132-9F9D-5C1D00544C0C}" dt="2023-12-08T00:14:38.139" v="474" actId="1076"/>
          <ac:picMkLst>
            <pc:docMk/>
            <pc:sldMk cId="3277534952" sldId="570"/>
            <ac:picMk id="5" creationId="{66E7926A-544A-26C2-9603-B2997D68E842}"/>
          </ac:picMkLst>
        </pc:picChg>
        <pc:picChg chg="del">
          <ac:chgData name="Arnaldo Satoru Gunzi" userId="41a30d14-40e4-4cae-bd0a-ce9e51e34c46" providerId="ADAL" clId="{F4B0CE92-0695-4132-9F9D-5C1D00544C0C}" dt="2023-12-08T00:14:26.081" v="469" actId="478"/>
          <ac:picMkLst>
            <pc:docMk/>
            <pc:sldMk cId="3277534952" sldId="570"/>
            <ac:picMk id="6" creationId="{E12A6C6D-A979-E528-8BB9-85EB78A4AD0C}"/>
          </ac:picMkLst>
        </pc:picChg>
      </pc:sldChg>
      <pc:sldChg chg="addSp delSp modSp add mod">
        <pc:chgData name="Arnaldo Satoru Gunzi" userId="41a30d14-40e4-4cae-bd0a-ce9e51e34c46" providerId="ADAL" clId="{F4B0CE92-0695-4132-9F9D-5C1D00544C0C}" dt="2023-12-08T00:15:02.186" v="484" actId="1076"/>
        <pc:sldMkLst>
          <pc:docMk/>
          <pc:sldMk cId="3699735661" sldId="571"/>
        </pc:sldMkLst>
        <pc:spChg chg="del mod">
          <ac:chgData name="Arnaldo Satoru Gunzi" userId="41a30d14-40e4-4cae-bd0a-ce9e51e34c46" providerId="ADAL" clId="{F4B0CE92-0695-4132-9F9D-5C1D00544C0C}" dt="2023-12-08T00:14:57.587" v="482" actId="478"/>
          <ac:spMkLst>
            <pc:docMk/>
            <pc:sldMk cId="3699735661" sldId="571"/>
            <ac:spMk id="2" creationId="{DCDE117F-CEE9-EEFC-4EEF-07BC0A3B4B3F}"/>
          </ac:spMkLst>
        </pc:spChg>
        <pc:spChg chg="del">
          <ac:chgData name="Arnaldo Satoru Gunzi" userId="41a30d14-40e4-4cae-bd0a-ce9e51e34c46" providerId="ADAL" clId="{F4B0CE92-0695-4132-9F9D-5C1D00544C0C}" dt="2023-12-08T00:14:55.111" v="481" actId="478"/>
          <ac:spMkLst>
            <pc:docMk/>
            <pc:sldMk cId="3699735661" sldId="571"/>
            <ac:spMk id="3" creationId="{87561C48-1F75-08DC-751E-067C43FDFC7A}"/>
          </ac:spMkLst>
        </pc:spChg>
        <pc:spChg chg="add del mod">
          <ac:chgData name="Arnaldo Satoru Gunzi" userId="41a30d14-40e4-4cae-bd0a-ce9e51e34c46" providerId="ADAL" clId="{F4B0CE92-0695-4132-9F9D-5C1D00544C0C}" dt="2023-12-08T00:15:00.171" v="483" actId="478"/>
          <ac:spMkLst>
            <pc:docMk/>
            <pc:sldMk cId="3699735661" sldId="571"/>
            <ac:spMk id="8" creationId="{FDF56084-057E-5BFB-3BE1-B97712F50AC8}"/>
          </ac:spMkLst>
        </pc:spChg>
        <pc:picChg chg="del">
          <ac:chgData name="Arnaldo Satoru Gunzi" userId="41a30d14-40e4-4cae-bd0a-ce9e51e34c46" providerId="ADAL" clId="{F4B0CE92-0695-4132-9F9D-5C1D00544C0C}" dt="2023-12-08T00:14:41.101" v="476" actId="478"/>
          <ac:picMkLst>
            <pc:docMk/>
            <pc:sldMk cId="3699735661" sldId="571"/>
            <ac:picMk id="5" creationId="{66E7926A-544A-26C2-9603-B2997D68E842}"/>
          </ac:picMkLst>
        </pc:picChg>
        <pc:picChg chg="add mod">
          <ac:chgData name="Arnaldo Satoru Gunzi" userId="41a30d14-40e4-4cae-bd0a-ce9e51e34c46" providerId="ADAL" clId="{F4B0CE92-0695-4132-9F9D-5C1D00544C0C}" dt="2023-12-08T00:15:02.186" v="484" actId="1076"/>
          <ac:picMkLst>
            <pc:docMk/>
            <pc:sldMk cId="3699735661" sldId="571"/>
            <ac:picMk id="6" creationId="{AE5265AB-12FB-985E-0942-D008C6920C84}"/>
          </ac:picMkLst>
        </pc:picChg>
      </pc:sldChg>
      <pc:sldChg chg="addSp delSp modSp add mod">
        <pc:chgData name="Arnaldo Satoru Gunzi" userId="41a30d14-40e4-4cae-bd0a-ce9e51e34c46" providerId="ADAL" clId="{F4B0CE92-0695-4132-9F9D-5C1D00544C0C}" dt="2023-12-09T10:26:44.123" v="532" actId="6549"/>
        <pc:sldMkLst>
          <pc:docMk/>
          <pc:sldMk cId="1161538080" sldId="572"/>
        </pc:sldMkLst>
        <pc:spChg chg="mod">
          <ac:chgData name="Arnaldo Satoru Gunzi" userId="41a30d14-40e4-4cae-bd0a-ce9e51e34c46" providerId="ADAL" clId="{F4B0CE92-0695-4132-9F9D-5C1D00544C0C}" dt="2023-12-09T10:24:43.538" v="505"/>
          <ac:spMkLst>
            <pc:docMk/>
            <pc:sldMk cId="1161538080" sldId="572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F4B0CE92-0695-4132-9F9D-5C1D00544C0C}" dt="2023-12-09T10:19:10.763" v="498" actId="20577"/>
          <ac:spMkLst>
            <pc:docMk/>
            <pc:sldMk cId="1161538080" sldId="572"/>
            <ac:spMk id="3" creationId="{6711D756-6641-F254-AADE-C1765DE7D80C}"/>
          </ac:spMkLst>
        </pc:spChg>
        <pc:spChg chg="add del mod">
          <ac:chgData name="Arnaldo Satoru Gunzi" userId="41a30d14-40e4-4cae-bd0a-ce9e51e34c46" providerId="ADAL" clId="{F4B0CE92-0695-4132-9F9D-5C1D00544C0C}" dt="2023-12-09T10:24:09.748" v="501"/>
          <ac:spMkLst>
            <pc:docMk/>
            <pc:sldMk cId="1161538080" sldId="572"/>
            <ac:spMk id="5" creationId="{DE24F22B-79EF-30EB-D6E2-A249F828850E}"/>
          </ac:spMkLst>
        </pc:spChg>
        <pc:spChg chg="add del mod">
          <ac:chgData name="Arnaldo Satoru Gunzi" userId="41a30d14-40e4-4cae-bd0a-ce9e51e34c46" providerId="ADAL" clId="{F4B0CE92-0695-4132-9F9D-5C1D00544C0C}" dt="2023-12-09T10:24:23.031" v="504"/>
          <ac:spMkLst>
            <pc:docMk/>
            <pc:sldMk cId="1161538080" sldId="572"/>
            <ac:spMk id="9" creationId="{88AC800A-8B04-BDA2-15E4-9A5FDF3E01E0}"/>
          </ac:spMkLst>
        </pc:spChg>
        <pc:spChg chg="add mod">
          <ac:chgData name="Arnaldo Satoru Gunzi" userId="41a30d14-40e4-4cae-bd0a-ce9e51e34c46" providerId="ADAL" clId="{F4B0CE92-0695-4132-9F9D-5C1D00544C0C}" dt="2023-12-09T10:25:15.955" v="522" actId="20577"/>
          <ac:spMkLst>
            <pc:docMk/>
            <pc:sldMk cId="1161538080" sldId="572"/>
            <ac:spMk id="11" creationId="{146EF488-B97B-178E-8DC9-630058994998}"/>
          </ac:spMkLst>
        </pc:spChg>
        <pc:spChg chg="add mod">
          <ac:chgData name="Arnaldo Satoru Gunzi" userId="41a30d14-40e4-4cae-bd0a-ce9e51e34c46" providerId="ADAL" clId="{F4B0CE92-0695-4132-9F9D-5C1D00544C0C}" dt="2023-12-09T10:26:44.123" v="532" actId="6549"/>
          <ac:spMkLst>
            <pc:docMk/>
            <pc:sldMk cId="1161538080" sldId="572"/>
            <ac:spMk id="13" creationId="{920FEE77-4330-3B17-0900-86A1A0CAE241}"/>
          </ac:spMkLst>
        </pc:spChg>
        <pc:graphicFrameChg chg="add del mod">
          <ac:chgData name="Arnaldo Satoru Gunzi" userId="41a30d14-40e4-4cae-bd0a-ce9e51e34c46" providerId="ADAL" clId="{F4B0CE92-0695-4132-9F9D-5C1D00544C0C}" dt="2023-12-09T10:24:09.748" v="501"/>
          <ac:graphicFrameMkLst>
            <pc:docMk/>
            <pc:sldMk cId="1161538080" sldId="572"/>
            <ac:graphicFrameMk id="4" creationId="{16FC7F48-6FCA-6226-550E-6E2475273BD6}"/>
          </ac:graphicFrameMkLst>
        </pc:graphicFrameChg>
        <pc:graphicFrameChg chg="add del mod">
          <ac:chgData name="Arnaldo Satoru Gunzi" userId="41a30d14-40e4-4cae-bd0a-ce9e51e34c46" providerId="ADAL" clId="{F4B0CE92-0695-4132-9F9D-5C1D00544C0C}" dt="2023-12-09T10:24:23.031" v="504"/>
          <ac:graphicFrameMkLst>
            <pc:docMk/>
            <pc:sldMk cId="1161538080" sldId="572"/>
            <ac:graphicFrameMk id="6" creationId="{01F3D088-B0CE-620A-8ECB-762D49652576}"/>
          </ac:graphicFrameMkLst>
        </pc:graphicFrameChg>
        <pc:picChg chg="del">
          <ac:chgData name="Arnaldo Satoru Gunzi" userId="41a30d14-40e4-4cae-bd0a-ce9e51e34c46" providerId="ADAL" clId="{F4B0CE92-0695-4132-9F9D-5C1D00544C0C}" dt="2023-12-09T10:23:58.723" v="499" actId="478"/>
          <ac:picMkLst>
            <pc:docMk/>
            <pc:sldMk cId="1161538080" sldId="572"/>
            <ac:picMk id="8" creationId="{FFD3F20A-76FC-DDA5-8F85-6E7D5C7ADA8E}"/>
          </ac:picMkLst>
        </pc:picChg>
      </pc:sldChg>
      <pc:sldChg chg="delSp modSp add mod">
        <pc:chgData name="Arnaldo Satoru Gunzi" userId="41a30d14-40e4-4cae-bd0a-ce9e51e34c46" providerId="ADAL" clId="{F4B0CE92-0695-4132-9F9D-5C1D00544C0C}" dt="2023-12-09T20:02:57.874" v="1120" actId="20577"/>
        <pc:sldMkLst>
          <pc:docMk/>
          <pc:sldMk cId="3411662195" sldId="573"/>
        </pc:sldMkLst>
        <pc:spChg chg="mod">
          <ac:chgData name="Arnaldo Satoru Gunzi" userId="41a30d14-40e4-4cae-bd0a-ce9e51e34c46" providerId="ADAL" clId="{F4B0CE92-0695-4132-9F9D-5C1D00544C0C}" dt="2023-12-09T20:02:57.874" v="1120" actId="20577"/>
          <ac:spMkLst>
            <pc:docMk/>
            <pc:sldMk cId="3411662195" sldId="573"/>
            <ac:spMk id="2" creationId="{58723E6B-1387-77C9-ED34-B5D5775ED995}"/>
          </ac:spMkLst>
        </pc:spChg>
        <pc:spChg chg="mod">
          <ac:chgData name="Arnaldo Satoru Gunzi" userId="41a30d14-40e4-4cae-bd0a-ce9e51e34c46" providerId="ADAL" clId="{F4B0CE92-0695-4132-9F9D-5C1D00544C0C}" dt="2023-12-09T10:26:56.468" v="543" actId="20577"/>
          <ac:spMkLst>
            <pc:docMk/>
            <pc:sldMk cId="3411662195" sldId="573"/>
            <ac:spMk id="3" creationId="{6711D756-6641-F254-AADE-C1765DE7D80C}"/>
          </ac:spMkLst>
        </pc:spChg>
        <pc:spChg chg="del">
          <ac:chgData name="Arnaldo Satoru Gunzi" userId="41a30d14-40e4-4cae-bd0a-ce9e51e34c46" providerId="ADAL" clId="{F4B0CE92-0695-4132-9F9D-5C1D00544C0C}" dt="2023-12-09T10:26:58.982" v="544" actId="478"/>
          <ac:spMkLst>
            <pc:docMk/>
            <pc:sldMk cId="3411662195" sldId="573"/>
            <ac:spMk id="11" creationId="{146EF488-B97B-178E-8DC9-630058994998}"/>
          </ac:spMkLst>
        </pc:spChg>
        <pc:spChg chg="del">
          <ac:chgData name="Arnaldo Satoru Gunzi" userId="41a30d14-40e4-4cae-bd0a-ce9e51e34c46" providerId="ADAL" clId="{F4B0CE92-0695-4132-9F9D-5C1D00544C0C}" dt="2023-12-09T10:27:00.673" v="545" actId="478"/>
          <ac:spMkLst>
            <pc:docMk/>
            <pc:sldMk cId="3411662195" sldId="573"/>
            <ac:spMk id="13" creationId="{920FEE77-4330-3B17-0900-86A1A0CAE241}"/>
          </ac:spMkLst>
        </pc:spChg>
      </pc:sldChg>
      <pc:sldChg chg="addSp delSp modSp add mod">
        <pc:chgData name="Arnaldo Satoru Gunzi" userId="41a30d14-40e4-4cae-bd0a-ce9e51e34c46" providerId="ADAL" clId="{F4B0CE92-0695-4132-9F9D-5C1D00544C0C}" dt="2023-12-14T22:11:07.684" v="1269" actId="478"/>
        <pc:sldMkLst>
          <pc:docMk/>
          <pc:sldMk cId="3159322364" sldId="574"/>
        </pc:sldMkLst>
        <pc:spChg chg="mod">
          <ac:chgData name="Arnaldo Satoru Gunzi" userId="41a30d14-40e4-4cae-bd0a-ce9e51e34c46" providerId="ADAL" clId="{F4B0CE92-0695-4132-9F9D-5C1D00544C0C}" dt="2023-12-09T10:32:20.794" v="1070" actId="20577"/>
          <ac:spMkLst>
            <pc:docMk/>
            <pc:sldMk cId="3159322364" sldId="574"/>
            <ac:spMk id="2" creationId="{58723E6B-1387-77C9-ED34-B5D5775ED995}"/>
          </ac:spMkLst>
        </pc:spChg>
        <pc:spChg chg="del">
          <ac:chgData name="Arnaldo Satoru Gunzi" userId="41a30d14-40e4-4cae-bd0a-ce9e51e34c46" providerId="ADAL" clId="{F4B0CE92-0695-4132-9F9D-5C1D00544C0C}" dt="2023-12-14T22:11:05.836" v="1268" actId="478"/>
          <ac:spMkLst>
            <pc:docMk/>
            <pc:sldMk cId="3159322364" sldId="574"/>
            <ac:spMk id="3" creationId="{6711D756-6641-F254-AADE-C1765DE7D80C}"/>
          </ac:spMkLst>
        </pc:spChg>
        <pc:spChg chg="add del mod">
          <ac:chgData name="Arnaldo Satoru Gunzi" userId="41a30d14-40e4-4cae-bd0a-ce9e51e34c46" providerId="ADAL" clId="{F4B0CE92-0695-4132-9F9D-5C1D00544C0C}" dt="2023-12-14T22:11:07.684" v="1269" actId="478"/>
          <ac:spMkLst>
            <pc:docMk/>
            <pc:sldMk cId="3159322364" sldId="574"/>
            <ac:spMk id="6" creationId="{73E117E3-2A60-D835-AF6A-C7C8064DBD3A}"/>
          </ac:spMkLst>
        </pc:spChg>
        <pc:spChg chg="del">
          <ac:chgData name="Arnaldo Satoru Gunzi" userId="41a30d14-40e4-4cae-bd0a-ce9e51e34c46" providerId="ADAL" clId="{F4B0CE92-0695-4132-9F9D-5C1D00544C0C}" dt="2023-12-09T10:31:10.930" v="773" actId="478"/>
          <ac:spMkLst>
            <pc:docMk/>
            <pc:sldMk cId="3159322364" sldId="574"/>
            <ac:spMk id="11" creationId="{146EF488-B97B-178E-8DC9-630058994998}"/>
          </ac:spMkLst>
        </pc:spChg>
        <pc:spChg chg="del">
          <ac:chgData name="Arnaldo Satoru Gunzi" userId="41a30d14-40e4-4cae-bd0a-ce9e51e34c46" providerId="ADAL" clId="{F4B0CE92-0695-4132-9F9D-5C1D00544C0C}" dt="2023-12-09T10:31:10.930" v="773" actId="478"/>
          <ac:spMkLst>
            <pc:docMk/>
            <pc:sldMk cId="3159322364" sldId="574"/>
            <ac:spMk id="13" creationId="{920FEE77-4330-3B17-0900-86A1A0CAE241}"/>
          </ac:spMkLst>
        </pc:spChg>
        <pc:graphicFrameChg chg="add del mod">
          <ac:chgData name="Arnaldo Satoru Gunzi" userId="41a30d14-40e4-4cae-bd0a-ce9e51e34c46" providerId="ADAL" clId="{F4B0CE92-0695-4132-9F9D-5C1D00544C0C}" dt="2023-12-09T10:31:16.445" v="779"/>
          <ac:graphicFrameMkLst>
            <pc:docMk/>
            <pc:sldMk cId="3159322364" sldId="574"/>
            <ac:graphicFrameMk id="4" creationId="{2453C0EC-332A-081F-BE2E-8E830A1FB305}"/>
          </ac:graphicFrameMkLst>
        </pc:graphicFrameChg>
        <pc:graphicFrameChg chg="add mod">
          <ac:chgData name="Arnaldo Satoru Gunzi" userId="41a30d14-40e4-4cae-bd0a-ce9e51e34c46" providerId="ADAL" clId="{F4B0CE92-0695-4132-9F9D-5C1D00544C0C}" dt="2023-12-09T10:31:18.832" v="781" actId="1076"/>
          <ac:graphicFrameMkLst>
            <pc:docMk/>
            <pc:sldMk cId="3159322364" sldId="574"/>
            <ac:graphicFrameMk id="5" creationId="{7FC17C87-C926-2779-F1B8-8A447097EF82}"/>
          </ac:graphicFrameMkLst>
        </pc:graphicFrameChg>
      </pc:sldChg>
      <pc:sldChg chg="add">
        <pc:chgData name="Arnaldo Satoru Gunzi" userId="41a30d14-40e4-4cae-bd0a-ce9e51e34c46" providerId="ADAL" clId="{F4B0CE92-0695-4132-9F9D-5C1D00544C0C}" dt="2023-12-09T20:03:41.882" v="1121"/>
        <pc:sldMkLst>
          <pc:docMk/>
          <pc:sldMk cId="227117119" sldId="575"/>
        </pc:sldMkLst>
      </pc:sldChg>
      <pc:sldChg chg="addSp delSp modSp add mod">
        <pc:chgData name="Arnaldo Satoru Gunzi" userId="41a30d14-40e4-4cae-bd0a-ce9e51e34c46" providerId="ADAL" clId="{F4B0CE92-0695-4132-9F9D-5C1D00544C0C}" dt="2023-12-09T20:13:18.529" v="1267" actId="14100"/>
        <pc:sldMkLst>
          <pc:docMk/>
          <pc:sldMk cId="1820887784" sldId="576"/>
        </pc:sldMkLst>
        <pc:spChg chg="mod">
          <ac:chgData name="Arnaldo Satoru Gunzi" userId="41a30d14-40e4-4cae-bd0a-ce9e51e34c46" providerId="ADAL" clId="{F4B0CE92-0695-4132-9F9D-5C1D00544C0C}" dt="2023-12-09T20:09:22.312" v="1204" actId="20577"/>
          <ac:spMkLst>
            <pc:docMk/>
            <pc:sldMk cId="1820887784" sldId="576"/>
            <ac:spMk id="2" creationId="{57E21633-A7D6-D567-FA20-99E6993F52B2}"/>
          </ac:spMkLst>
        </pc:spChg>
        <pc:spChg chg="mod">
          <ac:chgData name="Arnaldo Satoru Gunzi" userId="41a30d14-40e4-4cae-bd0a-ce9e51e34c46" providerId="ADAL" clId="{F4B0CE92-0695-4132-9F9D-5C1D00544C0C}" dt="2023-12-09T20:08:40.463" v="1140" actId="6549"/>
          <ac:spMkLst>
            <pc:docMk/>
            <pc:sldMk cId="1820887784" sldId="576"/>
            <ac:spMk id="3" creationId="{6711D756-6641-F254-AADE-C1765DE7D80C}"/>
          </ac:spMkLst>
        </pc:spChg>
        <pc:spChg chg="del">
          <ac:chgData name="Arnaldo Satoru Gunzi" userId="41a30d14-40e4-4cae-bd0a-ce9e51e34c46" providerId="ADAL" clId="{F4B0CE92-0695-4132-9F9D-5C1D00544C0C}" dt="2023-12-09T20:09:01.878" v="1188" actId="478"/>
          <ac:spMkLst>
            <pc:docMk/>
            <pc:sldMk cId="1820887784" sldId="576"/>
            <ac:spMk id="9" creationId="{2DAE9BD5-88D4-2D61-81FB-317EA600E2EA}"/>
          </ac:spMkLst>
        </pc:spChg>
        <pc:picChg chg="add mod">
          <ac:chgData name="Arnaldo Satoru Gunzi" userId="41a30d14-40e4-4cae-bd0a-ce9e51e34c46" providerId="ADAL" clId="{F4B0CE92-0695-4132-9F9D-5C1D00544C0C}" dt="2023-12-09T20:13:18.529" v="1267" actId="14100"/>
          <ac:picMkLst>
            <pc:docMk/>
            <pc:sldMk cId="1820887784" sldId="576"/>
            <ac:picMk id="5" creationId="{3DAF738F-B33A-E913-1316-E8A2516F2162}"/>
          </ac:picMkLst>
        </pc:picChg>
        <pc:picChg chg="del">
          <ac:chgData name="Arnaldo Satoru Gunzi" userId="41a30d14-40e4-4cae-bd0a-ce9e51e34c46" providerId="ADAL" clId="{F4B0CE92-0695-4132-9F9D-5C1D00544C0C}" dt="2023-12-09T20:08:42.353" v="1141" actId="478"/>
          <ac:picMkLst>
            <pc:docMk/>
            <pc:sldMk cId="1820887784" sldId="576"/>
            <ac:picMk id="1026" creationId="{D0F65053-A22B-A656-396F-8DFD5FA55791}"/>
          </ac:picMkLst>
        </pc:picChg>
      </pc:sldChg>
    </pc:docChg>
  </pc:docChgLst>
  <pc:docChgLst>
    <pc:chgData name="Arnaldo Satoru Gunzi" userId="41a30d14-40e4-4cae-bd0a-ce9e51e34c46" providerId="ADAL" clId="{117D18F7-BDCB-43EB-8194-502ECB2851FA}"/>
    <pc:docChg chg="undo custSel addSld delSld modSld">
      <pc:chgData name="Arnaldo Satoru Gunzi" userId="41a30d14-40e4-4cae-bd0a-ce9e51e34c46" providerId="ADAL" clId="{117D18F7-BDCB-43EB-8194-502ECB2851FA}" dt="2024-06-26T13:35:04.188" v="47" actId="729"/>
      <pc:docMkLst>
        <pc:docMk/>
      </pc:docMkLst>
      <pc:sldChg chg="addSp delSp modSp mod">
        <pc:chgData name="Arnaldo Satoru Gunzi" userId="41a30d14-40e4-4cae-bd0a-ce9e51e34c46" providerId="ADAL" clId="{117D18F7-BDCB-43EB-8194-502ECB2851FA}" dt="2024-06-26T12:55:11.833" v="43" actId="1076"/>
        <pc:sldMkLst>
          <pc:docMk/>
          <pc:sldMk cId="2510943921" sldId="264"/>
        </pc:sldMkLst>
        <pc:spChg chg="mod">
          <ac:chgData name="Arnaldo Satoru Gunzi" userId="41a30d14-40e4-4cae-bd0a-ce9e51e34c46" providerId="ADAL" clId="{117D18F7-BDCB-43EB-8194-502ECB2851FA}" dt="2024-06-26T12:52:19.539" v="25" actId="1076"/>
          <ac:spMkLst>
            <pc:docMk/>
            <pc:sldMk cId="2510943921" sldId="264"/>
            <ac:spMk id="16" creationId="{2320ACF9-AAA3-6678-A937-5B5C5D747A67}"/>
          </ac:spMkLst>
        </pc:spChg>
        <pc:picChg chg="add del mod">
          <ac:chgData name="Arnaldo Satoru Gunzi" userId="41a30d14-40e4-4cae-bd0a-ce9e51e34c46" providerId="ADAL" clId="{117D18F7-BDCB-43EB-8194-502ECB2851FA}" dt="2024-06-26T12:54:02.741" v="30" actId="478"/>
          <ac:picMkLst>
            <pc:docMk/>
            <pc:sldMk cId="2510943921" sldId="264"/>
            <ac:picMk id="4" creationId="{303648AA-7359-A5A3-A3B5-20BE7D4E9D37}"/>
          </ac:picMkLst>
        </pc:picChg>
        <pc:picChg chg="add mod">
          <ac:chgData name="Arnaldo Satoru Gunzi" userId="41a30d14-40e4-4cae-bd0a-ce9e51e34c46" providerId="ADAL" clId="{117D18F7-BDCB-43EB-8194-502ECB2851FA}" dt="2024-06-26T12:55:11.833" v="43" actId="1076"/>
          <ac:picMkLst>
            <pc:docMk/>
            <pc:sldMk cId="2510943921" sldId="264"/>
            <ac:picMk id="6" creationId="{4C0898D9-5B99-6E79-F88C-EF753B9C9ED1}"/>
          </ac:picMkLst>
        </pc:picChg>
        <pc:picChg chg="add mod">
          <ac:chgData name="Arnaldo Satoru Gunzi" userId="41a30d14-40e4-4cae-bd0a-ce9e51e34c46" providerId="ADAL" clId="{117D18F7-BDCB-43EB-8194-502ECB2851FA}" dt="2024-06-26T12:55:10.956" v="42" actId="1076"/>
          <ac:picMkLst>
            <pc:docMk/>
            <pc:sldMk cId="2510943921" sldId="264"/>
            <ac:picMk id="8" creationId="{B9947983-0B7D-F134-F1FC-488C88E894E1}"/>
          </ac:picMkLst>
        </pc:picChg>
        <pc:picChg chg="mod">
          <ac:chgData name="Arnaldo Satoru Gunzi" userId="41a30d14-40e4-4cae-bd0a-ce9e51e34c46" providerId="ADAL" clId="{117D18F7-BDCB-43EB-8194-502ECB2851FA}" dt="2024-06-26T12:52:19.539" v="25" actId="1076"/>
          <ac:picMkLst>
            <pc:docMk/>
            <pc:sldMk cId="2510943921" sldId="264"/>
            <ac:picMk id="17" creationId="{2D1CC5D5-7A31-3FD8-53CD-9A22510807B5}"/>
          </ac:picMkLst>
        </pc:picChg>
      </pc:sldChg>
      <pc:sldChg chg="mod modShow">
        <pc:chgData name="Arnaldo Satoru Gunzi" userId="41a30d14-40e4-4cae-bd0a-ce9e51e34c46" providerId="ADAL" clId="{117D18F7-BDCB-43EB-8194-502ECB2851FA}" dt="2024-06-26T13:12:46.226" v="44" actId="729"/>
        <pc:sldMkLst>
          <pc:docMk/>
          <pc:sldMk cId="3837263151" sldId="370"/>
        </pc:sldMkLst>
      </pc:sldChg>
      <pc:sldChg chg="mod modShow">
        <pc:chgData name="Arnaldo Satoru Gunzi" userId="41a30d14-40e4-4cae-bd0a-ce9e51e34c46" providerId="ADAL" clId="{117D18F7-BDCB-43EB-8194-502ECB2851FA}" dt="2024-06-26T13:35:04.188" v="47" actId="729"/>
        <pc:sldMkLst>
          <pc:docMk/>
          <pc:sldMk cId="4031850965" sldId="526"/>
        </pc:sldMkLst>
      </pc:sldChg>
      <pc:sldChg chg="mod modShow">
        <pc:chgData name="Arnaldo Satoru Gunzi" userId="41a30d14-40e4-4cae-bd0a-ce9e51e34c46" providerId="ADAL" clId="{117D18F7-BDCB-43EB-8194-502ECB2851FA}" dt="2024-06-26T13:35:04.188" v="47" actId="729"/>
        <pc:sldMkLst>
          <pc:docMk/>
          <pc:sldMk cId="1513289529" sldId="527"/>
        </pc:sldMkLst>
      </pc:sldChg>
      <pc:sldChg chg="mod modShow">
        <pc:chgData name="Arnaldo Satoru Gunzi" userId="41a30d14-40e4-4cae-bd0a-ce9e51e34c46" providerId="ADAL" clId="{117D18F7-BDCB-43EB-8194-502ECB2851FA}" dt="2024-06-26T13:35:04.188" v="47" actId="729"/>
        <pc:sldMkLst>
          <pc:docMk/>
          <pc:sldMk cId="713677502" sldId="528"/>
        </pc:sldMkLst>
      </pc:sldChg>
      <pc:sldChg chg="mod modShow">
        <pc:chgData name="Arnaldo Satoru Gunzi" userId="41a30d14-40e4-4cae-bd0a-ce9e51e34c46" providerId="ADAL" clId="{117D18F7-BDCB-43EB-8194-502ECB2851FA}" dt="2024-06-26T13:35:04.188" v="47" actId="729"/>
        <pc:sldMkLst>
          <pc:docMk/>
          <pc:sldMk cId="936191699" sldId="529"/>
        </pc:sldMkLst>
      </pc:sldChg>
      <pc:sldChg chg="mod modShow">
        <pc:chgData name="Arnaldo Satoru Gunzi" userId="41a30d14-40e4-4cae-bd0a-ce9e51e34c46" providerId="ADAL" clId="{117D18F7-BDCB-43EB-8194-502ECB2851FA}" dt="2024-06-26T13:35:04.188" v="47" actId="729"/>
        <pc:sldMkLst>
          <pc:docMk/>
          <pc:sldMk cId="4125788098" sldId="530"/>
        </pc:sldMkLst>
      </pc:sldChg>
      <pc:sldChg chg="mod modShow">
        <pc:chgData name="Arnaldo Satoru Gunzi" userId="41a30d14-40e4-4cae-bd0a-ce9e51e34c46" providerId="ADAL" clId="{117D18F7-BDCB-43EB-8194-502ECB2851FA}" dt="2024-06-26T13:35:04.188" v="47" actId="729"/>
        <pc:sldMkLst>
          <pc:docMk/>
          <pc:sldMk cId="3961538677" sldId="531"/>
        </pc:sldMkLst>
      </pc:sldChg>
      <pc:sldChg chg="del">
        <pc:chgData name="Arnaldo Satoru Gunzi" userId="41a30d14-40e4-4cae-bd0a-ce9e51e34c46" providerId="ADAL" clId="{117D18F7-BDCB-43EB-8194-502ECB2851FA}" dt="2024-06-26T12:21:34.492" v="22" actId="47"/>
        <pc:sldMkLst>
          <pc:docMk/>
          <pc:sldMk cId="1551122619" sldId="554"/>
        </pc:sldMkLst>
      </pc:sldChg>
      <pc:sldChg chg="del">
        <pc:chgData name="Arnaldo Satoru Gunzi" userId="41a30d14-40e4-4cae-bd0a-ce9e51e34c46" providerId="ADAL" clId="{117D18F7-BDCB-43EB-8194-502ECB2851FA}" dt="2024-06-26T12:21:30.470" v="21" actId="47"/>
        <pc:sldMkLst>
          <pc:docMk/>
          <pc:sldMk cId="1958898248" sldId="555"/>
        </pc:sldMkLst>
      </pc:sldChg>
      <pc:sldChg chg="add">
        <pc:chgData name="Arnaldo Satoru Gunzi" userId="41a30d14-40e4-4cae-bd0a-ce9e51e34c46" providerId="ADAL" clId="{117D18F7-BDCB-43EB-8194-502ECB2851FA}" dt="2024-06-26T13:15:03.608" v="46"/>
        <pc:sldMkLst>
          <pc:docMk/>
          <pc:sldMk cId="1479777759" sldId="557"/>
        </pc:sldMkLst>
      </pc:sldChg>
      <pc:sldChg chg="del">
        <pc:chgData name="Arnaldo Satoru Gunzi" userId="41a30d14-40e4-4cae-bd0a-ce9e51e34c46" providerId="ADAL" clId="{117D18F7-BDCB-43EB-8194-502ECB2851FA}" dt="2024-06-26T13:14:50.049" v="45" actId="2696"/>
        <pc:sldMkLst>
          <pc:docMk/>
          <pc:sldMk cId="4069151966" sldId="557"/>
        </pc:sldMkLst>
      </pc:sldChg>
      <pc:sldChg chg="modSp mod">
        <pc:chgData name="Arnaldo Satoru Gunzi" userId="41a30d14-40e4-4cae-bd0a-ce9e51e34c46" providerId="ADAL" clId="{117D18F7-BDCB-43EB-8194-502ECB2851FA}" dt="2024-06-26T11:21:50.162" v="18" actId="404"/>
        <pc:sldMkLst>
          <pc:docMk/>
          <pc:sldMk cId="585545505" sldId="565"/>
        </pc:sldMkLst>
        <pc:spChg chg="mod">
          <ac:chgData name="Arnaldo Satoru Gunzi" userId="41a30d14-40e4-4cae-bd0a-ce9e51e34c46" providerId="ADAL" clId="{117D18F7-BDCB-43EB-8194-502ECB2851FA}" dt="2024-06-26T11:21:50.162" v="18" actId="404"/>
          <ac:spMkLst>
            <pc:docMk/>
            <pc:sldMk cId="585545505" sldId="565"/>
            <ac:spMk id="8" creationId="{98E6450E-B38A-343C-EA45-A762920A4820}"/>
          </ac:spMkLst>
        </pc:spChg>
      </pc:sldChg>
      <pc:sldChg chg="del">
        <pc:chgData name="Arnaldo Satoru Gunzi" userId="41a30d14-40e4-4cae-bd0a-ce9e51e34c46" providerId="ADAL" clId="{117D18F7-BDCB-43EB-8194-502ECB2851FA}" dt="2024-06-25T14:33:37.982" v="17" actId="47"/>
        <pc:sldMkLst>
          <pc:docMk/>
          <pc:sldMk cId="3147108612" sldId="567"/>
        </pc:sldMkLst>
      </pc:sldChg>
      <pc:sldChg chg="modSp mod">
        <pc:chgData name="Arnaldo Satoru Gunzi" userId="41a30d14-40e4-4cae-bd0a-ce9e51e34c46" providerId="ADAL" clId="{117D18F7-BDCB-43EB-8194-502ECB2851FA}" dt="2024-06-10T11:22:03.973" v="16" actId="12"/>
        <pc:sldMkLst>
          <pc:docMk/>
          <pc:sldMk cId="1978478108" sldId="569"/>
        </pc:sldMkLst>
        <pc:spChg chg="mod">
          <ac:chgData name="Arnaldo Satoru Gunzi" userId="41a30d14-40e4-4cae-bd0a-ce9e51e34c46" providerId="ADAL" clId="{117D18F7-BDCB-43EB-8194-502ECB2851FA}" dt="2024-06-10T11:22:03.973" v="16" actId="12"/>
          <ac:spMkLst>
            <pc:docMk/>
            <pc:sldMk cId="1978478108" sldId="569"/>
            <ac:spMk id="8" creationId="{98E6450E-B38A-343C-EA45-A762920A4820}"/>
          </ac:spMkLst>
        </pc:spChg>
      </pc:sldChg>
      <pc:sldChg chg="addSp delSp modSp mod">
        <pc:chgData name="Arnaldo Satoru Gunzi" userId="41a30d14-40e4-4cae-bd0a-ce9e51e34c46" providerId="ADAL" clId="{117D18F7-BDCB-43EB-8194-502ECB2851FA}" dt="2024-06-10T11:20:17.069" v="5" actId="478"/>
        <pc:sldMkLst>
          <pc:docMk/>
          <pc:sldMk cId="1383156555" sldId="570"/>
        </pc:sldMkLst>
        <pc:spChg chg="add del mod">
          <ac:chgData name="Arnaldo Satoru Gunzi" userId="41a30d14-40e4-4cae-bd0a-ce9e51e34c46" providerId="ADAL" clId="{117D18F7-BDCB-43EB-8194-502ECB2851FA}" dt="2024-06-10T11:20:17.069" v="5" actId="478"/>
          <ac:spMkLst>
            <pc:docMk/>
            <pc:sldMk cId="1383156555" sldId="570"/>
            <ac:spMk id="2" creationId="{2F775D5E-EFF5-1A39-9DA2-EC58CDE8D397}"/>
          </ac:spMkLst>
        </pc:spChg>
        <pc:spChg chg="mod">
          <ac:chgData name="Arnaldo Satoru Gunzi" userId="41a30d14-40e4-4cae-bd0a-ce9e51e34c46" providerId="ADAL" clId="{117D18F7-BDCB-43EB-8194-502ECB2851FA}" dt="2024-06-10T11:20:14.550" v="4" actId="2711"/>
          <ac:spMkLst>
            <pc:docMk/>
            <pc:sldMk cId="1383156555" sldId="570"/>
            <ac:spMk id="3" creationId="{8435EA95-261F-EA47-137E-EB7B7F7147B7}"/>
          </ac:spMkLst>
        </pc:spChg>
      </pc:sldChg>
      <pc:sldChg chg="modSp mod">
        <pc:chgData name="Arnaldo Satoru Gunzi" userId="41a30d14-40e4-4cae-bd0a-ce9e51e34c46" providerId="ADAL" clId="{117D18F7-BDCB-43EB-8194-502ECB2851FA}" dt="2024-06-26T11:21:54.316" v="19" actId="1076"/>
        <pc:sldMkLst>
          <pc:docMk/>
          <pc:sldMk cId="1429235477" sldId="571"/>
        </pc:sldMkLst>
        <pc:spChg chg="mod">
          <ac:chgData name="Arnaldo Satoru Gunzi" userId="41a30d14-40e4-4cae-bd0a-ce9e51e34c46" providerId="ADAL" clId="{117D18F7-BDCB-43EB-8194-502ECB2851FA}" dt="2024-06-10T11:20:39.880" v="13" actId="20577"/>
          <ac:spMkLst>
            <pc:docMk/>
            <pc:sldMk cId="1429235477" sldId="571"/>
            <ac:spMk id="8" creationId="{8A787BC8-9802-0F76-CB7E-26E2EFC48CF2}"/>
          </ac:spMkLst>
        </pc:spChg>
        <pc:picChg chg="mod">
          <ac:chgData name="Arnaldo Satoru Gunzi" userId="41a30d14-40e4-4cae-bd0a-ce9e51e34c46" providerId="ADAL" clId="{117D18F7-BDCB-43EB-8194-502ECB2851FA}" dt="2024-06-26T11:21:54.316" v="19" actId="1076"/>
          <ac:picMkLst>
            <pc:docMk/>
            <pc:sldMk cId="1429235477" sldId="571"/>
            <ac:picMk id="5" creationId="{EC21F502-CAB9-9A1B-68D8-8E39803D960F}"/>
          </ac:picMkLst>
        </pc:picChg>
      </pc:sldChg>
      <pc:sldChg chg="modSp mod">
        <pc:chgData name="Arnaldo Satoru Gunzi" userId="41a30d14-40e4-4cae-bd0a-ce9e51e34c46" providerId="ADAL" clId="{117D18F7-BDCB-43EB-8194-502ECB2851FA}" dt="2024-06-10T11:20:28.982" v="6" actId="2711"/>
        <pc:sldMkLst>
          <pc:docMk/>
          <pc:sldMk cId="805630193" sldId="573"/>
        </pc:sldMkLst>
        <pc:spChg chg="mod">
          <ac:chgData name="Arnaldo Satoru Gunzi" userId="41a30d14-40e4-4cae-bd0a-ce9e51e34c46" providerId="ADAL" clId="{117D18F7-BDCB-43EB-8194-502ECB2851FA}" dt="2024-06-10T11:20:28.982" v="6" actId="2711"/>
          <ac:spMkLst>
            <pc:docMk/>
            <pc:sldMk cId="805630193" sldId="573"/>
            <ac:spMk id="3" creationId="{8435EA95-261F-EA47-137E-EB7B7F7147B7}"/>
          </ac:spMkLst>
        </pc:spChg>
      </pc:sldChg>
      <pc:sldChg chg="add">
        <pc:chgData name="Arnaldo Satoru Gunzi" userId="41a30d14-40e4-4cae-bd0a-ce9e51e34c46" providerId="ADAL" clId="{117D18F7-BDCB-43EB-8194-502ECB2851FA}" dt="2024-06-26T12:21:29.085" v="20"/>
        <pc:sldMkLst>
          <pc:docMk/>
          <pc:sldMk cId="4219776304" sldId="5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98795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2874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781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0A121E6-099F-9D9C-0068-0C4609CA4F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6820" y="1961389"/>
            <a:ext cx="4612782" cy="449471"/>
          </a:xfrm>
          <a:prstGeom prst="rect">
            <a:avLst/>
          </a:prstGeom>
        </p:spPr>
        <p:txBody>
          <a:bodyPr/>
          <a:lstStyle>
            <a:lvl1pPr>
              <a:defRPr lang="pt-BR" sz="2800" b="0" i="0" u="none" strike="noStrike" cap="none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dirty="0"/>
              <a:t>&gt; Nome da Disciplina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C24C8B-9D15-ABAB-7B63-F502974BE4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6820" y="3824465"/>
            <a:ext cx="4612782" cy="319527"/>
          </a:xfrm>
          <a:prstGeom prst="rect">
            <a:avLst/>
          </a:prstGeom>
        </p:spPr>
        <p:txBody>
          <a:bodyPr/>
          <a:lstStyle>
            <a:lvl1pPr>
              <a:defRPr lang="pt-BR" sz="1400" b="0" i="0" u="none" strike="noStrike" cap="none" dirty="0">
                <a:solidFill>
                  <a:srgbClr val="0909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dirty="0"/>
              <a:t>Professor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93FCC6-B694-B364-065D-1CED5AFD6F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90A121E6-099F-9D9C-0068-0C4609CA4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6820" y="2487776"/>
            <a:ext cx="4612782" cy="462579"/>
          </a:xfrm>
          <a:prstGeom prst="rect">
            <a:avLst/>
          </a:prstGeom>
        </p:spPr>
        <p:txBody>
          <a:bodyPr/>
          <a:lstStyle>
            <a:lvl1pPr>
              <a:defRPr lang="pt-BR" sz="2000" b="0" i="0" u="none" strike="noStrike" cap="none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dirty="0"/>
              <a:t>Nome do Capítulo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90A121E6-099F-9D9C-0068-0C4609CA4F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6820" y="3361886"/>
            <a:ext cx="4612782" cy="462579"/>
          </a:xfrm>
          <a:prstGeom prst="rect">
            <a:avLst/>
          </a:prstGeom>
        </p:spPr>
        <p:txBody>
          <a:bodyPr/>
          <a:lstStyle>
            <a:lvl1pPr>
              <a:defRPr lang="pt-BR" sz="1600" b="0" i="0" u="none" strike="noStrike" cap="none" baseline="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dirty="0"/>
              <a:t>&lt;Nº do Capítulo&gt;. &lt;Nº da Aula&gt;. Nome da aula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Nesta a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0" y="1411200"/>
            <a:ext cx="5883019" cy="3625516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Clr>
                <a:srgbClr val="00B700"/>
              </a:buClr>
              <a:buFont typeface="Wingdings" panose="05000000000000000000" pitchFamily="2" charset="2"/>
              <a:buChar char="q"/>
              <a:defRPr sz="1400"/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0" y="734400"/>
            <a:ext cx="5883384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Nesta aula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2B37ECFD-2AC9-EBD3-2B11-14ABBA4823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1370440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Tex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0" y="1411200"/>
            <a:ext cx="5914549" cy="36387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rgbClr val="00B700"/>
              </a:buClr>
              <a:defRPr sz="1400"/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0" y="734400"/>
            <a:ext cx="5914916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Exemplo de título_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370D708F-6013-A5D3-B3CC-75D83315B3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111788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Conclus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0" y="1411200"/>
            <a:ext cx="5904039" cy="356936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Clr>
                <a:srgbClr val="00B700"/>
              </a:buClr>
              <a:buFont typeface="Wingdings" panose="05000000000000000000" pitchFamily="2" charset="2"/>
              <a:buChar char=""/>
              <a:defRPr sz="1400"/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0" y="734400"/>
            <a:ext cx="5904405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Conclusão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E70DBEE9-1E0F-43FF-8B0B-4D75C52107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4356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Próxima a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0" y="1411200"/>
            <a:ext cx="5946078" cy="3561348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Clr>
                <a:srgbClr val="00B700"/>
              </a:buClr>
              <a:buFont typeface="Wingdings" panose="05000000000000000000" pitchFamily="2" charset="2"/>
              <a:buChar char="q"/>
              <a:defRPr sz="1400"/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0" y="734400"/>
            <a:ext cx="5946447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Próxima aula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1491BB28-DC47-037F-4892-74EF47CB8B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5010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-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DEA7EBE3-46B2-A31D-D28E-9C70A40B26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0700" y="2495550"/>
            <a:ext cx="7226749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4000" kern="1200" dirty="0">
                <a:solidFill>
                  <a:srgbClr val="7DDD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Texto curto</a:t>
            </a:r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D8F0FC4C-BF6E-7B70-C5DD-3DFAC24D5D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59921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Tex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3900" y="1711921"/>
            <a:ext cx="5944442" cy="317633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rgbClr val="00B700"/>
              </a:buClr>
              <a:defRPr sz="1600">
                <a:latin typeface="+mn-lt"/>
                <a:cs typeface="Arial" panose="020B0604020202020204" pitchFamily="34" charset="0"/>
              </a:defRPr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600">
                <a:latin typeface="+mn-lt"/>
                <a:cs typeface="Arial" panose="020B0604020202020204" pitchFamily="34" charset="0"/>
              </a:defRPr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600">
                <a:latin typeface="+mn-lt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buClr>
                <a:srgbClr val="7DDD00"/>
              </a:buClr>
              <a:defRPr sz="1600">
                <a:latin typeface="+mn-lt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buClr>
                <a:srgbClr val="7DDD00"/>
              </a:buClr>
              <a:defRPr sz="16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3900" y="1038052"/>
            <a:ext cx="5957346" cy="571500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lang="pt-BR" sz="2400" kern="1200" dirty="0">
                <a:solidFill>
                  <a:srgbClr val="7DDD00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Exemplo de título_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5486633A-1A92-E75B-9FD5-80229DB429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9763" y="0"/>
            <a:ext cx="2154237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2600321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56EB1132-F159-6BB7-E7F8-15A1A4F0BE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7263" y="2571750"/>
            <a:ext cx="6996112" cy="565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400" b="0" i="0" u="none" strike="noStrike" cap="none" dirty="0">
                <a:solidFill>
                  <a:srgbClr val="7DDD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pt-BR" dirty="0"/>
              <a:t>Frase Curta_</a:t>
            </a:r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72B8932A-C0E3-678D-E294-5AEE5B4C4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9763" y="0"/>
            <a:ext cx="2154237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590552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0A121E6-099F-9D9C-0068-0C4609CA4F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3725" y="2442235"/>
            <a:ext cx="5405991" cy="46257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7DE100"/>
              </a:buClr>
              <a:buFont typeface="Radio Canada" pitchFamily="2" charset="0"/>
              <a:buChar char="&gt;"/>
              <a:defRPr lang="pt-BR" sz="2500" b="0" i="0" u="none" strike="noStrike" cap="none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dirty="0"/>
              <a:t>Nome da Disciplina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C24C8B-9D15-ABAB-7B63-F502974BE4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3725" y="3008400"/>
            <a:ext cx="5405991" cy="702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lang="pt-BR" sz="1800" b="0" i="0" u="none" strike="noStrike" cap="none" dirty="0">
                <a:solidFill>
                  <a:srgbClr val="0909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Arial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dirty="0"/>
              <a:t>Primeira/Segunda Aula Interativa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dirty="0"/>
              <a:t>Prof. Nome do Professor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FC44A48-A90D-FD35-CCC6-1612962E0C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9763" y="0"/>
            <a:ext cx="2154237" cy="5143500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algn="ctr"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201952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. Tex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0" y="1411200"/>
            <a:ext cx="5914549" cy="36387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rgbClr val="00B700"/>
              </a:buClr>
              <a:defRPr sz="1400"/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0" y="734400"/>
            <a:ext cx="5914916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Exemplo de título_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370D708F-6013-A5D3-B3CC-75D83315B3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52498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Nesta a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0" y="1411200"/>
            <a:ext cx="5883019" cy="3625516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Clr>
                <a:srgbClr val="00B700"/>
              </a:buClr>
              <a:buFont typeface="Wingdings" panose="05000000000000000000" pitchFamily="2" charset="2"/>
              <a:buChar char="q"/>
              <a:defRPr sz="1400"/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0" y="734400"/>
            <a:ext cx="5883384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Nesta aula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2B37ECFD-2AC9-EBD3-2B11-14ABBA4823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1557879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Nesta a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0" y="1411200"/>
            <a:ext cx="5883019" cy="3625516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Clr>
                <a:srgbClr val="00B700"/>
              </a:buClr>
              <a:buFont typeface="Wingdings" panose="05000000000000000000" pitchFamily="2" charset="2"/>
              <a:buChar char="q"/>
              <a:defRPr sz="1400"/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0" y="734400"/>
            <a:ext cx="5883384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Nesta aula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2B37ECFD-2AC9-EBD3-2B11-14ABBA4823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2108589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Tex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0" y="1411200"/>
            <a:ext cx="5914549" cy="36387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rgbClr val="00B700"/>
              </a:buClr>
              <a:defRPr sz="1400"/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0" y="734400"/>
            <a:ext cx="5914916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Exemplo de título_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370D708F-6013-A5D3-B3CC-75D83315B3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2191578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Conclus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0" y="1411200"/>
            <a:ext cx="5904039" cy="356936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Clr>
                <a:srgbClr val="00B700"/>
              </a:buClr>
              <a:buFont typeface="Wingdings" panose="05000000000000000000" pitchFamily="2" charset="2"/>
              <a:buChar char=""/>
              <a:defRPr sz="1400"/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0" y="734400"/>
            <a:ext cx="5904405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Conclusão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E70DBEE9-1E0F-43FF-8B0B-4D75C52107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3214272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Próxima a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0" y="1411200"/>
            <a:ext cx="5946078" cy="3561348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Clr>
                <a:srgbClr val="00B700"/>
              </a:buClr>
              <a:buFont typeface="Wingdings" panose="05000000000000000000" pitchFamily="2" charset="2"/>
              <a:buChar char="q"/>
              <a:defRPr sz="1400"/>
            </a:lvl1pPr>
            <a:lvl2pPr marL="685800" indent="-228600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3000" indent="-228600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0" y="734400"/>
            <a:ext cx="5946447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Próxima aula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1491BB28-DC47-037F-4892-74EF47CB8B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5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844424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D560C-E297-C939-FD71-BB7508239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240788-EBC4-9E55-AEF6-B6C94BF1A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121CD-71E5-EE46-191A-91A76024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599935-E6DA-8180-4C29-64141D006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76ECC6-EB87-2932-5DD7-D819D6EC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879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7190A-097E-24BC-4827-2A091F98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72C163-6998-2826-C0E0-279B53F38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B012A6-26BA-552C-CBDF-58D8EDFB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7B9498-A456-D4AC-C8E6-75511FD45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CEFB24-1D25-A3E8-A316-418108368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490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76755-B742-BD07-6EDF-A69F3D1F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667CA7-3E4A-56BB-35AD-13AC9782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E9C4A6-4EF2-2A89-8A06-56C32A15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8ADF2D-BF21-C51C-73DF-42AE8C125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FC7238-A617-3D26-18AC-2663DA35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3480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EF1EF-5EE2-8F45-11B4-05AD9CF7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7EE28A-87B6-D114-3799-6CD1F77C9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B35431-6B95-DD67-4286-2D2555038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5E630B-D333-7170-69AF-902AFAAA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E37D99-311D-9BFE-4D2C-F8F4CFD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FC161C-B0B7-7956-B594-D79ACBE48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72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60F39B-EEE8-0273-D482-76E0AD4B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660219-D298-31CD-5E96-AF67FB5E0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1870A2-F11C-D0D6-519E-D3658F4AE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765BD8-67F7-D981-233E-FCEF9AF89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720B2B-A2B3-FE19-4EFD-B6E76BBDF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A3FD10-6F26-AC42-FFC1-2CFA6F089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EC0329A-C7FB-E2D2-1AEA-A6A9D5C5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3AC8AB-76CB-0C6E-98DB-71F5A0AE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50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F1A40-DE88-104F-E78C-EB17ED43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9F04D47-98FB-1D1A-C7A3-0686F1636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A8A297-9994-5304-CC3D-6AAB93CDD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C5B70A-6868-C520-E014-ECE22FD3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240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AF5644-7D04-68EC-C2A7-B855B81B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3CF4DD-9E8E-6B17-466A-7699B526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C27535-C12B-DE45-F0AC-0BC940E5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431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D59F2-1AA7-A898-B1E3-A879543D9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B1175-40D3-704D-B66E-01554415F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5CDEEE-6929-18F5-BDC0-382B07FB1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61E4A3-A7CD-0C72-88ED-2C86A4F9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E7C724-B2D1-C722-4E18-B42C3E74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2FFE06-D21E-7A44-440D-D005ECD5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5671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3EBA8-D8B3-43E1-DD49-C669E814D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6581AF-186A-EBC3-04B0-3CF3EC557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336206-4C70-AC9A-99A6-E5A53FE69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0660AC-5F44-0F11-A808-6A3738F7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872841-6897-6F70-E4D5-C49A732F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AC9E02-193C-3751-EA40-03B48764A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572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5FC52-AA28-3B67-8FB7-2B648926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B309CE-E763-49E0-CD9D-D12641EF3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521F1-7DBB-6575-D6E6-23173C835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B59D65-645C-FC77-5EFA-8760D14AE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C29E20-BBA5-6B4F-CC31-4DFE481D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7935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7B0917-826D-2DA7-EC93-3A5D7FB745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8A0AD7-7CC4-6CEF-BCFB-C0C4E5158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BDE46B-72DC-2909-59AC-BDA1A0ED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D695AD-5997-A123-B998-19CE0546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DF8441-B7D8-C42F-9AC2-F1726093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2149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 Tex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233096C-48C5-B440-8B48-BE6C145D77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411201"/>
            <a:ext cx="5914549" cy="36387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rgbClr val="00B700"/>
              </a:buClr>
              <a:defRPr sz="1400"/>
            </a:lvl1pPr>
            <a:lvl2pPr marL="685783" indent="-228594">
              <a:lnSpc>
                <a:spcPct val="150000"/>
              </a:lnSpc>
              <a:buClr>
                <a:srgbClr val="7DDD00"/>
              </a:buClr>
              <a:buFont typeface="Calibri" panose="020F0502020204030204" pitchFamily="34" charset="0"/>
              <a:buChar char="–"/>
              <a:defRPr sz="1400"/>
            </a:lvl2pPr>
            <a:lvl3pPr marL="1142972" indent="-228594">
              <a:lnSpc>
                <a:spcPct val="150000"/>
              </a:lnSpc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/>
            </a:lvl3pPr>
            <a:lvl4pPr>
              <a:lnSpc>
                <a:spcPct val="150000"/>
              </a:lnSpc>
              <a:buClr>
                <a:srgbClr val="7DDD00"/>
              </a:buClr>
              <a:defRPr sz="1400"/>
            </a:lvl4pPr>
            <a:lvl5pPr>
              <a:lnSpc>
                <a:spcPct val="150000"/>
              </a:lnSpc>
              <a:buClr>
                <a:srgbClr val="7DDD00"/>
              </a:buClr>
              <a:defRPr sz="14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02EC33-1C25-2714-3E9D-AA059656C7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601" y="734400"/>
            <a:ext cx="5914916" cy="571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3600" kern="1200" dirty="0">
                <a:solidFill>
                  <a:srgbClr val="7DDD00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8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Exemplo de título_</a:t>
            </a:r>
          </a:p>
        </p:txBody>
      </p:sp>
      <p:sp>
        <p:nvSpPr>
          <p:cNvPr id="4" name="Espaço Reservado para Texto 4">
            <a:extLst>
              <a:ext uri="{FF2B5EF4-FFF2-40B4-BE49-F238E27FC236}">
                <a16:creationId xmlns:a16="http://schemas.microsoft.com/office/drawing/2014/main" id="{370D708F-6013-A5D3-B3CC-75D83315B3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8176" y="0"/>
            <a:ext cx="2155825" cy="5143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 algn="ctr">
              <a:buFont typeface="Arial" panose="020B0604020202020204" pitchFamily="34" charset="0"/>
              <a:buNone/>
              <a:defRPr sz="1600">
                <a:solidFill>
                  <a:srgbClr val="7DDD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pt-BR" dirty="0"/>
              <a:t>Área reservada para a sua transmissão, favor não colocar conteúdo para evitar que seja coberto.</a:t>
            </a:r>
          </a:p>
        </p:txBody>
      </p:sp>
    </p:spTree>
    <p:extLst>
      <p:ext uri="{BB962C8B-B14F-4D97-AF65-F5344CB8AC3E}">
        <p14:creationId xmlns:p14="http://schemas.microsoft.com/office/powerpoint/2010/main" val="30946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39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5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02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453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9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20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737CC06-E0B9-ACE2-9CDF-414FF16F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1985C3-CAB0-B262-1A37-9DB3E1694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C3BC5E-EC0F-1303-54E5-77D3981AD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9045D-10B9-4299-8D9D-06A7CB47F123}" type="datetimeFigureOut">
              <a:rPr lang="pt-BR" smtClean="0"/>
              <a:t>04/07/2024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818CDF-4598-4B33-7C22-48EE9CD60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48D015-9060-2438-FEB8-655188CAE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F4E81-4864-4702-A2D6-96BA794C9A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59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9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asgunzi.neocities.org/ArteMatematica/JogoTrim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rdocumentation.org/packages/stats/versions/3.6.2/topics/optimize" TargetMode="Externa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www.rdocumentation.org/packages/stats/versions/3.6.2/topics/optim" TargetMode="Externa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www.rdocumentation.org/packages/stats/versions/3.6.2/topics/nlm" TargetMode="External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>
          <a:xfrm>
            <a:off x="1038348" y="1979862"/>
            <a:ext cx="4979680" cy="449471"/>
          </a:xfrm>
        </p:spPr>
        <p:txBody>
          <a:bodyPr/>
          <a:lstStyle/>
          <a:p>
            <a:r>
              <a:rPr lang="pt-BR" dirty="0"/>
              <a:t>Otimização Mono e Multiobjetivo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>
          <a:xfrm>
            <a:off x="1038348" y="3842938"/>
            <a:ext cx="4612782" cy="319527"/>
          </a:xfrm>
        </p:spPr>
        <p:txBody>
          <a:bodyPr/>
          <a:lstStyle/>
          <a:p>
            <a:r>
              <a:rPr lang="pt-BR" dirty="0"/>
              <a:t>Prof. Arnaldo Satoru Gunzi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1038348" y="3069774"/>
            <a:ext cx="4612782" cy="462579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Primeira aula interativa</a:t>
            </a:r>
          </a:p>
        </p:txBody>
      </p:sp>
    </p:spTree>
    <p:extLst>
      <p:ext uri="{BB962C8B-B14F-4D97-AF65-F5344CB8AC3E}">
        <p14:creationId xmlns:p14="http://schemas.microsoft.com/office/powerpoint/2010/main" val="1717494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60A9819-63BD-168E-8FD1-5EAFFBE888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Apresentação pessoal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TextBox 41">
            <a:extLst>
              <a:ext uri="{FF2B5EF4-FFF2-40B4-BE49-F238E27FC236}">
                <a16:creationId xmlns:a16="http://schemas.microsoft.com/office/drawing/2014/main" id="{2320ACF9-AAA3-6678-A937-5B5C5D747A67}"/>
              </a:ext>
            </a:extLst>
          </p:cNvPr>
          <p:cNvSpPr txBox="1"/>
          <p:nvPr/>
        </p:nvSpPr>
        <p:spPr>
          <a:xfrm>
            <a:off x="3537599" y="1320904"/>
            <a:ext cx="1991840" cy="4234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93F27"/>
                </a:solidFill>
                <a:effectLst/>
                <a:uLnTx/>
                <a:uFillTx/>
                <a:latin typeface="Calibri Light" panose="020F0302020204030204"/>
                <a:ea typeface="Verdana"/>
                <a:cs typeface="Arial" pitchFamily="34" charset="0"/>
                <a:sym typeface="Arial"/>
              </a:rPr>
              <a:t>Formação acadêmica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D1CC5D5-7A31-3FD8-53CD-9A2251080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849" y="1892404"/>
            <a:ext cx="3499340" cy="2320843"/>
          </a:xfrm>
          <a:prstGeom prst="rect">
            <a:avLst/>
          </a:prstGeom>
        </p:spPr>
      </p:pic>
      <p:pic>
        <p:nvPicPr>
          <p:cNvPr id="22" name="Imagem 21" descr="Homem de camisa branca&#10;&#10;Descrição gerada automaticamente">
            <a:extLst>
              <a:ext uri="{FF2B5EF4-FFF2-40B4-BE49-F238E27FC236}">
                <a16:creationId xmlns:a16="http://schemas.microsoft.com/office/drawing/2014/main" id="{5B382B24-B00A-B46B-872F-019E25C75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70" y="1837716"/>
            <a:ext cx="1741186" cy="184871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C0898D9-5B99-6E79-F88C-EF753B9C9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7893" y="4559309"/>
            <a:ext cx="975860" cy="37175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9947983-0B7D-F134-F1FC-488C88E89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7256" y="4496099"/>
            <a:ext cx="752709" cy="53463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CBB2C2-574C-5433-82C0-D69DF582B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7999" y="4496099"/>
            <a:ext cx="666391" cy="49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4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1" name="Imagem 90">
            <a:extLst>
              <a:ext uri="{FF2B5EF4-FFF2-40B4-BE49-F238E27FC236}">
                <a16:creationId xmlns:a16="http://schemas.microsoft.com/office/drawing/2014/main" id="{EBDC587C-3656-BFFC-1654-0D544EF7B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8" y="1115523"/>
            <a:ext cx="6915335" cy="329334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7B34946-2D2B-392B-D4D3-578B6076E5D9}"/>
              </a:ext>
            </a:extLst>
          </p:cNvPr>
          <p:cNvSpPr txBox="1"/>
          <p:nvPr/>
        </p:nvSpPr>
        <p:spPr>
          <a:xfrm>
            <a:off x="669851" y="4545350"/>
            <a:ext cx="6007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pt-B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Convido-os</a:t>
            </a:r>
            <a:r>
              <a:rPr kumimoji="0" lang="pt-BR" sz="12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</a:t>
            </a:r>
            <a:r>
              <a:rPr kumimoji="0" lang="pt-B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utilizar todo esse poder analítico para gerar produtos melhores, mais baratos, de maior qualidade, e retornar o benefício para a sociedade</a:t>
            </a:r>
          </a:p>
        </p:txBody>
      </p:sp>
    </p:spTree>
    <p:extLst>
      <p:ext uri="{BB962C8B-B14F-4D97-AF65-F5344CB8AC3E}">
        <p14:creationId xmlns:p14="http://schemas.microsoft.com/office/powerpoint/2010/main" val="226070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407" y="2571750"/>
            <a:ext cx="6087769" cy="70436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Onde podemos utilizar Otimização?</a:t>
            </a:r>
          </a:p>
        </p:txBody>
      </p:sp>
    </p:spTree>
    <p:extLst>
      <p:ext uri="{BB962C8B-B14F-4D97-AF65-F5344CB8AC3E}">
        <p14:creationId xmlns:p14="http://schemas.microsoft.com/office/powerpoint/2010/main" val="258985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2C119E3-7AD5-B464-5281-EF5CA8EC9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57" y="944859"/>
            <a:ext cx="4123799" cy="4198641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97EF99B-A49B-D6EE-083D-6E4102608A36}"/>
              </a:ext>
            </a:extLst>
          </p:cNvPr>
          <p:cNvSpPr txBox="1"/>
          <p:nvPr/>
        </p:nvSpPr>
        <p:spPr>
          <a:xfrm>
            <a:off x="4760625" y="1663017"/>
            <a:ext cx="1700930" cy="1389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Pesquisa do </a:t>
            </a:r>
            <a:r>
              <a:rPr lang="pt-BR" dirty="0" err="1"/>
              <a:t>Gurobi</a:t>
            </a:r>
            <a:r>
              <a:rPr lang="pt-BR" dirty="0"/>
              <a:t> 2024, com 569 participantes</a:t>
            </a:r>
          </a:p>
        </p:txBody>
      </p:sp>
    </p:spTree>
    <p:extLst>
      <p:ext uri="{BB962C8B-B14F-4D97-AF65-F5344CB8AC3E}">
        <p14:creationId xmlns:p14="http://schemas.microsoft.com/office/powerpoint/2010/main" val="234462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09" y="1506894"/>
            <a:ext cx="6087769" cy="70436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 </a:t>
            </a:r>
            <a:r>
              <a:rPr lang="pt-BR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otimização</a:t>
            </a: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está em todos os lugares: Engenharia, Economia, Finanças, Ciência de Dados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DAB79FE-426A-10E0-0CE7-782696F81766}"/>
              </a:ext>
            </a:extLst>
          </p:cNvPr>
          <p:cNvSpPr txBox="1"/>
          <p:nvPr/>
        </p:nvSpPr>
        <p:spPr>
          <a:xfrm>
            <a:off x="632009" y="2412248"/>
            <a:ext cx="244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/>
                <a:sym typeface="Arial"/>
              </a:rPr>
              <a:t>Qual a melhor, dentre todas as alternativas viáveis?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/>
              <a:sym typeface="Arial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C30F0F9-9267-BDD5-0AC9-2813B36B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840" y="2148805"/>
            <a:ext cx="3161303" cy="283520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9ADB4BA-3444-57EC-A666-4B61B7A2BE54}"/>
              </a:ext>
            </a:extLst>
          </p:cNvPr>
          <p:cNvSpPr txBox="1"/>
          <p:nvPr/>
        </p:nvSpPr>
        <p:spPr>
          <a:xfrm>
            <a:off x="632009" y="3779266"/>
            <a:ext cx="25770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Exemplo: Encontrar o melhor caminho para uma rota, no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Waze</a:t>
            </a: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550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09" y="1506894"/>
            <a:ext cx="6087769" cy="70436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Exercício: Você é o dono de uma startup de encontro 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de pessoas, concorrente do </a:t>
            </a:r>
            <a:r>
              <a:rPr lang="pt-BR" sz="1600" dirty="0" err="1">
                <a:latin typeface="Calibri" panose="020F0502020204030204" pitchFamily="34" charset="0"/>
                <a:ea typeface="Calibri" panose="020F0502020204030204" pitchFamily="34" charset="0"/>
              </a:rPr>
              <a:t>Tinder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. </a:t>
            </a: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Qual a recomendação você faria, de forma a maximizar a afinidade total?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2DE5DB-7215-D571-C2A3-E6BBEECF6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378" y="2571750"/>
            <a:ext cx="3223106" cy="156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245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09" y="1506894"/>
            <a:ext cx="6087769" cy="70436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Note que uma das soluções que parece boa, não é a melhor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F156107-EB4E-1563-6BCB-B84F5DE68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55" y="3813405"/>
            <a:ext cx="2676525" cy="914400"/>
          </a:xfrm>
          <a:prstGeom prst="rect">
            <a:avLst/>
          </a:prstGeom>
        </p:spPr>
      </p:pic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67054CB8-E43A-9264-558D-38D1031676E2}"/>
              </a:ext>
            </a:extLst>
          </p:cNvPr>
          <p:cNvSpPr txBox="1">
            <a:spLocks/>
          </p:cNvSpPr>
          <p:nvPr/>
        </p:nvSpPr>
        <p:spPr>
          <a:xfrm>
            <a:off x="873309" y="2325858"/>
            <a:ext cx="1009430" cy="1372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Ana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Elisa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Cláudia</a:t>
            </a:r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61372F74-88ED-529F-9F27-774132DE6B32}"/>
              </a:ext>
            </a:extLst>
          </p:cNvPr>
          <p:cNvSpPr txBox="1">
            <a:spLocks/>
          </p:cNvSpPr>
          <p:nvPr/>
        </p:nvSpPr>
        <p:spPr>
          <a:xfrm>
            <a:off x="2227930" y="2325858"/>
            <a:ext cx="1009430" cy="1372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Carlos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João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Eduardo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477F362B-96C9-205F-E6E4-9861A421B007}"/>
              </a:ext>
            </a:extLst>
          </p:cNvPr>
          <p:cNvCxnSpPr/>
          <p:nvPr/>
        </p:nvCxnSpPr>
        <p:spPr>
          <a:xfrm>
            <a:off x="1542496" y="2550484"/>
            <a:ext cx="627321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32D0E6BA-0AAD-7B9D-82C1-FB20D882D542}"/>
              </a:ext>
            </a:extLst>
          </p:cNvPr>
          <p:cNvCxnSpPr>
            <a:cxnSpLocks/>
          </p:cNvCxnSpPr>
          <p:nvPr/>
        </p:nvCxnSpPr>
        <p:spPr>
          <a:xfrm>
            <a:off x="1542496" y="2932247"/>
            <a:ext cx="685434" cy="34258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ED20F82-2B1B-0574-F9FE-6C088E25EB74}"/>
              </a:ext>
            </a:extLst>
          </p:cNvPr>
          <p:cNvCxnSpPr>
            <a:cxnSpLocks/>
          </p:cNvCxnSpPr>
          <p:nvPr/>
        </p:nvCxnSpPr>
        <p:spPr>
          <a:xfrm flipV="1">
            <a:off x="1751015" y="2956477"/>
            <a:ext cx="400121" cy="35904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4A3AA040-454E-71ED-EC98-D1B1D0DCC4D4}"/>
              </a:ext>
            </a:extLst>
          </p:cNvPr>
          <p:cNvSpPr txBox="1">
            <a:spLocks/>
          </p:cNvSpPr>
          <p:nvPr/>
        </p:nvSpPr>
        <p:spPr>
          <a:xfrm>
            <a:off x="3776477" y="4056920"/>
            <a:ext cx="2374605" cy="704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Afinidade total: 16</a:t>
            </a:r>
          </a:p>
        </p:txBody>
      </p:sp>
    </p:spTree>
    <p:extLst>
      <p:ext uri="{BB962C8B-B14F-4D97-AF65-F5344CB8AC3E}">
        <p14:creationId xmlns:p14="http://schemas.microsoft.com/office/powerpoint/2010/main" val="30552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407" y="1442500"/>
            <a:ext cx="6087769" cy="70436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 melhor solução alcança um score de 19.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Imagine otimizar um problema maior! 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67054CB8-E43A-9264-558D-38D1031676E2}"/>
              </a:ext>
            </a:extLst>
          </p:cNvPr>
          <p:cNvSpPr txBox="1">
            <a:spLocks/>
          </p:cNvSpPr>
          <p:nvPr/>
        </p:nvSpPr>
        <p:spPr>
          <a:xfrm>
            <a:off x="873309" y="2325858"/>
            <a:ext cx="1009430" cy="1372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Ana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Elisa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Cláudia</a:t>
            </a:r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61372F74-88ED-529F-9F27-774132DE6B32}"/>
              </a:ext>
            </a:extLst>
          </p:cNvPr>
          <p:cNvSpPr txBox="1">
            <a:spLocks/>
          </p:cNvSpPr>
          <p:nvPr/>
        </p:nvSpPr>
        <p:spPr>
          <a:xfrm>
            <a:off x="2227930" y="2325858"/>
            <a:ext cx="1009430" cy="1372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Carlos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João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Eduardo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477F362B-96C9-205F-E6E4-9861A421B00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752710" y="3012330"/>
            <a:ext cx="475220" cy="28243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32D0E6BA-0AAD-7B9D-82C1-FB20D882D542}"/>
              </a:ext>
            </a:extLst>
          </p:cNvPr>
          <p:cNvCxnSpPr>
            <a:cxnSpLocks/>
          </p:cNvCxnSpPr>
          <p:nvPr/>
        </p:nvCxnSpPr>
        <p:spPr>
          <a:xfrm>
            <a:off x="1542496" y="2570833"/>
            <a:ext cx="685434" cy="70399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ED20F82-2B1B-0574-F9FE-6C088E25EB74}"/>
              </a:ext>
            </a:extLst>
          </p:cNvPr>
          <p:cNvCxnSpPr>
            <a:cxnSpLocks/>
          </p:cNvCxnSpPr>
          <p:nvPr/>
        </p:nvCxnSpPr>
        <p:spPr>
          <a:xfrm flipV="1">
            <a:off x="1609323" y="2570833"/>
            <a:ext cx="535706" cy="35199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4A3AA040-454E-71ED-EC98-D1B1D0DCC4D4}"/>
              </a:ext>
            </a:extLst>
          </p:cNvPr>
          <p:cNvSpPr txBox="1">
            <a:spLocks/>
          </p:cNvSpPr>
          <p:nvPr/>
        </p:nvSpPr>
        <p:spPr>
          <a:xfrm>
            <a:off x="3776477" y="4056920"/>
            <a:ext cx="2374605" cy="704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Afinidade total: 19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13BA57-A73C-4CAA-0095-2255088E4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309" y="3698801"/>
            <a:ext cx="25146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19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5215" y="1305900"/>
            <a:ext cx="6087769" cy="70436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Como otimizar o mesmo problema, para milhares ou milhões de vari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áveis?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Resposta simples (e errada): 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pegue um computador poderoso, gere todas as alternativas possíveis, e pegue a melhor.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Erro: o número de combinações sobe exponencialmente</a:t>
            </a:r>
          </a:p>
          <a:p>
            <a:pPr marL="0" indent="0">
              <a:lnSpc>
                <a:spcPct val="100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Quantas combinações 2 a 2 temos?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9B788B3-23B6-BB71-6D39-7B1677F057D1}"/>
              </a:ext>
            </a:extLst>
          </p:cNvPr>
          <p:cNvSpPr/>
          <p:nvPr/>
        </p:nvSpPr>
        <p:spPr>
          <a:xfrm>
            <a:off x="1073889" y="4056920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7CC9BE3-932D-F85E-69A0-8EDD6F105B2D}"/>
              </a:ext>
            </a:extLst>
          </p:cNvPr>
          <p:cNvSpPr/>
          <p:nvPr/>
        </p:nvSpPr>
        <p:spPr>
          <a:xfrm>
            <a:off x="1695526" y="4056920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B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B0C96D3-3EF9-C602-6D44-A92E86CEA9DD}"/>
              </a:ext>
            </a:extLst>
          </p:cNvPr>
          <p:cNvSpPr/>
          <p:nvPr/>
        </p:nvSpPr>
        <p:spPr>
          <a:xfrm>
            <a:off x="3831265" y="4056920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B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593E3D-B5EB-122C-2510-6B82D1CE741E}"/>
              </a:ext>
            </a:extLst>
          </p:cNvPr>
          <p:cNvSpPr/>
          <p:nvPr/>
        </p:nvSpPr>
        <p:spPr>
          <a:xfrm>
            <a:off x="4452902" y="4056920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24E3761-6106-D3C9-456E-15AA9ECF058E}"/>
              </a:ext>
            </a:extLst>
          </p:cNvPr>
          <p:cNvSpPr txBox="1"/>
          <p:nvPr/>
        </p:nvSpPr>
        <p:spPr>
          <a:xfrm>
            <a:off x="2901325" y="440910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08638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5215" y="1305900"/>
            <a:ext cx="6087769" cy="70436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Quantas combinações 3 a 3 temos?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9B788B3-23B6-BB71-6D39-7B1677F057D1}"/>
              </a:ext>
            </a:extLst>
          </p:cNvPr>
          <p:cNvSpPr/>
          <p:nvPr/>
        </p:nvSpPr>
        <p:spPr>
          <a:xfrm>
            <a:off x="988828" y="1799614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7CC9BE3-932D-F85E-69A0-8EDD6F105B2D}"/>
              </a:ext>
            </a:extLst>
          </p:cNvPr>
          <p:cNvSpPr/>
          <p:nvPr/>
        </p:nvSpPr>
        <p:spPr>
          <a:xfrm>
            <a:off x="1610465" y="1799614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B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BE9C946-3A0C-1736-5404-E879CF78F884}"/>
              </a:ext>
            </a:extLst>
          </p:cNvPr>
          <p:cNvSpPr/>
          <p:nvPr/>
        </p:nvSpPr>
        <p:spPr>
          <a:xfrm>
            <a:off x="2232102" y="1799614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C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0933D99-D4A2-5F84-E655-A9B06C4E82E7}"/>
              </a:ext>
            </a:extLst>
          </p:cNvPr>
          <p:cNvSpPr/>
          <p:nvPr/>
        </p:nvSpPr>
        <p:spPr>
          <a:xfrm>
            <a:off x="988828" y="2610940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90B88E7-BA1A-B958-9EE3-EA87A385C2FA}"/>
              </a:ext>
            </a:extLst>
          </p:cNvPr>
          <p:cNvSpPr/>
          <p:nvPr/>
        </p:nvSpPr>
        <p:spPr>
          <a:xfrm>
            <a:off x="1610465" y="2610940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C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3E525F9-417B-8F6E-966E-E871134445CA}"/>
              </a:ext>
            </a:extLst>
          </p:cNvPr>
          <p:cNvSpPr/>
          <p:nvPr/>
        </p:nvSpPr>
        <p:spPr>
          <a:xfrm>
            <a:off x="2232102" y="2610940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B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EB2F33D-A5B9-B114-86C0-B2AF95F44549}"/>
              </a:ext>
            </a:extLst>
          </p:cNvPr>
          <p:cNvSpPr/>
          <p:nvPr/>
        </p:nvSpPr>
        <p:spPr>
          <a:xfrm>
            <a:off x="988828" y="3422266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B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BC4A7D1-AA9B-8AE0-02A2-3B8189E8BA61}"/>
              </a:ext>
            </a:extLst>
          </p:cNvPr>
          <p:cNvSpPr/>
          <p:nvPr/>
        </p:nvSpPr>
        <p:spPr>
          <a:xfrm>
            <a:off x="1610465" y="3422266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0E9FE1A-1268-9542-94AB-7F3B561EE24F}"/>
              </a:ext>
            </a:extLst>
          </p:cNvPr>
          <p:cNvSpPr/>
          <p:nvPr/>
        </p:nvSpPr>
        <p:spPr>
          <a:xfrm>
            <a:off x="2232102" y="3422266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C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3184032-66E1-DD83-5FEA-539FF0E61451}"/>
              </a:ext>
            </a:extLst>
          </p:cNvPr>
          <p:cNvSpPr/>
          <p:nvPr/>
        </p:nvSpPr>
        <p:spPr>
          <a:xfrm>
            <a:off x="988828" y="4269019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B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5E7BAB6-F7D1-D4AD-EE55-5B437892647D}"/>
              </a:ext>
            </a:extLst>
          </p:cNvPr>
          <p:cNvSpPr/>
          <p:nvPr/>
        </p:nvSpPr>
        <p:spPr>
          <a:xfrm>
            <a:off x="1610465" y="4269019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C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5357EFA-3788-D6A0-1DCD-47E4CF792610}"/>
              </a:ext>
            </a:extLst>
          </p:cNvPr>
          <p:cNvSpPr/>
          <p:nvPr/>
        </p:nvSpPr>
        <p:spPr>
          <a:xfrm>
            <a:off x="2232102" y="4269019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F534466-C450-3189-87E6-CFB0F877A759}"/>
              </a:ext>
            </a:extLst>
          </p:cNvPr>
          <p:cNvSpPr/>
          <p:nvPr/>
        </p:nvSpPr>
        <p:spPr>
          <a:xfrm>
            <a:off x="4121329" y="1799614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C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1495B4C-FAAC-C1B2-9B62-3E0CE8E615CA}"/>
              </a:ext>
            </a:extLst>
          </p:cNvPr>
          <p:cNvSpPr/>
          <p:nvPr/>
        </p:nvSpPr>
        <p:spPr>
          <a:xfrm>
            <a:off x="4742966" y="1799614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446DA10-3C26-FB5A-ADA2-71FD0BD4A5E8}"/>
              </a:ext>
            </a:extLst>
          </p:cNvPr>
          <p:cNvSpPr/>
          <p:nvPr/>
        </p:nvSpPr>
        <p:spPr>
          <a:xfrm>
            <a:off x="5364603" y="1799614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B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846B919-5039-6E37-C849-70E6B2342841}"/>
              </a:ext>
            </a:extLst>
          </p:cNvPr>
          <p:cNvSpPr/>
          <p:nvPr/>
        </p:nvSpPr>
        <p:spPr>
          <a:xfrm>
            <a:off x="4121329" y="2620879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C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3986154-1EC5-1A38-E2FC-7B4D04056DF3}"/>
              </a:ext>
            </a:extLst>
          </p:cNvPr>
          <p:cNvSpPr/>
          <p:nvPr/>
        </p:nvSpPr>
        <p:spPr>
          <a:xfrm>
            <a:off x="4742966" y="2620879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B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8304932-68E5-FC3F-B963-89620375CB3B}"/>
              </a:ext>
            </a:extLst>
          </p:cNvPr>
          <p:cNvSpPr/>
          <p:nvPr/>
        </p:nvSpPr>
        <p:spPr>
          <a:xfrm>
            <a:off x="5364603" y="2620879"/>
            <a:ext cx="552893" cy="704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  <a:sym typeface="Arial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2577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5215" y="1305900"/>
            <a:ext cx="6087769" cy="70436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Quantas combinações 4 a 4 temos?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71" name="Imagem 70">
            <a:extLst>
              <a:ext uri="{FF2B5EF4-FFF2-40B4-BE49-F238E27FC236}">
                <a16:creationId xmlns:a16="http://schemas.microsoft.com/office/drawing/2014/main" id="{D68A13D7-4214-CDB0-9A37-C570ECD19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2" y="1790837"/>
            <a:ext cx="3811883" cy="30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56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407" y="1442500"/>
            <a:ext cx="6087769" cy="70436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Erro: o número de combinações sobe exponencialmente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1730869-84A4-1BF0-ADD5-05B55420C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39" y="1879495"/>
            <a:ext cx="5228312" cy="301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78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407" y="1442500"/>
            <a:ext cx="6330768" cy="70436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Otimização n</a:t>
            </a: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ão é um problema intuitivo, nem trivial, e por isso, há inúmeras técnicas possíveis, cada qual com sua característica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1730869-84A4-1BF0-ADD5-05B55420C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46" y="2269439"/>
            <a:ext cx="4429321" cy="255825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6788602-7A7C-1A93-2BCB-20505D5E4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657" y="2141849"/>
            <a:ext cx="1994642" cy="2560918"/>
          </a:xfrm>
          <a:prstGeom prst="rect">
            <a:avLst/>
          </a:prstGeom>
        </p:spPr>
      </p:pic>
      <p:sp>
        <p:nvSpPr>
          <p:cNvPr id="8" name="Espaço Reservado para Texto 3">
            <a:extLst>
              <a:ext uri="{FF2B5EF4-FFF2-40B4-BE49-F238E27FC236}">
                <a16:creationId xmlns:a16="http://schemas.microsoft.com/office/drawing/2014/main" id="{C1305974-A92F-1885-4F5F-86FF695C22FC}"/>
              </a:ext>
            </a:extLst>
          </p:cNvPr>
          <p:cNvSpPr txBox="1">
            <a:spLocks/>
          </p:cNvSpPr>
          <p:nvPr/>
        </p:nvSpPr>
        <p:spPr>
          <a:xfrm>
            <a:off x="4741543" y="4645512"/>
            <a:ext cx="2302375" cy="3643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Esperando o computador rodar...</a:t>
            </a:r>
          </a:p>
        </p:txBody>
      </p:sp>
    </p:spTree>
    <p:extLst>
      <p:ext uri="{BB962C8B-B14F-4D97-AF65-F5344CB8AC3E}">
        <p14:creationId xmlns:p14="http://schemas.microsoft.com/office/powerpoint/2010/main" val="372959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(Problema do Trabalho Prático)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5" name="Imagem 1">
            <a:extLst>
              <a:ext uri="{FF2B5EF4-FFF2-40B4-BE49-F238E27FC236}">
                <a16:creationId xmlns:a16="http://schemas.microsoft.com/office/drawing/2014/main" id="{344166D2-43F4-F041-6563-849586A2A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581" y="3243263"/>
            <a:ext cx="4179674" cy="128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D52496A-0F01-4118-1637-DB63B23D8334}"/>
              </a:ext>
            </a:extLst>
          </p:cNvPr>
          <p:cNvSpPr txBox="1"/>
          <p:nvPr/>
        </p:nvSpPr>
        <p:spPr>
          <a:xfrm>
            <a:off x="342900" y="1417537"/>
            <a:ext cx="6525816" cy="116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ct val="150000"/>
              </a:lnSpc>
              <a:spcAft>
                <a:spcPts val="1200"/>
              </a:spcAft>
              <a:buFont typeface="+mj-lt"/>
              <a:buNone/>
            </a:pPr>
            <a:r>
              <a:rPr lang="pt-BR" sz="1200" dirty="0">
                <a:effectLst/>
              </a:rPr>
              <a:t>Três pessoas (João, Márcia, Júlia) devem fazer um trabalho, dividido em três partes (preparação, desenvolvimento e conclusão). Cada um deve fazer uma parte, e todas as partes devem ser feitas para o trabalho ser entregue. Na tabela abaixo, estão os tempos que cada pessoa demora para fazer o trabalho. Qual configuração minimiza o tempo total gasto?</a:t>
            </a:r>
            <a:endParaRPr lang="pt-B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776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408" y="1442499"/>
            <a:ext cx="3638146" cy="79033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Para o </a:t>
            </a:r>
            <a:r>
              <a:rPr lang="pt-BR" sz="1600" dirty="0" err="1">
                <a:latin typeface="Calibri" panose="020F0502020204030204" pitchFamily="34" charset="0"/>
                <a:ea typeface="Calibri" panose="020F0502020204030204" pitchFamily="34" charset="0"/>
              </a:rPr>
              <a:t>assignment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pt-BR" sz="1600" dirty="0" err="1">
                <a:latin typeface="Calibri" panose="020F0502020204030204" pitchFamily="34" charset="0"/>
                <a:ea typeface="Calibri" panose="020F0502020204030204" pitchFamily="34" charset="0"/>
              </a:rPr>
              <a:t>problem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, podemos usar uma formulação como a seguinte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D143A87-6D86-B8B4-E731-858423E74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126" y="562453"/>
            <a:ext cx="2696646" cy="438583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584CE23-555E-C145-6955-CBA7E45B5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08" y="2369435"/>
            <a:ext cx="3441495" cy="1693434"/>
          </a:xfrm>
          <a:prstGeom prst="rect">
            <a:avLst/>
          </a:prstGeo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A2CA1E-D8F4-6CEB-D098-6CDEB09E0489}"/>
              </a:ext>
            </a:extLst>
          </p:cNvPr>
          <p:cNvSpPr txBox="1">
            <a:spLocks/>
          </p:cNvSpPr>
          <p:nvPr/>
        </p:nvSpPr>
        <p:spPr>
          <a:xfrm>
            <a:off x="582980" y="4329901"/>
            <a:ext cx="3638146" cy="790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Wingdings" panose="05000000000000000000" pitchFamily="2" charset="2"/>
              <a:buChar char="q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7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  <a:sym typeface="Arial"/>
              </a:rPr>
              <a:t>Vamos resolver a mesma utilizando diversas técnicas diferentes</a:t>
            </a:r>
          </a:p>
        </p:txBody>
      </p:sp>
    </p:spTree>
    <p:extLst>
      <p:ext uri="{BB962C8B-B14F-4D97-AF65-F5344CB8AC3E}">
        <p14:creationId xmlns:p14="http://schemas.microsoft.com/office/powerpoint/2010/main" val="371594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ço Reservado para Texto 1">
                <a:extLst>
                  <a:ext uri="{FF2B5EF4-FFF2-40B4-BE49-F238E27FC236}">
                    <a16:creationId xmlns:a16="http://schemas.microsoft.com/office/drawing/2014/main" id="{02CBC9C8-093C-58F3-7ED6-EE411FB84FA7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93405" y="1305900"/>
                <a:ext cx="6594770" cy="3691401"/>
              </a:xfrm>
            </p:spPr>
            <p:txBody>
              <a:bodyPr/>
              <a:lstStyle/>
              <a:p>
                <a:pPr marL="201930" algn="just"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Variável de decisão:</a:t>
                </a:r>
                <a:endParaRPr lang="pt-BR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𝐴𝑙𝑜𝑐</m:t>
                      </m:r>
                      <m:d>
                        <m:dPr>
                          <m:ctrlPr>
                            <a:rPr lang="pt-BR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pt-BR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r>
                            <a:rPr lang="pt-BR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pt-BR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</m:e>
                      </m:d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𝑏𝑖𝑛</m:t>
                      </m:r>
                      <m:r>
                        <a:rPr lang="pt-BR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á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𝑟𝑖</m:t>
                      </m:r>
                      <m:r>
                        <a:rPr lang="pt-BR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𝑝𝑎𝑟𝑎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=1,…, 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;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𝑣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=1, ..., 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𝑞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pt-BR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01930" algn="just"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Função objetivo:</a:t>
                </a:r>
              </a:p>
              <a:p>
                <a:pPr marL="0" indent="0" algn="just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𝑀𝑎𝑥</m:t>
                      </m:r>
                      <m:r>
                        <a:rPr lang="pt-BR" sz="12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pt-BR" sz="1600" i="1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pt-BR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  <m:r>
                            <a:rPr lang="pt-BR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t-BR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pt-BR" sz="1600" i="1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a:rPr lang="pt-BR" sz="1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  <m:r>
                                <a:rPr lang="pt-BR" sz="1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1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sup>
                            <m:e>
                              <m:r>
                                <a:rPr lang="pt-BR" sz="1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𝐴𝑙𝑜𝑐</m:t>
                              </m:r>
                              <m:d>
                                <m:dPr>
                                  <m:ctrlPr>
                                    <a:rPr lang="pt-BR" sz="1600" i="1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2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  <m:r>
                                    <a:rPr lang="pt-BR" sz="12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pt-BR" sz="12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pt-BR" sz="1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  <m:r>
                                <a:rPr lang="pt-BR" sz="12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𝑝𝑒𝑠𝑜</m:t>
                              </m:r>
                              <m:d>
                                <m:dPr>
                                  <m:ctrlPr>
                                    <a:rPr lang="pt-BR" sz="1600" i="1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2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  <m:r>
                                    <a:rPr lang="pt-BR" sz="12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pt-BR" sz="12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Arial" panose="020B0604020202020204" pitchFamily="34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br>
                  <a:rPr lang="pt-BR" sz="18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</a:br>
                <a:endParaRPr lang="pt-BR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201930"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pt-BR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Restrições: </a:t>
                </a:r>
                <a:br>
                  <a:rPr lang="pt-BR" sz="18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p>
                      <m:e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𝐴𝑙𝑜𝑐</m:t>
                        </m:r>
                        <m:d>
                          <m:dPr>
                            <m:ctrlPr>
                              <a:rPr lang="pt-BR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  <m:r>
                              <a:rPr lang="pt-BR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pt-BR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</m:d>
                        <m:r>
                          <a:rPr lang="pt-BR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≤1</m:t>
                        </m:r>
                      </m:e>
                    </m:nary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 ∀</m:t>
                    </m:r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𝑣</m:t>
                    </m:r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𝜖</m:t>
                    </m:r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1,…, </m:t>
                    </m:r>
                    <m:r>
                      <a:rPr lang="pt-BR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𝑞</m:t>
                    </m:r>
                  </m:oMath>
                </a14:m>
                <a:endParaRPr lang="pt-BR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pt-BR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pt-BR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𝑣</m:t>
                          </m:r>
                          <m:r>
                            <a:rPr lang="pt-BR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sup>
                        <m:e>
                          <m:r>
                            <a:rPr lang="pt-BR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𝐴𝑙𝑜𝑐</m:t>
                          </m:r>
                          <m:d>
                            <m:dPr>
                              <m:ctrlPr>
                                <a:rPr lang="pt-BR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  <m:r>
                                <a:rPr lang="pt-BR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pt-BR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pt-BR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≤1</m:t>
                          </m:r>
                        </m:e>
                      </m:nary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, ∀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𝜖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1,…, </m:t>
                      </m:r>
                      <m:r>
                        <a:rPr lang="pt-BR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𝑝</m:t>
                      </m:r>
                    </m:oMath>
                  </m:oMathPara>
                </a14:m>
                <a:endParaRPr lang="pt-BR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Aft>
                    <a:spcPts val="1200"/>
                  </a:spcAft>
                </a:pPr>
                <a:r>
                  <a:rPr lang="pt-BR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 </a:t>
                </a:r>
                <a:endParaRPr lang="pt-BR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pt-BR" dirty="0"/>
              </a:p>
            </p:txBody>
          </p:sp>
        </mc:Choice>
        <mc:Fallback xmlns="">
          <p:sp>
            <p:nvSpPr>
              <p:cNvPr id="2" name="Espaço Reservado para Texto 1">
                <a:extLst>
                  <a:ext uri="{FF2B5EF4-FFF2-40B4-BE49-F238E27FC236}">
                    <a16:creationId xmlns:a16="http://schemas.microsoft.com/office/drawing/2014/main" id="{02CBC9C8-093C-58F3-7ED6-EE411FB84F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93405" y="1305900"/>
                <a:ext cx="6594770" cy="3691401"/>
              </a:xfrm>
              <a:blipFill>
                <a:blip r:embed="rId2"/>
                <a:stretch>
                  <a:fillRect l="-648" t="-825" b="-161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D0A7C7-7E78-568A-BFF7-CAFEAF7C5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Notação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9C1A53-48D0-37DD-99D9-20D09B9D8E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7947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3">
            <a:extLst>
              <a:ext uri="{FF2B5EF4-FFF2-40B4-BE49-F238E27FC236}">
                <a16:creationId xmlns:a16="http://schemas.microsoft.com/office/drawing/2014/main" id="{4591C293-9D87-C39D-C9CF-0EA12A6A9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407" y="1442500"/>
            <a:ext cx="6330768" cy="70436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Case: </a:t>
            </a:r>
            <a:r>
              <a:rPr lang="pt-BR" sz="1600" dirty="0" err="1">
                <a:latin typeface="Calibri" panose="020F0502020204030204" pitchFamily="34" charset="0"/>
                <a:ea typeface="Calibri" panose="020F0502020204030204" pitchFamily="34" charset="0"/>
              </a:rPr>
              <a:t>Trim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</a:rPr>
              <a:t> da Máquina de Papel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" name="Imagem 3" descr="Diagrama&#10;&#10;Descrição gerada automaticamente">
            <a:extLst>
              <a:ext uri="{FF2B5EF4-FFF2-40B4-BE49-F238E27FC236}">
                <a16:creationId xmlns:a16="http://schemas.microsoft.com/office/drawing/2014/main" id="{F5F08706-7E81-207C-2A4C-4EB6B4BE8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00" y="1804815"/>
            <a:ext cx="5701983" cy="333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44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 err="1"/>
              <a:t>Trim</a:t>
            </a:r>
            <a:r>
              <a:rPr lang="pt-BR" dirty="0"/>
              <a:t> da máquina de papel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9" name="Text Box 8">
            <a:extLst>
              <a:ext uri="{FF2B5EF4-FFF2-40B4-BE49-F238E27FC236}">
                <a16:creationId xmlns:a16="http://schemas.microsoft.com/office/drawing/2014/main" id="{4E1EB7D3-BC8D-7624-8903-BDF7403BF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006" y="2844388"/>
            <a:ext cx="5554727" cy="20621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378">
              <a:defRPr/>
            </a:pPr>
            <a:r>
              <a:rPr lang="pt-BR" sz="1600" dirty="0">
                <a:latin typeface="Calibri" panose="020F0502020204030204" pitchFamily="34" charset="0"/>
                <a:ea typeface="Verdana" pitchFamily="34" charset="0"/>
                <a:cs typeface="Verdana" pitchFamily="34" charset="0"/>
              </a:rPr>
              <a:t>A máquina de papel tem uma largura de saída – </a:t>
            </a:r>
            <a:r>
              <a:rPr lang="pt-BR" sz="1600" dirty="0" err="1">
                <a:latin typeface="Calibri" panose="020F0502020204030204" pitchFamily="34" charset="0"/>
                <a:ea typeface="Verdana" pitchFamily="34" charset="0"/>
                <a:cs typeface="Verdana" pitchFamily="34" charset="0"/>
              </a:rPr>
              <a:t>ex</a:t>
            </a:r>
            <a:r>
              <a:rPr lang="pt-BR" sz="1600" dirty="0">
                <a:latin typeface="Calibri" panose="020F0502020204030204" pitchFamily="34" charset="0"/>
                <a:ea typeface="Verdana" pitchFamily="34" charset="0"/>
                <a:cs typeface="Verdana" pitchFamily="34" charset="0"/>
              </a:rPr>
              <a:t> 6530 mm</a:t>
            </a:r>
          </a:p>
          <a:p>
            <a:pPr defTabSz="914378">
              <a:defRPr/>
            </a:pPr>
            <a:endParaRPr lang="pt-BR" sz="1600" dirty="0">
              <a:latin typeface="Calibri" panose="020F0502020204030204" pitchFamily="34" charset="0"/>
              <a:ea typeface="Verdana" pitchFamily="34" charset="0"/>
              <a:cs typeface="Verdana" pitchFamily="34" charset="0"/>
            </a:endParaRPr>
          </a:p>
          <a:p>
            <a:pPr defTabSz="914378">
              <a:defRPr/>
            </a:pPr>
            <a:r>
              <a:rPr lang="pt-BR" sz="1600" dirty="0">
                <a:latin typeface="Calibri" panose="020F0502020204030204" pitchFamily="34" charset="0"/>
                <a:ea typeface="Verdana" pitchFamily="34" charset="0"/>
                <a:cs typeface="Verdana" pitchFamily="34" charset="0"/>
              </a:rPr>
              <a:t>Há vários pedidos de clientes, de bobinas de diferentes tamanhos: 857, 900, 1882, etc...</a:t>
            </a:r>
          </a:p>
          <a:p>
            <a:pPr defTabSz="914378">
              <a:defRPr/>
            </a:pPr>
            <a:endParaRPr lang="pt-BR" sz="1600" dirty="0">
              <a:latin typeface="Calibri" panose="020F0502020204030204" pitchFamily="34" charset="0"/>
              <a:ea typeface="Verdana" pitchFamily="34" charset="0"/>
              <a:cs typeface="Verdana" pitchFamily="34" charset="0"/>
            </a:endParaRPr>
          </a:p>
          <a:p>
            <a:pPr defTabSz="914378">
              <a:defRPr/>
            </a:pPr>
            <a:r>
              <a:rPr lang="pt-BR" sz="1600" dirty="0">
                <a:latin typeface="Calibri" panose="020F0502020204030204" pitchFamily="34" charset="0"/>
                <a:ea typeface="Verdana" pitchFamily="34" charset="0"/>
                <a:cs typeface="Verdana" pitchFamily="34" charset="0"/>
              </a:rPr>
              <a:t>Como encaixar os pedidos na produção, de modo a minimizar o </a:t>
            </a:r>
            <a:r>
              <a:rPr lang="pt-BR" sz="1600" dirty="0" err="1">
                <a:latin typeface="Calibri" panose="020F0502020204030204" pitchFamily="34" charset="0"/>
                <a:ea typeface="Verdana" pitchFamily="34" charset="0"/>
                <a:cs typeface="Verdana" pitchFamily="34" charset="0"/>
              </a:rPr>
              <a:t>waste</a:t>
            </a:r>
            <a:r>
              <a:rPr lang="pt-BR" sz="1600" dirty="0">
                <a:latin typeface="Calibri" panose="020F0502020204030204" pitchFamily="34" charset="0"/>
                <a:ea typeface="Verdana" pitchFamily="34" charset="0"/>
                <a:cs typeface="Verdana" pitchFamily="34" charset="0"/>
              </a:rPr>
              <a:t>?</a:t>
            </a:r>
          </a:p>
          <a:p>
            <a:pPr marL="285743" indent="-285743" defTabSz="914378">
              <a:buFont typeface="Arial" panose="020B0604020202020204" pitchFamily="34" charset="0"/>
              <a:buChar char="•"/>
              <a:defRPr/>
            </a:pPr>
            <a:endParaRPr lang="pt-BR" sz="1600" dirty="0">
              <a:latin typeface="Calibri" panose="020F0502020204030204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2A59BCF-7301-7821-ED7B-63C2FB902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06" y="1525698"/>
            <a:ext cx="4711595" cy="109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61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Jogo Interativo do </a:t>
            </a:r>
            <a:r>
              <a:rPr lang="pt-BR" dirty="0" err="1"/>
              <a:t>Trim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9" name="Text Box 8">
            <a:extLst>
              <a:ext uri="{FF2B5EF4-FFF2-40B4-BE49-F238E27FC236}">
                <a16:creationId xmlns:a16="http://schemas.microsoft.com/office/drawing/2014/main" id="{4E1EB7D3-BC8D-7624-8903-BDF7403BF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00" y="4726684"/>
            <a:ext cx="5211058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378">
              <a:defRPr/>
            </a:pPr>
            <a:r>
              <a:rPr lang="pt-BR" sz="1600" dirty="0">
                <a:latin typeface="Calibri" panose="020F0502020204030204" pitchFamily="34" charset="0"/>
                <a:ea typeface="Verdana" pitchFamily="34" charset="0"/>
                <a:cs typeface="Verdana" pitchFamily="34" charset="0"/>
                <a:hlinkClick r:id="rId2"/>
              </a:rPr>
              <a:t>https://asgunzi.neocities.org/ArteMatematica/JogoTrim</a:t>
            </a:r>
            <a:endParaRPr lang="pt-BR" sz="1600" dirty="0">
              <a:latin typeface="Calibri" panose="020F0502020204030204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A35A5F-7E3B-5188-9B17-3EEF59AAA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00" y="1377926"/>
            <a:ext cx="5851744" cy="327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03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5914549" cy="80997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Vamos entrar mais pesado em temas que envolvem matemática</a:t>
            </a:r>
          </a:p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São passos necessários para dominar profundamente data </a:t>
            </a:r>
            <a:r>
              <a:rPr lang="pt-BR" sz="1600" dirty="0" err="1">
                <a:latin typeface="Calibri" panose="020F0502020204030204" pitchFamily="34" charset="0"/>
              </a:rPr>
              <a:t>science</a:t>
            </a:r>
            <a:endParaRPr lang="pt-BR" sz="1600" dirty="0">
              <a:latin typeface="Calibri" panose="020F050202020403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16DD4C5-7FF1-A427-7CF7-D323C7DA6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61" y="2041452"/>
            <a:ext cx="2143090" cy="282560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FB053CA-D2A8-B1D7-4491-B28D13F7C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301" y="2041452"/>
            <a:ext cx="2836715" cy="287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63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5914549" cy="25317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Otimização </a:t>
            </a:r>
            <a:r>
              <a:rPr lang="pt-BR" sz="1600" dirty="0" err="1">
                <a:latin typeface="Calibri" panose="020F0502020204030204" pitchFamily="34" charset="0"/>
              </a:rPr>
              <a:t>mono-objetivo</a:t>
            </a:r>
            <a:r>
              <a:rPr lang="pt-BR" sz="1600" dirty="0">
                <a:latin typeface="Calibri" panose="020F0502020204030204" pitchFamily="34" charset="0"/>
              </a:rPr>
              <a:t> é utilizado para realçar o fato que se quer otimizar (</a:t>
            </a:r>
            <a:r>
              <a:rPr lang="pt-BR" sz="1600" dirty="0" err="1">
                <a:latin typeface="Calibri" panose="020F0502020204030204" pitchFamily="34" charset="0"/>
              </a:rPr>
              <a:t>miminizar</a:t>
            </a:r>
            <a:r>
              <a:rPr lang="pt-BR" sz="1600" dirty="0">
                <a:latin typeface="Calibri" panose="020F0502020204030204" pitchFamily="34" charset="0"/>
              </a:rPr>
              <a:t> ou maximizar) um ÚNICO critério (função)</a:t>
            </a:r>
          </a:p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Formulação clássica: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4AE9FDA-C019-031F-2AA8-68FBFB579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836" y="2908914"/>
            <a:ext cx="41910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95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5914549" cy="253170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Otimização </a:t>
            </a:r>
            <a:r>
              <a:rPr lang="pt-BR" sz="1600" dirty="0" err="1">
                <a:latin typeface="Calibri" panose="020F0502020204030204" pitchFamily="34" charset="0"/>
              </a:rPr>
              <a:t>mono-objetivo</a:t>
            </a:r>
            <a:r>
              <a:rPr lang="pt-BR" sz="1600" dirty="0">
                <a:latin typeface="Calibri" panose="020F0502020204030204" pitchFamily="34" charset="0"/>
              </a:rPr>
              <a:t> é utilizado para realçar o fato que se quer otimizar (</a:t>
            </a:r>
            <a:r>
              <a:rPr lang="pt-BR" sz="1600" dirty="0" err="1">
                <a:latin typeface="Calibri" panose="020F0502020204030204" pitchFamily="34" charset="0"/>
              </a:rPr>
              <a:t>miminizar</a:t>
            </a:r>
            <a:r>
              <a:rPr lang="pt-BR" sz="1600" dirty="0">
                <a:latin typeface="Calibri" panose="020F0502020204030204" pitchFamily="34" charset="0"/>
              </a:rPr>
              <a:t> ou maximizar) um ÚNICO critério (função)</a:t>
            </a:r>
          </a:p>
          <a:p>
            <a:pPr>
              <a:lnSpc>
                <a:spcPct val="100000"/>
              </a:lnSpc>
            </a:pPr>
            <a:endParaRPr lang="pt-BR" sz="16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pt-BR" sz="1600" dirty="0">
              <a:latin typeface="Calibri" panose="020F050202020403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41DD2BE-B26D-64E1-1F66-4AFCF9701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59" y="2793574"/>
            <a:ext cx="6045604" cy="158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14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2" y="1305901"/>
            <a:ext cx="5141470" cy="3208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Vamos por partes:</a:t>
            </a:r>
          </a:p>
          <a:p>
            <a:pPr>
              <a:lnSpc>
                <a:spcPct val="100000"/>
              </a:lnSpc>
            </a:pPr>
            <a:endParaRPr lang="pt-BR" sz="16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pt-BR" sz="1600" dirty="0">
              <a:latin typeface="Calibri" panose="020F050202020403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41DD2BE-B26D-64E1-1F66-4AFCF9701A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47360" r="65988" b="1"/>
          <a:stretch/>
        </p:blipFill>
        <p:spPr>
          <a:xfrm>
            <a:off x="931572" y="2037841"/>
            <a:ext cx="2345881" cy="950445"/>
          </a:xfrm>
          <a:prstGeom prst="rect">
            <a:avLst/>
          </a:prstGeom>
        </p:spPr>
      </p:pic>
      <p:sp>
        <p:nvSpPr>
          <p:cNvPr id="2" name="Espaço Reservado para Texto 4">
            <a:extLst>
              <a:ext uri="{FF2B5EF4-FFF2-40B4-BE49-F238E27FC236}">
                <a16:creationId xmlns:a16="http://schemas.microsoft.com/office/drawing/2014/main" id="{DCCCBFE8-5895-4ED2-7383-F033724D70CD}"/>
              </a:ext>
            </a:extLst>
          </p:cNvPr>
          <p:cNvSpPr txBox="1">
            <a:spLocks/>
          </p:cNvSpPr>
          <p:nvPr/>
        </p:nvSpPr>
        <p:spPr>
          <a:xfrm>
            <a:off x="3942866" y="1626681"/>
            <a:ext cx="1745590" cy="3208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</a:rPr>
              <a:t>Função objetivo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endParaRPr lang="pt-BR" sz="16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11FE9BEF-0ECE-6E73-08F8-803F8A71338A}"/>
              </a:ext>
            </a:extLst>
          </p:cNvPr>
          <p:cNvCxnSpPr>
            <a:cxnSpLocks/>
          </p:cNvCxnSpPr>
          <p:nvPr/>
        </p:nvCxnSpPr>
        <p:spPr>
          <a:xfrm flipV="1">
            <a:off x="3011673" y="1804686"/>
            <a:ext cx="931193" cy="2857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Espaço Reservado para Texto 4">
            <a:extLst>
              <a:ext uri="{FF2B5EF4-FFF2-40B4-BE49-F238E27FC236}">
                <a16:creationId xmlns:a16="http://schemas.microsoft.com/office/drawing/2014/main" id="{14E5F46F-DD3E-E5F1-8447-4282E3E59758}"/>
              </a:ext>
            </a:extLst>
          </p:cNvPr>
          <p:cNvSpPr txBox="1">
            <a:spLocks/>
          </p:cNvSpPr>
          <p:nvPr/>
        </p:nvSpPr>
        <p:spPr>
          <a:xfrm>
            <a:off x="3663404" y="2215758"/>
            <a:ext cx="3296512" cy="3208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</a:rPr>
              <a:t>Linear: apenas funções do tipo y = </a:t>
            </a:r>
            <a:r>
              <a:rPr lang="pt-BR" sz="1600" dirty="0" err="1">
                <a:solidFill>
                  <a:prstClr val="black"/>
                </a:solidFill>
                <a:latin typeface="Calibri" panose="020F0502020204030204" pitchFamily="34" charset="0"/>
              </a:rPr>
              <a:t>ax</a:t>
            </a: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</a:rPr>
              <a:t>+ </a:t>
            </a:r>
            <a:r>
              <a:rPr lang="pt-BR" sz="1600" dirty="0" err="1">
                <a:solidFill>
                  <a:prstClr val="black"/>
                </a:solidFill>
                <a:latin typeface="Calibri" panose="020F0502020204030204" pitchFamily="34" charset="0"/>
              </a:rPr>
              <a:t>by</a:t>
            </a:r>
            <a:r>
              <a:rPr lang="pt-BR" sz="1600">
                <a:solidFill>
                  <a:prstClr val="black"/>
                </a:solidFill>
                <a:latin typeface="Calibri" panose="020F0502020204030204" pitchFamily="34" charset="0"/>
              </a:rPr>
              <a:t> + c</a:t>
            </a:r>
            <a:endParaRPr lang="pt-BR" sz="16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</a:rPr>
              <a:t>Fosse não linear, funções tipo cos(x), x^2 ...</a:t>
            </a:r>
          </a:p>
        </p:txBody>
      </p:sp>
      <p:sp>
        <p:nvSpPr>
          <p:cNvPr id="13" name="Chave Direita 12">
            <a:extLst>
              <a:ext uri="{FF2B5EF4-FFF2-40B4-BE49-F238E27FC236}">
                <a16:creationId xmlns:a16="http://schemas.microsoft.com/office/drawing/2014/main" id="{740E95AB-593D-5B7D-9DFF-32F80B02DDB7}"/>
              </a:ext>
            </a:extLst>
          </p:cNvPr>
          <p:cNvSpPr/>
          <p:nvPr/>
        </p:nvSpPr>
        <p:spPr>
          <a:xfrm>
            <a:off x="3340040" y="2180716"/>
            <a:ext cx="260775" cy="60663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pt-BR" sz="1600" kern="120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BC2ED84-CF33-0264-196B-CE4853E24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388" y="3217037"/>
            <a:ext cx="2061235" cy="1891818"/>
          </a:xfrm>
          <a:prstGeom prst="rect">
            <a:avLst/>
          </a:prstGeom>
        </p:spPr>
      </p:pic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7D19F05D-9329-C877-C293-3E3FE7EC78CD}"/>
              </a:ext>
            </a:extLst>
          </p:cNvPr>
          <p:cNvSpPr txBox="1">
            <a:spLocks/>
          </p:cNvSpPr>
          <p:nvPr/>
        </p:nvSpPr>
        <p:spPr>
          <a:xfrm>
            <a:off x="931571" y="3356279"/>
            <a:ext cx="2908265" cy="16133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</a:rPr>
              <a:t>Determinístico: são números em R, e não variáveis aleatórias ou estocásticas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</a:rPr>
              <a:t>Contínuo: são números em R e não em Z ou em N, onde só valeriam números inteiros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endParaRPr lang="pt-BR" sz="16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923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70195"/>
            <a:ext cx="6140929" cy="32088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1800" dirty="0">
                <a:latin typeface="Calibri" panose="020F0502020204030204" pitchFamily="34" charset="0"/>
              </a:rPr>
              <a:t>Há inúmeras técnicas diferentes de otimização, cada qual com  suas particularidades. Vamos ver apenas uma pincelada de alguns desses </a:t>
            </a:r>
          </a:p>
          <a:p>
            <a:pPr marL="0" indent="0">
              <a:lnSpc>
                <a:spcPct val="100000"/>
              </a:lnSpc>
              <a:buNone/>
            </a:pPr>
            <a:endParaRPr lang="pt-BR" sz="1800" dirty="0">
              <a:latin typeface="Calibri" panose="020F0502020204030204" pitchFamily="34" charset="0"/>
            </a:endParaRPr>
          </a:p>
        </p:txBody>
      </p: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7D19F05D-9329-C877-C293-3E3FE7EC78CD}"/>
              </a:ext>
            </a:extLst>
          </p:cNvPr>
          <p:cNvSpPr txBox="1">
            <a:spLocks/>
          </p:cNvSpPr>
          <p:nvPr/>
        </p:nvSpPr>
        <p:spPr>
          <a:xfrm>
            <a:off x="1383381" y="2477662"/>
            <a:ext cx="5447965" cy="23570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lnSpc>
                <a:spcPct val="100000"/>
              </a:lnSpc>
              <a:spcBef>
                <a:spcPts val="750"/>
              </a:spcBef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Programação linear contínua </a:t>
            </a:r>
          </a:p>
          <a:p>
            <a:pPr marL="171450" indent="-171450" defTabSz="685800">
              <a:lnSpc>
                <a:spcPct val="100000"/>
              </a:lnSpc>
              <a:spcBef>
                <a:spcPts val="750"/>
              </a:spcBef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Programação linear inteira</a:t>
            </a:r>
          </a:p>
          <a:p>
            <a:pPr marL="171450" indent="-171450" defTabSz="685800">
              <a:lnSpc>
                <a:spcPct val="100000"/>
              </a:lnSpc>
              <a:spcBef>
                <a:spcPts val="750"/>
              </a:spcBef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Programação dinâmica</a:t>
            </a:r>
          </a:p>
          <a:p>
            <a:pPr marL="171450" indent="-171450" defTabSz="685800">
              <a:lnSpc>
                <a:spcPct val="100000"/>
              </a:lnSpc>
              <a:spcBef>
                <a:spcPts val="750"/>
              </a:spcBef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Programação não linear</a:t>
            </a:r>
          </a:p>
          <a:p>
            <a:pPr marL="171450" indent="-171450" defTabSz="685800">
              <a:lnSpc>
                <a:spcPct val="100000"/>
              </a:lnSpc>
              <a:spcBef>
                <a:spcPts val="750"/>
              </a:spcBef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Programação estocástica</a:t>
            </a:r>
          </a:p>
          <a:p>
            <a:pPr marL="171450" indent="-171450" defTabSz="685800">
              <a:lnSpc>
                <a:spcPct val="100000"/>
              </a:lnSpc>
              <a:spcBef>
                <a:spcPts val="750"/>
              </a:spcBef>
              <a:defRPr/>
            </a:pPr>
            <a:r>
              <a:rPr lang="pt-BR" sz="1600" dirty="0" err="1">
                <a:solidFill>
                  <a:prstClr val="black"/>
                </a:solidFill>
                <a:latin typeface="Calibri" panose="020F0502020204030204" pitchFamily="34" charset="0"/>
              </a:rPr>
              <a:t>Metaheurísticas</a:t>
            </a: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</a:rPr>
              <a:t> e Heurísticas</a:t>
            </a:r>
          </a:p>
        </p:txBody>
      </p:sp>
    </p:spTree>
    <p:extLst>
      <p:ext uri="{BB962C8B-B14F-4D97-AF65-F5344CB8AC3E}">
        <p14:creationId xmlns:p14="http://schemas.microsoft.com/office/powerpoint/2010/main" val="2940724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6140929" cy="3208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Utilizando função </a:t>
            </a:r>
            <a:r>
              <a:rPr lang="pt-BR" sz="1600" b="1" dirty="0" err="1">
                <a:latin typeface="Calibri" panose="020F0502020204030204" pitchFamily="34" charset="0"/>
              </a:rPr>
              <a:t>optimize</a:t>
            </a:r>
            <a:r>
              <a:rPr lang="pt-BR" sz="1600" dirty="0">
                <a:latin typeface="Calibri" panose="020F0502020204030204" pitchFamily="34" charset="0"/>
              </a:rPr>
              <a:t> do R</a:t>
            </a:r>
          </a:p>
          <a:p>
            <a:pPr>
              <a:lnSpc>
                <a:spcPct val="100000"/>
              </a:lnSpc>
            </a:pPr>
            <a:endParaRPr lang="pt-BR" sz="1600" dirty="0">
              <a:latin typeface="Calibri" panose="020F0502020204030204" pitchFamily="34" charset="0"/>
            </a:endParaRPr>
          </a:p>
        </p:txBody>
      </p: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7D19F05D-9329-C877-C293-3E3FE7EC78CD}"/>
              </a:ext>
            </a:extLst>
          </p:cNvPr>
          <p:cNvSpPr txBox="1">
            <a:spLocks/>
          </p:cNvSpPr>
          <p:nvPr/>
        </p:nvSpPr>
        <p:spPr>
          <a:xfrm>
            <a:off x="505479" y="4568663"/>
            <a:ext cx="6395050" cy="484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ourier New" panose="02070309020205020404" pitchFamily="49" charset="0"/>
                <a:hlinkClick r:id="rId2"/>
              </a:rPr>
              <a:t>https://www.rdocumentation.org/packages/stats/versions/3.6.2/topics/optimize</a:t>
            </a:r>
            <a:endParaRPr lang="pt-BR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endParaRPr lang="pt-BR" sz="1600" dirty="0">
              <a:solidFill>
                <a:prstClr val="black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66CE0C-BFC4-B206-7DEF-4F9E8A591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01" y="1877400"/>
            <a:ext cx="6053413" cy="263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14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6140929" cy="3208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Exemplo 1</a:t>
            </a:r>
          </a:p>
        </p:txBody>
      </p: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7D19F05D-9329-C877-C293-3E3FE7EC78CD}"/>
              </a:ext>
            </a:extLst>
          </p:cNvPr>
          <p:cNvSpPr txBox="1">
            <a:spLocks/>
          </p:cNvSpPr>
          <p:nvPr/>
        </p:nvSpPr>
        <p:spPr>
          <a:xfrm>
            <a:off x="993076" y="1753421"/>
            <a:ext cx="5447965" cy="31694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f1 = 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(x, a) (x - a)^2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s1 = 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optimize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(f1, c(0, 2), 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tol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0.0001, a = 1/3)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endParaRPr lang="pt-BR" dirty="0">
              <a:solidFill>
                <a:prstClr val="black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# Verificação do Exemplo 01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xo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seq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(0,2,by=0.0001)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f1(xo,1/3)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plot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xo,fo,type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="l")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points(s1$minimum,s1$objective,col="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red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",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pch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="x")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endParaRPr lang="pt-BR" dirty="0">
              <a:solidFill>
                <a:prstClr val="black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endParaRPr lang="pt-BR" sz="1600" dirty="0">
              <a:solidFill>
                <a:prstClr val="black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867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6140929" cy="3208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Exemplo 1</a:t>
            </a:r>
          </a:p>
          <a:p>
            <a:pPr>
              <a:lnSpc>
                <a:spcPct val="100000"/>
              </a:lnSpc>
            </a:pPr>
            <a:endParaRPr lang="pt-BR" sz="1600" dirty="0">
              <a:latin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A612E3A-A32E-6B8C-D9E0-6205F5EC9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399" y="1573437"/>
            <a:ext cx="3947449" cy="357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78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6140929" cy="3208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Exemplo 2</a:t>
            </a:r>
          </a:p>
          <a:p>
            <a:pPr>
              <a:lnSpc>
                <a:spcPct val="100000"/>
              </a:lnSpc>
            </a:pPr>
            <a:endParaRPr lang="pt-BR" sz="1600" dirty="0">
              <a:latin typeface="Calibri" panose="020F0502020204030204" pitchFamily="34" charset="0"/>
            </a:endParaRPr>
          </a:p>
        </p:txBody>
      </p: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7D19F05D-9329-C877-C293-3E3FE7EC78CD}"/>
              </a:ext>
            </a:extLst>
          </p:cNvPr>
          <p:cNvSpPr txBox="1">
            <a:spLocks/>
          </p:cNvSpPr>
          <p:nvPr/>
        </p:nvSpPr>
        <p:spPr>
          <a:xfrm>
            <a:off x="595424" y="1753421"/>
            <a:ext cx="6079093" cy="31694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#Exemplo 02 - 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pag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27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en-GB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f2 = function (x, a) exp(x - a) - sin(2*pi*x)</a:t>
            </a:r>
            <a:endParaRPr lang="pt-BR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en-GB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s2 = optimize(f2, c(0, 2), </a:t>
            </a:r>
            <a:r>
              <a:rPr lang="en-GB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tol</a:t>
            </a:r>
            <a:r>
              <a:rPr lang="en-GB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0.0001, a = 1/3)</a:t>
            </a:r>
            <a:endParaRPr lang="pt-BR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endParaRPr lang="pt-BR" dirty="0">
              <a:solidFill>
                <a:prstClr val="black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f2(xo,1/3)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plot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xo,fo,type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="l")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points(s2$minimum,s2$objective,col="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red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",</a:t>
            </a:r>
            <a:r>
              <a:rPr lang="pt-BR" dirty="0" err="1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pch</a:t>
            </a:r>
            <a:r>
              <a:rPr lang="pt-BR" dirty="0">
                <a:solidFill>
                  <a:prstClr val="black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="x")</a:t>
            </a: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endParaRPr lang="pt-BR" sz="1600" dirty="0">
              <a:solidFill>
                <a:prstClr val="black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138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6140929" cy="3208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Exemplo 2</a:t>
            </a:r>
          </a:p>
          <a:p>
            <a:pPr>
              <a:lnSpc>
                <a:spcPct val="100000"/>
              </a:lnSpc>
            </a:pPr>
            <a:endParaRPr lang="pt-BR" sz="1600" dirty="0">
              <a:latin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FD5A15-0091-BC69-787F-8D0EC2708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06" y="1740212"/>
            <a:ext cx="3784968" cy="339099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C261495-1A83-1552-9E9F-6017B6C15DF7}"/>
              </a:ext>
            </a:extLst>
          </p:cNvPr>
          <p:cNvSpPr txBox="1"/>
          <p:nvPr/>
        </p:nvSpPr>
        <p:spPr>
          <a:xfrm>
            <a:off x="5115638" y="2464594"/>
            <a:ext cx="15671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Obs. Exercício sobre mínimo local x global</a:t>
            </a:r>
          </a:p>
        </p:txBody>
      </p:sp>
    </p:spTree>
    <p:extLst>
      <p:ext uri="{BB962C8B-B14F-4D97-AF65-F5344CB8AC3E}">
        <p14:creationId xmlns:p14="http://schemas.microsoft.com/office/powerpoint/2010/main" val="2375802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6140929" cy="32088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Utilizando função </a:t>
            </a:r>
            <a:r>
              <a:rPr lang="pt-BR" sz="1600" b="1" dirty="0" err="1">
                <a:latin typeface="Calibri" panose="020F0502020204030204" pitchFamily="34" charset="0"/>
              </a:rPr>
              <a:t>optim</a:t>
            </a:r>
            <a:r>
              <a:rPr lang="pt-BR" sz="1600" dirty="0">
                <a:latin typeface="Calibri" panose="020F0502020204030204" pitchFamily="34" charset="0"/>
              </a:rPr>
              <a:t>  do R: mais geral, mais dimensões e opções alternativas</a:t>
            </a:r>
          </a:p>
          <a:p>
            <a:pPr>
              <a:lnSpc>
                <a:spcPct val="100000"/>
              </a:lnSpc>
            </a:pPr>
            <a:endParaRPr lang="pt-BR" sz="1600" dirty="0">
              <a:latin typeface="Calibri" panose="020F0502020204030204" pitchFamily="34" charset="0"/>
            </a:endParaRPr>
          </a:p>
        </p:txBody>
      </p: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7D19F05D-9329-C877-C293-3E3FE7EC78CD}"/>
              </a:ext>
            </a:extLst>
          </p:cNvPr>
          <p:cNvSpPr txBox="1">
            <a:spLocks/>
          </p:cNvSpPr>
          <p:nvPr/>
        </p:nvSpPr>
        <p:spPr>
          <a:xfrm>
            <a:off x="505479" y="4568663"/>
            <a:ext cx="6395050" cy="484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ourier New" panose="02070309020205020404" pitchFamily="49" charset="0"/>
                <a:hlinkClick r:id="rId2"/>
              </a:rPr>
              <a:t>https://www.rdocumentation.org/packages/stats/versions/3.6.2/topics/optim</a:t>
            </a:r>
            <a:endParaRPr lang="pt-BR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endParaRPr lang="pt-BR" sz="1600" dirty="0">
              <a:solidFill>
                <a:prstClr val="black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CCD458C-54AA-E7A4-B967-297C9FEF6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52" y="2125955"/>
            <a:ext cx="5272216" cy="24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35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6140929" cy="3208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Utilizando função </a:t>
            </a:r>
            <a:r>
              <a:rPr lang="pt-BR" sz="1600" b="1" dirty="0" err="1">
                <a:latin typeface="Calibri" panose="020F0502020204030204" pitchFamily="34" charset="0"/>
              </a:rPr>
              <a:t>otim</a:t>
            </a:r>
            <a:endParaRPr lang="pt-BR" sz="1600" b="1" dirty="0">
              <a:latin typeface="Calibri" panose="020F050202020403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302853F-C042-C6F3-CA1F-8BAC96771EB3}"/>
              </a:ext>
            </a:extLst>
          </p:cNvPr>
          <p:cNvSpPr txBox="1"/>
          <p:nvPr/>
        </p:nvSpPr>
        <p:spPr>
          <a:xfrm>
            <a:off x="957308" y="1772791"/>
            <a:ext cx="55149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ClrTx/>
              <a:defRPr/>
            </a:pPr>
            <a:r>
              <a:rPr lang="en-US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 = function(x) 2*(x[1]-1)^2 + 5*(x[2]-3)^2 + 10</a:t>
            </a:r>
          </a:p>
          <a:p>
            <a:pPr defTabSz="685800">
              <a:buClrTx/>
              <a:defRPr/>
            </a:pPr>
            <a:r>
              <a:rPr lang="en-US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 &lt;- </a:t>
            </a:r>
            <a:r>
              <a:rPr lang="en-US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optim</a:t>
            </a:r>
            <a:r>
              <a:rPr lang="en-US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(c(1, 1), f)</a:t>
            </a:r>
            <a:endParaRPr lang="pt-BR" sz="1800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BA2A21-3F4B-E101-69B5-56B718CD6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41" y="2673038"/>
            <a:ext cx="5514975" cy="1714500"/>
          </a:xfrm>
          <a:prstGeom prst="rect">
            <a:avLst/>
          </a:prstGeom>
        </p:spPr>
      </p:pic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E1416F31-3D52-D02C-8460-EEC391817337}"/>
              </a:ext>
            </a:extLst>
          </p:cNvPr>
          <p:cNvSpPr txBox="1">
            <a:spLocks/>
          </p:cNvSpPr>
          <p:nvPr/>
        </p:nvSpPr>
        <p:spPr>
          <a:xfrm>
            <a:off x="1031978" y="4409100"/>
            <a:ext cx="2885051" cy="3208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</a:rPr>
              <a:t>Mínimo no ponto (1,3)</a:t>
            </a:r>
          </a:p>
        </p:txBody>
      </p:sp>
    </p:spTree>
    <p:extLst>
      <p:ext uri="{BB962C8B-B14F-4D97-AF65-F5344CB8AC3E}">
        <p14:creationId xmlns:p14="http://schemas.microsoft.com/office/powerpoint/2010/main" val="1547859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6140929" cy="3208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O </a:t>
            </a:r>
            <a:r>
              <a:rPr lang="pt-BR" sz="1600" dirty="0" err="1">
                <a:latin typeface="Calibri" panose="020F0502020204030204" pitchFamily="34" charset="0"/>
              </a:rPr>
              <a:t>geogebra</a:t>
            </a:r>
            <a:r>
              <a:rPr lang="pt-BR" sz="1600" dirty="0">
                <a:latin typeface="Calibri" panose="020F0502020204030204" pitchFamily="34" charset="0"/>
              </a:rPr>
              <a:t> tem uma visualização bonita para a função dada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32989DB-C12E-B421-9BE8-6FC82E4F5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704" y="1760720"/>
            <a:ext cx="3984532" cy="324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42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6140929" cy="32088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1500" dirty="0">
                <a:latin typeface="Calibri" panose="020F0502020204030204" pitchFamily="34" charset="0"/>
              </a:rPr>
              <a:t>Utilizando função </a:t>
            </a:r>
            <a:r>
              <a:rPr lang="pt-BR" sz="1500" dirty="0" err="1">
                <a:latin typeface="Calibri" panose="020F0502020204030204" pitchFamily="34" charset="0"/>
              </a:rPr>
              <a:t>nlm</a:t>
            </a:r>
            <a:r>
              <a:rPr lang="pt-BR" sz="1500" dirty="0">
                <a:latin typeface="Calibri" panose="020F0502020204030204" pitchFamily="34" charset="0"/>
              </a:rPr>
              <a:t> do R: tudo o que é não-linear é mais difícil, e daí faz sentido ter métodos especialistas</a:t>
            </a:r>
          </a:p>
          <a:p>
            <a:pPr>
              <a:lnSpc>
                <a:spcPct val="100000"/>
              </a:lnSpc>
            </a:pPr>
            <a:endParaRPr lang="pt-BR" sz="1500" dirty="0">
              <a:latin typeface="Calibri" panose="020F0502020204030204" pitchFamily="34" charset="0"/>
            </a:endParaRPr>
          </a:p>
        </p:txBody>
      </p: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7D19F05D-9329-C877-C293-3E3FE7EC78CD}"/>
              </a:ext>
            </a:extLst>
          </p:cNvPr>
          <p:cNvSpPr txBox="1">
            <a:spLocks/>
          </p:cNvSpPr>
          <p:nvPr/>
        </p:nvSpPr>
        <p:spPr>
          <a:xfrm>
            <a:off x="505479" y="4568663"/>
            <a:ext cx="6395050" cy="484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B7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Calibri" panose="020F050202020403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7DDD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r>
              <a:rPr lang="pt-BR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ourier New" panose="02070309020205020404" pitchFamily="49" charset="0"/>
                <a:hlinkClick r:id="rId2"/>
              </a:rPr>
              <a:t>https://www.rdocumentation.org/packages/stats/versions/3.6.2/topics/nlm</a:t>
            </a:r>
            <a:endParaRPr lang="pt-BR" sz="16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indent="0" defTabSz="685800">
              <a:lnSpc>
                <a:spcPct val="100000"/>
              </a:lnSpc>
              <a:spcBef>
                <a:spcPts val="750"/>
              </a:spcBef>
              <a:buNone/>
              <a:defRPr/>
            </a:pPr>
            <a:endParaRPr lang="pt-BR" sz="1600" dirty="0">
              <a:solidFill>
                <a:prstClr val="black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72A793-8063-7A99-AB45-544DAB519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38" y="2115981"/>
            <a:ext cx="5326875" cy="229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1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932065-19A6-EB2C-E4B5-F4DA0B0C6302}"/>
              </a:ext>
            </a:extLst>
          </p:cNvPr>
          <p:cNvSpPr txBox="1"/>
          <p:nvPr/>
        </p:nvSpPr>
        <p:spPr>
          <a:xfrm>
            <a:off x="281836" y="1305900"/>
            <a:ext cx="71398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buClrTx/>
              <a:defRPr/>
            </a:pP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 &lt;-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(x, a)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(x - a) -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sin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(2*pi*x)</a:t>
            </a:r>
          </a:p>
          <a:p>
            <a:pPr defTabSz="685800">
              <a:buClrTx/>
              <a:defRPr/>
            </a:pP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s1 &lt;-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nlm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(f, -1, a=1/3)</a:t>
            </a:r>
          </a:p>
          <a:p>
            <a:pPr defTabSz="685800">
              <a:buClrTx/>
              <a:defRPr/>
            </a:pP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a1</a:t>
            </a:r>
          </a:p>
          <a:p>
            <a:pPr defTabSz="685800">
              <a:buClrTx/>
              <a:defRPr/>
            </a:pPr>
            <a:endParaRPr lang="pt-BR" sz="1800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defTabSz="685800">
              <a:buClrTx/>
              <a:defRPr/>
            </a:pP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Comparação com a função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optimize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</a:p>
          <a:p>
            <a:pPr defTabSz="685800">
              <a:buClrTx/>
              <a:defRPr/>
            </a:pP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f2 =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(x, a)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(x - a) -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sin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(2*pi*x)</a:t>
            </a:r>
          </a:p>
          <a:p>
            <a:pPr defTabSz="685800">
              <a:buClrTx/>
              <a:defRPr/>
            </a:pP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s2 =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optimize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(f2, c(-1, 2),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tol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0.0001, a = 1/3)</a:t>
            </a:r>
          </a:p>
          <a:p>
            <a:pPr defTabSz="685800">
              <a:buClrTx/>
              <a:defRPr/>
            </a:pPr>
            <a:endParaRPr lang="pt-BR" sz="1800" kern="1200" dirty="0">
              <a:solidFill>
                <a:prstClr val="black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defTabSz="685800">
              <a:buClrTx/>
              <a:defRPr/>
            </a:pP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Verificação do Exemplo 02</a:t>
            </a:r>
          </a:p>
          <a:p>
            <a:pPr defTabSz="685800">
              <a:buClrTx/>
              <a:defRPr/>
            </a:pP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xo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seq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(-1,2,by=0.00001)</a:t>
            </a:r>
          </a:p>
          <a:p>
            <a:pPr defTabSz="685800">
              <a:buClrTx/>
              <a:defRPr/>
            </a:pP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f2(xo,1/3)</a:t>
            </a:r>
          </a:p>
          <a:p>
            <a:pPr defTabSz="685800">
              <a:buClrTx/>
              <a:defRPr/>
            </a:pP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plot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xo,fo,type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="l")</a:t>
            </a:r>
          </a:p>
          <a:p>
            <a:pPr defTabSz="685800">
              <a:buClrTx/>
              <a:defRPr/>
            </a:pP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points(s2$minimum,s2$objective,col="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red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",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pch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="x")</a:t>
            </a:r>
          </a:p>
          <a:p>
            <a:pPr defTabSz="685800">
              <a:buClrTx/>
              <a:defRPr/>
            </a:pP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points(s1$estimate,s1$minimum,col="blue",</a:t>
            </a:r>
            <a:r>
              <a:rPr lang="pt-BR" sz="1800" kern="1200" dirty="0" err="1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pch</a:t>
            </a:r>
            <a:r>
              <a:rPr lang="pt-BR" sz="1800" kern="1200" dirty="0">
                <a:solidFill>
                  <a:prstClr val="black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="o")c</a:t>
            </a:r>
          </a:p>
        </p:txBody>
      </p:sp>
    </p:spTree>
    <p:extLst>
      <p:ext uri="{BB962C8B-B14F-4D97-AF65-F5344CB8AC3E}">
        <p14:creationId xmlns:p14="http://schemas.microsoft.com/office/powerpoint/2010/main" val="5551063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9601" y="1305901"/>
            <a:ext cx="6140929" cy="32088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1600" dirty="0">
                <a:latin typeface="Calibri" panose="020F0502020204030204" pitchFamily="34" charset="0"/>
              </a:rPr>
              <a:t>Exemplo da apostila, função </a:t>
            </a:r>
            <a:r>
              <a:rPr lang="pt-BR" sz="1600" dirty="0" err="1">
                <a:latin typeface="Calibri" panose="020F0502020204030204" pitchFamily="34" charset="0"/>
              </a:rPr>
              <a:t>nlm</a:t>
            </a:r>
            <a:endParaRPr lang="pt-BR" sz="16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pt-BR" sz="1600" dirty="0">
              <a:latin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C0FFAF-9462-F78C-2F48-015F05929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305" y="1626782"/>
            <a:ext cx="3822739" cy="351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13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8C68C3B6-CC65-5D26-F7B0-1462F1C289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3915" y="1306875"/>
            <a:ext cx="6666613" cy="320881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pt-BR" sz="1600" dirty="0">
                <a:solidFill>
                  <a:srgbClr val="000000"/>
                </a:solidFill>
                <a:latin typeface="Calibri" panose="020F0502020204030204" pitchFamily="34" charset="0"/>
              </a:rPr>
              <a:t>A Programação linear tem sido uma das grandes ferramentas matemáticas da história, para obtenção de soluções ótimas</a:t>
            </a:r>
          </a:p>
          <a:p>
            <a:pPr algn="l">
              <a:lnSpc>
                <a:spcPct val="100000"/>
              </a:lnSpc>
            </a:pPr>
            <a:r>
              <a:rPr lang="pt-BR" sz="1600" dirty="0">
                <a:solidFill>
                  <a:srgbClr val="000000"/>
                </a:solidFill>
                <a:latin typeface="Calibri" panose="020F0502020204030204" pitchFamily="34" charset="0"/>
              </a:rPr>
              <a:t>Surgiu durante a Segunda Grande Guerra</a:t>
            </a:r>
          </a:p>
          <a:p>
            <a:pPr algn="l">
              <a:lnSpc>
                <a:spcPct val="100000"/>
              </a:lnSpc>
            </a:pPr>
            <a:r>
              <a:rPr lang="pt-BR" sz="1600" dirty="0">
                <a:solidFill>
                  <a:srgbClr val="000000"/>
                </a:solidFill>
                <a:latin typeface="Calibri" panose="020F0502020204030204" pitchFamily="34" charset="0"/>
              </a:rPr>
              <a:t>Formulação geral:</a:t>
            </a:r>
          </a:p>
          <a:p>
            <a:pPr algn="l">
              <a:lnSpc>
                <a:spcPct val="100000"/>
              </a:lnSpc>
            </a:pPr>
            <a:endParaRPr lang="pt-BR" sz="1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1026" name="Picture 2" descr="QSopt Linear Programming">
            <a:extLst>
              <a:ext uri="{FF2B5EF4-FFF2-40B4-BE49-F238E27FC236}">
                <a16:creationId xmlns:a16="http://schemas.microsoft.com/office/drawing/2014/main" id="{6ECBDFA9-C466-81CD-D0CC-9EB537B38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659" y="2700670"/>
            <a:ext cx="2298341" cy="227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7C10DCE-8587-0C68-2B05-7DB0A1DF196F}"/>
              </a:ext>
            </a:extLst>
          </p:cNvPr>
          <p:cNvSpPr txBox="1"/>
          <p:nvPr/>
        </p:nvSpPr>
        <p:spPr>
          <a:xfrm>
            <a:off x="4885659" y="3179136"/>
            <a:ext cx="1560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Note que função objetivo e restrições são inequações lineares!</a:t>
            </a:r>
          </a:p>
        </p:txBody>
      </p:sp>
    </p:spTree>
    <p:extLst>
      <p:ext uri="{BB962C8B-B14F-4D97-AF65-F5344CB8AC3E}">
        <p14:creationId xmlns:p14="http://schemas.microsoft.com/office/powerpoint/2010/main" val="39840201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11D756-6641-F254-AADE-C1765DE7D8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(Problema do Trabalho Prático)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33EA28-5B5E-CE2C-E175-D6FC0743C0BA}"/>
              </a:ext>
            </a:extLst>
          </p:cNvPr>
          <p:cNvSpPr txBox="1"/>
          <p:nvPr/>
        </p:nvSpPr>
        <p:spPr>
          <a:xfrm>
            <a:off x="605046" y="1305900"/>
            <a:ext cx="6210534" cy="1350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12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Tenho uma mochila com capacidade máxima de carregar 30 Kg (menor ou igual a 30 Kg). Quero carregar o máximo de itens possíveis dentro deste limite, de forma a maximizar o valor carregado. A tabela abaixo mostra todos os itens possíveis. Quais itens devo levar?</a:t>
            </a:r>
            <a:endParaRPr lang="pt-BR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C35BC56-B918-99F2-0A22-8E308E66F6B7}"/>
              </a:ext>
            </a:extLst>
          </p:cNvPr>
          <p:cNvGraphicFramePr>
            <a:graphicFrameLocks noGrp="1"/>
          </p:cNvGraphicFramePr>
          <p:nvPr/>
        </p:nvGraphicFramePr>
        <p:xfrm>
          <a:off x="2416176" y="2963545"/>
          <a:ext cx="2155824" cy="1333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08764">
                  <a:extLst>
                    <a:ext uri="{9D8B030D-6E8A-4147-A177-3AD203B41FA5}">
                      <a16:colId xmlns:a16="http://schemas.microsoft.com/office/drawing/2014/main" val="1716043807"/>
                    </a:ext>
                  </a:extLst>
                </a:gridCol>
                <a:gridCol w="708764">
                  <a:extLst>
                    <a:ext uri="{9D8B030D-6E8A-4147-A177-3AD203B41FA5}">
                      <a16:colId xmlns:a16="http://schemas.microsoft.com/office/drawing/2014/main" val="1210555767"/>
                    </a:ext>
                  </a:extLst>
                </a:gridCol>
                <a:gridCol w="738296">
                  <a:extLst>
                    <a:ext uri="{9D8B030D-6E8A-4147-A177-3AD203B41FA5}">
                      <a16:colId xmlns:a16="http://schemas.microsoft.com/office/drawing/2014/main" val="157494386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r>
                        <a:rPr lang="pt-BR" sz="1100">
                          <a:effectLst/>
                        </a:rPr>
                        <a:t>Item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effectLst/>
                        </a:rPr>
                        <a:t>Peso (Kg)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r>
                        <a:rPr lang="pt-BR" sz="1100">
                          <a:effectLst/>
                        </a:rPr>
                        <a:t>Valor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888383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1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13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indent="139700"/>
                      <a:r>
                        <a:rPr lang="pt-BR" sz="1100">
                          <a:effectLst/>
                        </a:rPr>
                        <a:t>2.186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3591864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2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8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indent="139700"/>
                      <a:r>
                        <a:rPr lang="pt-BR" sz="1100">
                          <a:effectLst/>
                        </a:rPr>
                        <a:t>1.101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0666368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6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indent="139700"/>
                      <a:r>
                        <a:rPr lang="pt-BR" sz="1100">
                          <a:effectLst/>
                        </a:rPr>
                        <a:t>1.774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5639091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4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11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indent="139700"/>
                      <a:r>
                        <a:rPr lang="pt-BR" sz="1100">
                          <a:effectLst/>
                        </a:rPr>
                        <a:t>3.142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7347628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5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9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indent="139700"/>
                      <a:r>
                        <a:rPr lang="pt-BR" sz="1100">
                          <a:effectLst/>
                        </a:rPr>
                        <a:t>2.987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049546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6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effectLst/>
                        </a:rPr>
                        <a:t>11</a:t>
                      </a:r>
                      <a:endParaRPr lang="pt-BR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indent="139700"/>
                      <a:r>
                        <a:rPr lang="pt-BR" sz="1100" dirty="0">
                          <a:effectLst/>
                        </a:rPr>
                        <a:t>1.773</a:t>
                      </a:r>
                      <a:endParaRPr lang="pt-BR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96515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7777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35EA95-261F-EA47-137E-EB7B7F7147B7}"/>
              </a:ext>
            </a:extLst>
          </p:cNvPr>
          <p:cNvSpPr txBox="1"/>
          <p:nvPr/>
        </p:nvSpPr>
        <p:spPr>
          <a:xfrm>
            <a:off x="552893" y="1305900"/>
            <a:ext cx="61987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Exemplo. Problema da Dieta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Imagine um nutricionista de uma escola, que tem uma gama de opções para a preparação dos pratos (Arroz, Feijão e Carne), onde cada ingrediente tem uma quantidade das vitaminas A, B e C, dado pela tabela de nutrientes abaixo.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</p:txBody>
      </p:sp>
      <p:pic>
        <p:nvPicPr>
          <p:cNvPr id="2" name="Imagem 1" descr="Tabela&#10;&#10;Descrição gerada automaticamente">
            <a:extLst>
              <a:ext uri="{FF2B5EF4-FFF2-40B4-BE49-F238E27FC236}">
                <a16:creationId xmlns:a16="http://schemas.microsoft.com/office/drawing/2014/main" id="{FCEE5541-AC40-FC8C-84FA-8BB1EB991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948" y="3327991"/>
            <a:ext cx="3865447" cy="146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509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35EA95-261F-EA47-137E-EB7B7F7147B7}"/>
              </a:ext>
            </a:extLst>
          </p:cNvPr>
          <p:cNvSpPr txBox="1"/>
          <p:nvPr/>
        </p:nvSpPr>
        <p:spPr>
          <a:xfrm>
            <a:off x="552893" y="1305900"/>
            <a:ext cx="61987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Cada ingrediente tem um custo, dado abaixo.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Há uma necessidade mínima de vitaminas por refeição, conforme tabela a seguir.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</p:txBody>
      </p:sp>
      <p:pic>
        <p:nvPicPr>
          <p:cNvPr id="5" name="Imagem 4" descr="Tabela&#10;&#10;Descrição gerada automaticamente">
            <a:extLst>
              <a:ext uri="{FF2B5EF4-FFF2-40B4-BE49-F238E27FC236}">
                <a16:creationId xmlns:a16="http://schemas.microsoft.com/office/drawing/2014/main" id="{D48ADF4F-1200-733D-DAA0-7CC70B722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00" y="2954618"/>
            <a:ext cx="1524000" cy="1133475"/>
          </a:xfrm>
          <a:prstGeom prst="rect">
            <a:avLst/>
          </a:prstGeom>
        </p:spPr>
      </p:pic>
      <p:pic>
        <p:nvPicPr>
          <p:cNvPr id="6" name="Imagem 5" descr="Linha do tempo&#10;&#10;Descrição gerada automaticamente">
            <a:extLst>
              <a:ext uri="{FF2B5EF4-FFF2-40B4-BE49-F238E27FC236}">
                <a16:creationId xmlns:a16="http://schemas.microsoft.com/office/drawing/2014/main" id="{D678F15A-B898-459A-85ED-7B48EFD95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137" y="3240367"/>
            <a:ext cx="2667000" cy="56197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5DBF0D2-B087-E76F-A2DA-9BD4C062BF3E}"/>
              </a:ext>
            </a:extLst>
          </p:cNvPr>
          <p:cNvSpPr txBox="1"/>
          <p:nvPr/>
        </p:nvSpPr>
        <p:spPr>
          <a:xfrm>
            <a:off x="353183" y="3944720"/>
            <a:ext cx="6321334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4038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Qual a quantidade de cada ingrediente necessária para atender todas as restrições por vitamina e minimizar o custo?</a:t>
            </a:r>
          </a:p>
        </p:txBody>
      </p:sp>
    </p:spTree>
    <p:extLst>
      <p:ext uri="{BB962C8B-B14F-4D97-AF65-F5344CB8AC3E}">
        <p14:creationId xmlns:p14="http://schemas.microsoft.com/office/powerpoint/2010/main" val="15132895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35EA95-261F-EA47-137E-EB7B7F7147B7}"/>
              </a:ext>
            </a:extLst>
          </p:cNvPr>
          <p:cNvSpPr txBox="1"/>
          <p:nvPr/>
        </p:nvSpPr>
        <p:spPr>
          <a:xfrm>
            <a:off x="552893" y="1305900"/>
            <a:ext cx="61987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No Excel, criamos um campo para conter as três variáveis (células C16:C18), e uma fórmula para calcular a função objetivo, em C20, com a fórmula “=SOMARPRODUTO(C16:C18;I6:I8)”.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</p:txBody>
      </p:sp>
      <p:pic>
        <p:nvPicPr>
          <p:cNvPr id="2" name="Imagem 1" descr="Interface gráfica do usuário, Aplicativo, Tabela, Excel&#10;&#10;Descrição gerada automaticamente">
            <a:extLst>
              <a:ext uri="{FF2B5EF4-FFF2-40B4-BE49-F238E27FC236}">
                <a16:creationId xmlns:a16="http://schemas.microsoft.com/office/drawing/2014/main" id="{494CB088-CCF5-0021-39D1-8549293BE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118" y="2236283"/>
            <a:ext cx="4256711" cy="290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77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35EA95-261F-EA47-137E-EB7B7F7147B7}"/>
              </a:ext>
            </a:extLst>
          </p:cNvPr>
          <p:cNvSpPr txBox="1"/>
          <p:nvPr/>
        </p:nvSpPr>
        <p:spPr>
          <a:xfrm>
            <a:off x="552893" y="1305900"/>
            <a:ext cx="619878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4038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>
                <a:tab pos="3803650" algn="l"/>
              </a:tabLst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Crio células para calcular a quantidade de vitamina obtida com as quantidades variáveis – é um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somarproduto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 entre a variável e a tabela de nutrientes. Exemplo: para a vitamina A, a fórmula é “=SOMARPRODUTO($C$16:$C$18;C6:C8)”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</p:txBody>
      </p:sp>
      <p:pic>
        <p:nvPicPr>
          <p:cNvPr id="5" name="Imagem 4" descr="Tabela&#10;&#10;Descrição gerada automaticamente">
            <a:extLst>
              <a:ext uri="{FF2B5EF4-FFF2-40B4-BE49-F238E27FC236}">
                <a16:creationId xmlns:a16="http://schemas.microsoft.com/office/drawing/2014/main" id="{5814B8D1-4941-FBA4-CBA6-9A9EEFDBF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703" y="3462598"/>
            <a:ext cx="296227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916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35EA95-261F-EA47-137E-EB7B7F7147B7}"/>
              </a:ext>
            </a:extLst>
          </p:cNvPr>
          <p:cNvSpPr txBox="1"/>
          <p:nvPr/>
        </p:nvSpPr>
        <p:spPr>
          <a:xfrm>
            <a:off x="552893" y="1305900"/>
            <a:ext cx="619878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4038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>
                <a:tab pos="3803650" algn="l"/>
              </a:tabLst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No solver, defino que quero minimizar a função objetivo que está na célula C20, alterando as células variáveis que estão entre C16:C18, e sujeito à restrição de que a quantidade de vitaminas calculada deve ser maior do que o mínimo.</a:t>
            </a:r>
          </a:p>
          <a:p>
            <a:pPr marL="0" marR="0" lvl="0" indent="54038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>
                <a:tab pos="3803650" algn="l"/>
              </a:tabLst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</p:txBody>
      </p:sp>
      <p:pic>
        <p:nvPicPr>
          <p:cNvPr id="2" name="Imagem 1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534EBCD4-4885-3199-A11E-029A59034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584" y="2332978"/>
            <a:ext cx="2644923" cy="278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880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Otimização </a:t>
            </a:r>
            <a:r>
              <a:rPr lang="pt-BR" dirty="0" err="1"/>
              <a:t>mono-objetivo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35EA95-261F-EA47-137E-EB7B7F7147B7}"/>
              </a:ext>
            </a:extLst>
          </p:cNvPr>
          <p:cNvSpPr txBox="1"/>
          <p:nvPr/>
        </p:nvSpPr>
        <p:spPr>
          <a:xfrm>
            <a:off x="475735" y="1305900"/>
            <a:ext cx="619878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4038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>
                <a:tab pos="3803650" algn="l"/>
              </a:tabLst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Arial"/>
                <a:sym typeface="Arial"/>
              </a:rPr>
              <a:t>Resultado: são alocadas 5,1 unidades de arroz e 6 de feijão, para cumprir as quotas mínimas de vitamina. E o valor da função objetivo é de 109,20 unidades monetárias.</a:t>
            </a:r>
          </a:p>
          <a:p>
            <a:pPr marL="0" marR="0" lvl="0" indent="54038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>
                <a:tab pos="3803650" algn="l"/>
              </a:tabLst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</p:txBody>
      </p:sp>
      <p:pic>
        <p:nvPicPr>
          <p:cNvPr id="5" name="Imagem 4" descr="Gráfico&#10;&#10;Descrição gerada automaticamente com confiança média">
            <a:extLst>
              <a:ext uri="{FF2B5EF4-FFF2-40B4-BE49-F238E27FC236}">
                <a16:creationId xmlns:a16="http://schemas.microsoft.com/office/drawing/2014/main" id="{9C98FA5B-1700-AC2B-6AEE-DDF8E33F6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195" y="3104707"/>
            <a:ext cx="1808935" cy="179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386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Problema da arbitragem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35EA95-261F-EA47-137E-EB7B7F7147B7}"/>
              </a:ext>
            </a:extLst>
          </p:cNvPr>
          <p:cNvSpPr txBox="1"/>
          <p:nvPr/>
        </p:nvSpPr>
        <p:spPr>
          <a:xfrm>
            <a:off x="398617" y="2319452"/>
            <a:ext cx="61987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Alguém pode explicar o que é arbitragem no mercado financeiro e como a otimização pode ajudar?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1182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Problema da arbitragem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35EA95-261F-EA47-137E-EB7B7F7147B7}"/>
              </a:ext>
            </a:extLst>
          </p:cNvPr>
          <p:cNvSpPr txBox="1"/>
          <p:nvPr/>
        </p:nvSpPr>
        <p:spPr>
          <a:xfrm>
            <a:off x="475735" y="1305900"/>
            <a:ext cx="619878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latin typeface="+mn-lt"/>
              </a:rPr>
              <a:t>A arbitragem de moedas envolve aproveitar diferenças de preços entre diferentes pares de moedas para obter lucro</a:t>
            </a:r>
          </a:p>
          <a:p>
            <a:endParaRPr lang="pt-BR" sz="1600" dirty="0">
              <a:latin typeface="+mn-lt"/>
            </a:endParaRPr>
          </a:p>
          <a:p>
            <a:r>
              <a:rPr lang="pt-BR" sz="1600" dirty="0">
                <a:latin typeface="+mn-lt"/>
              </a:rPr>
              <a:t>Suponha que temos três moedas: USD, EUR e GBP. As taxas de câmbio entre essas moedas são as seguintes:</a:t>
            </a:r>
          </a:p>
          <a:p>
            <a:endParaRPr lang="pt-BR" sz="16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1 USD = 0.95 EUR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1 EUR = 1 GBP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1 GBP = 1.2 USD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latin typeface="+mn-lt"/>
            </a:endParaRPr>
          </a:p>
          <a:p>
            <a:r>
              <a:rPr lang="pt-BR" sz="1600" dirty="0">
                <a:latin typeface="+mn-lt"/>
              </a:rPr>
              <a:t>Nosso objetivo é determinar se há uma oportunidade de arbitragem e, se houver, encontrar a quantidade ótima de cada moeda para maximizar o lucro.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31565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Problema da arbitragem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35EA95-261F-EA47-137E-EB7B7F7147B7}"/>
              </a:ext>
            </a:extLst>
          </p:cNvPr>
          <p:cNvSpPr txBox="1"/>
          <p:nvPr/>
        </p:nvSpPr>
        <p:spPr>
          <a:xfrm>
            <a:off x="475735" y="1305900"/>
            <a:ext cx="61987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1 USD = 0.95 EUR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1 EUR = 1 GBP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>
                <a:latin typeface="+mn-lt"/>
              </a:rPr>
              <a:t>1 GBP = 1.2 USD</a:t>
            </a:r>
          </a:p>
          <a:p>
            <a:endParaRPr lang="pt-BR" sz="1600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E03D382-87D9-8FD4-E2A5-4074B2AE5E90}"/>
              </a:ext>
            </a:extLst>
          </p:cNvPr>
          <p:cNvSpPr/>
          <p:nvPr/>
        </p:nvSpPr>
        <p:spPr>
          <a:xfrm>
            <a:off x="759600" y="3227942"/>
            <a:ext cx="551407" cy="3855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US$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5856A23-8A1D-457E-EB36-1C7D0D722A8B}"/>
              </a:ext>
            </a:extLst>
          </p:cNvPr>
          <p:cNvSpPr/>
          <p:nvPr/>
        </p:nvSpPr>
        <p:spPr>
          <a:xfrm>
            <a:off x="1815383" y="2760383"/>
            <a:ext cx="551407" cy="3855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EUR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0DB02D1-E3CD-C460-DFCA-15717EFD510E}"/>
              </a:ext>
            </a:extLst>
          </p:cNvPr>
          <p:cNvSpPr/>
          <p:nvPr/>
        </p:nvSpPr>
        <p:spPr>
          <a:xfrm>
            <a:off x="1815383" y="3613533"/>
            <a:ext cx="551407" cy="3855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GBP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E9CFF33-5F1B-7BCE-2FEF-B8ADFEFB2E0A}"/>
              </a:ext>
            </a:extLst>
          </p:cNvPr>
          <p:cNvSpPr/>
          <p:nvPr/>
        </p:nvSpPr>
        <p:spPr>
          <a:xfrm>
            <a:off x="2927673" y="3999124"/>
            <a:ext cx="551407" cy="3855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EUR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528F4DB-0E3D-FE39-ED45-1C0E5525A42A}"/>
              </a:ext>
            </a:extLst>
          </p:cNvPr>
          <p:cNvSpPr/>
          <p:nvPr/>
        </p:nvSpPr>
        <p:spPr>
          <a:xfrm>
            <a:off x="2927673" y="3205907"/>
            <a:ext cx="551407" cy="3855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US$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9127A5A-62B0-C65D-ABCD-46C3C4B48410}"/>
              </a:ext>
            </a:extLst>
          </p:cNvPr>
          <p:cNvSpPr/>
          <p:nvPr/>
        </p:nvSpPr>
        <p:spPr>
          <a:xfrm>
            <a:off x="2930624" y="2491708"/>
            <a:ext cx="551407" cy="3855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GBP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9643626-D15D-341F-42A7-205D43814D1D}"/>
              </a:ext>
            </a:extLst>
          </p:cNvPr>
          <p:cNvSpPr/>
          <p:nvPr/>
        </p:nvSpPr>
        <p:spPr>
          <a:xfrm>
            <a:off x="4170985" y="3227942"/>
            <a:ext cx="551407" cy="38559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ysClr val="windowText" lastClr="000000"/>
                </a:solidFill>
              </a:rPr>
              <a:t>US$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13C0DABF-DF31-5AEA-46FC-9017B8B85344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1300550" y="2953179"/>
            <a:ext cx="514833" cy="42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F89189EE-E906-06A7-1DEA-2967CA55B30D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1311007" y="3420738"/>
            <a:ext cx="504376" cy="385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BE6D7EB-426A-5C99-38BB-236D6A64F429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2366790" y="2684504"/>
            <a:ext cx="563834" cy="26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E24D819B-B27C-AE3F-7F3C-59EFE2BDEBD9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366790" y="2953179"/>
            <a:ext cx="560883" cy="445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E364452A-E7E2-1BA8-2AE6-9C6F9EF8B498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366790" y="3806329"/>
            <a:ext cx="560883" cy="385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6BA26E90-C42F-CEB2-4E16-8E611147FE5D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366790" y="3398703"/>
            <a:ext cx="560883" cy="407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3D9C8E8F-1FB1-E602-B87A-09CCE3125F2D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3482031" y="2684504"/>
            <a:ext cx="688954" cy="736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1EDF378-F4B6-70D6-47CA-04D2B549E392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3479080" y="3420738"/>
            <a:ext cx="691905" cy="771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6301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Problema da arbitragem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435EA95-261F-EA47-137E-EB7B7F7147B7}"/>
              </a:ext>
            </a:extLst>
          </p:cNvPr>
          <p:cNvSpPr txBox="1"/>
          <p:nvPr/>
        </p:nvSpPr>
        <p:spPr>
          <a:xfrm>
            <a:off x="475735" y="1305900"/>
            <a:ext cx="642082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600" dirty="0">
                <a:latin typeface="Calibri" panose="020F0502020204030204" pitchFamily="34" charset="0"/>
              </a:rPr>
              <a:t>Arbitragens surgem de assimetrias (momentâneas) em mercados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pt-BR" sz="1600" dirty="0">
              <a:latin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600" dirty="0">
                <a:latin typeface="Calibri" panose="020F0502020204030204" pitchFamily="34" charset="0"/>
              </a:rPr>
              <a:t>Só quem sabe operar, porque tem altos riscos: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lang="pt-BR" sz="1600" dirty="0">
                <a:latin typeface="Calibri" panose="020F0502020204030204" pitchFamily="34" charset="0"/>
              </a:rPr>
              <a:t>Taxas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lang="pt-BR" sz="1600" dirty="0">
                <a:latin typeface="Calibri" panose="020F0502020204030204" pitchFamily="34" charset="0"/>
              </a:rPr>
              <a:t>Mudança repentina nos valores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lang="pt-BR" sz="1600" dirty="0">
                <a:latin typeface="Calibri" panose="020F0502020204030204" pitchFamily="34" charset="0"/>
              </a:rPr>
              <a:t>Falta de liquidez de alguma moeda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endParaRPr lang="pt-BR" sz="1600" dirty="0">
              <a:latin typeface="Calibri" panose="020F050202020403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pt-BR" sz="1600" dirty="0">
                <a:latin typeface="Calibri" panose="020F0502020204030204" pitchFamily="34" charset="0"/>
              </a:rPr>
              <a:t>Cada arbitragem executada tende a corrigir o valor real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lang="pt-BR" sz="1600" dirty="0">
              <a:latin typeface="Calibri" panose="020F050202020403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pt-BR" sz="1600" dirty="0">
                <a:latin typeface="Calibri" panose="020F0502020204030204" pitchFamily="34" charset="0"/>
              </a:rPr>
              <a:t>Portanto, é uma corrida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endParaRPr lang="pt-BR" sz="1600" dirty="0">
              <a:latin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endParaRPr lang="pt-BR" sz="1600" dirty="0">
              <a:latin typeface="Calibri" panose="020F050202020403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21F502-CAB9-9A1B-68D8-8E39803D9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920" y="2743163"/>
            <a:ext cx="1495425" cy="21812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A787BC8-9802-0F76-CB7E-26E2EFC48CF2}"/>
              </a:ext>
            </a:extLst>
          </p:cNvPr>
          <p:cNvSpPr txBox="1"/>
          <p:nvPr/>
        </p:nvSpPr>
        <p:spPr>
          <a:xfrm>
            <a:off x="508342" y="4014797"/>
            <a:ext cx="47359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pt-BR" sz="1600" dirty="0">
                <a:latin typeface="Calibri" panose="020F0502020204030204" pitchFamily="34" charset="0"/>
              </a:rPr>
              <a:t>O livro Flash Boys mostra o ponto extremo: instalar fibras óticas e outros meios de transmissão exclusivos para ter milissegundos de vantagem! </a:t>
            </a:r>
          </a:p>
        </p:txBody>
      </p:sp>
    </p:spTree>
    <p:extLst>
      <p:ext uri="{BB962C8B-B14F-4D97-AF65-F5344CB8AC3E}">
        <p14:creationId xmlns:p14="http://schemas.microsoft.com/office/powerpoint/2010/main" val="14292354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Case </a:t>
            </a:r>
            <a:r>
              <a:rPr lang="pt-BR" dirty="0" err="1"/>
              <a:t>Informs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A92ED44-FE16-27FE-78A7-83CF3D45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12" y="1456638"/>
            <a:ext cx="4537054" cy="3402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2023 INFORMS Annual Meeting">
            <a:extLst>
              <a:ext uri="{FF2B5EF4-FFF2-40B4-BE49-F238E27FC236}">
                <a16:creationId xmlns:a16="http://schemas.microsoft.com/office/drawing/2014/main" id="{61B0BA1A-CDFC-14A1-2D4D-853DEE63A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651" y="583662"/>
            <a:ext cx="1499191" cy="70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8E6450E-B38A-343C-EA45-A762920A4820}"/>
              </a:ext>
            </a:extLst>
          </p:cNvPr>
          <p:cNvSpPr txBox="1"/>
          <p:nvPr/>
        </p:nvSpPr>
        <p:spPr>
          <a:xfrm>
            <a:off x="4677428" y="1881964"/>
            <a:ext cx="2597074" cy="2289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5000"/>
              </a:lnSpc>
            </a:pPr>
            <a:r>
              <a:rPr lang="pt-BR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2023: Phoenix, Arizona</a:t>
            </a:r>
          </a:p>
          <a:p>
            <a:pPr algn="ctr">
              <a:lnSpc>
                <a:spcPct val="85000"/>
              </a:lnSpc>
            </a:pPr>
            <a:r>
              <a:rPr lang="pt-BR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2022: Indianápolis</a:t>
            </a:r>
          </a:p>
          <a:p>
            <a:pPr algn="ctr">
              <a:lnSpc>
                <a:spcPct val="85000"/>
              </a:lnSpc>
            </a:pPr>
            <a:endParaRPr lang="pt-BR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85000"/>
              </a:lnSpc>
            </a:pPr>
            <a:r>
              <a:rPr lang="pt-BR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Maior encontro do mundo do tema </a:t>
            </a:r>
            <a:r>
              <a:rPr lang="pt-BR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Operations</a:t>
            </a:r>
            <a:r>
              <a:rPr lang="pt-BR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Research</a:t>
            </a:r>
            <a:endParaRPr lang="pt-BR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85000"/>
              </a:lnSpc>
            </a:pPr>
            <a:endParaRPr lang="pt-BR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85000"/>
              </a:lnSpc>
            </a:pPr>
            <a:r>
              <a:rPr lang="pt-BR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Formato: 80 sessões técnicas simultâneas, painéis e plenárias</a:t>
            </a:r>
          </a:p>
          <a:p>
            <a:pPr algn="ctr">
              <a:lnSpc>
                <a:spcPct val="85000"/>
              </a:lnSpc>
            </a:pPr>
            <a:endParaRPr lang="pt-BR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85000"/>
              </a:lnSpc>
            </a:pPr>
            <a:r>
              <a:rPr lang="pt-BR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Forte tendência acadêmica</a:t>
            </a:r>
          </a:p>
          <a:p>
            <a:pPr algn="ctr">
              <a:lnSpc>
                <a:spcPct val="85000"/>
              </a:lnSpc>
            </a:pPr>
            <a:endParaRPr lang="pt-BR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85000"/>
              </a:lnSpc>
            </a:pPr>
            <a:r>
              <a:rPr lang="pt-BR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Pessoas de todo o mundo</a:t>
            </a:r>
          </a:p>
          <a:p>
            <a:pPr algn="ctr">
              <a:lnSpc>
                <a:spcPct val="85000"/>
              </a:lnSpc>
            </a:pPr>
            <a:endParaRPr lang="pt-BR" sz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54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Dicas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8E6450E-B38A-343C-EA45-A762920A4820}"/>
              </a:ext>
            </a:extLst>
          </p:cNvPr>
          <p:cNvSpPr txBox="1"/>
          <p:nvPr/>
        </p:nvSpPr>
        <p:spPr>
          <a:xfrm>
            <a:off x="669003" y="1853590"/>
            <a:ext cx="5853882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 desafio é sempre formular o problema</a:t>
            </a: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 cliente nunca sabe o que quer</a:t>
            </a: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modelagem é uma arte. O problema nunca vem modelado</a:t>
            </a: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 ótimo </a:t>
            </a:r>
            <a:r>
              <a:rPr lang="pt-BR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é inimigo do bom</a:t>
            </a:r>
            <a:endParaRPr lang="pt-BR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Aplicações devem ter escala para fazer sentid</a:t>
            </a:r>
            <a:r>
              <a:rPr lang="pt-BR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 o esforço</a:t>
            </a:r>
            <a:endParaRPr lang="pt-BR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85000"/>
              </a:lnSpc>
            </a:pPr>
            <a:endParaRPr lang="pt-BR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478108"/>
      </p:ext>
    </p:extLst>
  </p:cSld>
  <p:clrMapOvr>
    <a:masterClrMapping/>
  </p:clrMapOvr>
</p:sld>
</file>

<file path=ppt/theme/theme1.xml><?xml version="1.0" encoding="utf-8"?>
<a:theme xmlns:a="http://schemas.openxmlformats.org/drawingml/2006/main" name="CAP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ÍTULO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Application xmlns="http://www.sap.com/cof/powerpoint/application">
  <Version>2</Version>
  <Revision>2.1.0.8486</Revision>
</Application>
</file>

<file path=customXml/item2.xml><?xml version="1.0" encoding="utf-8"?>
<Application xmlns="http://www.sap.com/cof/ao/powerpoint/application">
  <com.sap.ip.bi.pioneer>
    <Version>4</Version>
    <AAO_Revision>2.1.0.8486</AAO_Revision>
    <RefreshOnOpen>False</RefreshOnOpen>
    <ForcePromptOnInitialRefresh>False</ForcePromptOnInitialRefresh>
    <StorePromptsInDocument>True</StorePromptsInDocument>
    <Cleaned>False</Cleaned>
    <MergeVariables>False</MergeVariables>
    <WorkingMode>Local</WorkingMode>
    <Items/>
  </com.sap.ip.bi.pioneer>
</Application>
</file>

<file path=customXml/itemProps1.xml><?xml version="1.0" encoding="utf-8"?>
<ds:datastoreItem xmlns:ds="http://schemas.openxmlformats.org/officeDocument/2006/customXml" ds:itemID="{25666D7F-B79F-44B2-B016-1D98E72BD9E7}">
  <ds:schemaRefs>
    <ds:schemaRef ds:uri="http://www.sap.com/cof/powerpoint/application"/>
  </ds:schemaRefs>
</ds:datastoreItem>
</file>

<file path=customXml/itemProps2.xml><?xml version="1.0" encoding="utf-8"?>
<ds:datastoreItem xmlns:ds="http://schemas.openxmlformats.org/officeDocument/2006/customXml" ds:itemID="{6256D40C-352F-4A77-856E-21F33B33020C}">
  <ds:schemaRefs>
    <ds:schemaRef ds:uri="http://www.sap.com/cof/ao/powerpoint/applic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5267</TotalTime>
  <Words>1914</Words>
  <Application>Microsoft Office PowerPoint</Application>
  <PresentationFormat>Apresentação na tela (16:9)</PresentationFormat>
  <Paragraphs>282</Paragraphs>
  <Slides>50</Slides>
  <Notes>2</Notes>
  <HiddenSlides>7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6</vt:i4>
      </vt:variant>
      <vt:variant>
        <vt:lpstr>Títulos de slides</vt:lpstr>
      </vt:variant>
      <vt:variant>
        <vt:i4>50</vt:i4>
      </vt:variant>
    </vt:vector>
  </HeadingPairs>
  <TitlesOfParts>
    <vt:vector size="66" baseType="lpstr">
      <vt:lpstr>Times New Roman</vt:lpstr>
      <vt:lpstr>Verdana</vt:lpstr>
      <vt:lpstr>Calibri</vt:lpstr>
      <vt:lpstr>Courier New</vt:lpstr>
      <vt:lpstr>Wingdings</vt:lpstr>
      <vt:lpstr>Radio Canada</vt:lpstr>
      <vt:lpstr>Tahoma</vt:lpstr>
      <vt:lpstr>Calibri Light</vt:lpstr>
      <vt:lpstr>Arial</vt:lpstr>
      <vt:lpstr>Cambria Math</vt:lpstr>
      <vt:lpstr>CAPA</vt:lpstr>
      <vt:lpstr>TEXTO</vt:lpstr>
      <vt:lpstr>TÍTULOS</vt:lpstr>
      <vt:lpstr>1_TEXTO</vt:lpstr>
      <vt:lpstr>2_TEXTO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igti</dc:creator>
  <cp:lastModifiedBy>Arnaldo Satoru Gunzi</cp:lastModifiedBy>
  <cp:revision>25</cp:revision>
  <dcterms:modified xsi:type="dcterms:W3CDTF">2024-07-04T23:38:12Z</dcterms:modified>
</cp:coreProperties>
</file>